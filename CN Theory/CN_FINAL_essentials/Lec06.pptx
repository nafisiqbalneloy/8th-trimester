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theme/theme2.xml" ContentType="application/vnd.openxmlformats-officedocument.theme+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theme/theme3.xml" ContentType="application/vnd.openxmlformats-officedocument.theme+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4.xml" ContentType="application/vnd.openxmlformats-officedocument.theme+xml"/>
  <Override PartName="/ppt/theme/theme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 id="2147483655" r:id="rId2"/>
    <p:sldMasterId id="2147483668" r:id="rId3"/>
    <p:sldMasterId id="2147483673" r:id="rId4"/>
  </p:sldMasterIdLst>
  <p:notesMasterIdLst>
    <p:notesMasterId r:id="rId75"/>
  </p:notesMasterIdLst>
  <p:sldIdLst>
    <p:sldId id="1225" r:id="rId5"/>
    <p:sldId id="1129" r:id="rId6"/>
    <p:sldId id="1047" r:id="rId7"/>
    <p:sldId id="1048" r:id="rId8"/>
    <p:sldId id="1049" r:id="rId9"/>
    <p:sldId id="1058" r:id="rId10"/>
    <p:sldId id="1195" r:id="rId11"/>
    <p:sldId id="1199" r:id="rId12"/>
    <p:sldId id="1200" r:id="rId13"/>
    <p:sldId id="1201" r:id="rId14"/>
    <p:sldId id="1202" r:id="rId15"/>
    <p:sldId id="1061" r:id="rId16"/>
    <p:sldId id="1077" r:id="rId17"/>
    <p:sldId id="1078" r:id="rId18"/>
    <p:sldId id="1099" r:id="rId19"/>
    <p:sldId id="1100" r:id="rId20"/>
    <p:sldId id="1102" r:id="rId21"/>
    <p:sldId id="1101" r:id="rId22"/>
    <p:sldId id="1103" r:id="rId23"/>
    <p:sldId id="1079" r:id="rId24"/>
    <p:sldId id="1080" r:id="rId25"/>
    <p:sldId id="1284" r:id="rId26"/>
    <p:sldId id="1277" r:id="rId27"/>
    <p:sldId id="1269" r:id="rId28"/>
    <p:sldId id="1279" r:id="rId29"/>
    <p:sldId id="1270" r:id="rId30"/>
    <p:sldId id="1278" r:id="rId31"/>
    <p:sldId id="1281" r:id="rId32"/>
    <p:sldId id="1282" r:id="rId33"/>
    <p:sldId id="1283" r:id="rId34"/>
    <p:sldId id="1280" r:id="rId35"/>
    <p:sldId id="1271" r:id="rId36"/>
    <p:sldId id="1272" r:id="rId37"/>
    <p:sldId id="1273" r:id="rId38"/>
    <p:sldId id="1274" r:id="rId39"/>
    <p:sldId id="1275" r:id="rId40"/>
    <p:sldId id="1276" r:id="rId41"/>
    <p:sldId id="1227" r:id="rId42"/>
    <p:sldId id="1231" r:id="rId43"/>
    <p:sldId id="1232" r:id="rId44"/>
    <p:sldId id="1233" r:id="rId45"/>
    <p:sldId id="1234" r:id="rId46"/>
    <p:sldId id="1235" r:id="rId47"/>
    <p:sldId id="1236" r:id="rId48"/>
    <p:sldId id="1237" r:id="rId49"/>
    <p:sldId id="1238" r:id="rId50"/>
    <p:sldId id="1239" r:id="rId51"/>
    <p:sldId id="1243" r:id="rId52"/>
    <p:sldId id="1244" r:id="rId53"/>
    <p:sldId id="1245" r:id="rId54"/>
    <p:sldId id="1246" r:id="rId55"/>
    <p:sldId id="1247" r:id="rId56"/>
    <p:sldId id="1248" r:id="rId57"/>
    <p:sldId id="1249" r:id="rId58"/>
    <p:sldId id="1250" r:id="rId59"/>
    <p:sldId id="1251" r:id="rId60"/>
    <p:sldId id="1252" r:id="rId61"/>
    <p:sldId id="1253" r:id="rId62"/>
    <p:sldId id="1254" r:id="rId63"/>
    <p:sldId id="1255" r:id="rId64"/>
    <p:sldId id="1256" r:id="rId65"/>
    <p:sldId id="1257" r:id="rId66"/>
    <p:sldId id="1258" r:id="rId67"/>
    <p:sldId id="1259" r:id="rId68"/>
    <p:sldId id="1263" r:id="rId69"/>
    <p:sldId id="1264" r:id="rId70"/>
    <p:sldId id="1265" r:id="rId71"/>
    <p:sldId id="1266" r:id="rId72"/>
    <p:sldId id="1267" r:id="rId73"/>
    <p:sldId id="1268" r:id="rId74"/>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1440" userDrawn="1">
          <p15:clr>
            <a:srgbClr val="A4A3A4"/>
          </p15:clr>
        </p15:guide>
        <p15:guide id="3" orient="horz" pos="3528"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10F90"/>
    <a:srgbClr val="0000A8"/>
    <a:srgbClr val="B5E7FF"/>
    <a:srgbClr val="A2C1FF"/>
    <a:srgbClr val="8FAADC"/>
    <a:srgbClr val="E40000"/>
    <a:srgbClr val="FFB3D3"/>
    <a:srgbClr val="0000A3"/>
    <a:srgbClr val="9CE0FA"/>
    <a:srgbClr val="3C6CD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6562" autoAdjust="0"/>
    <p:restoredTop sz="89660" autoAdjust="0"/>
  </p:normalViewPr>
  <p:slideViewPr>
    <p:cSldViewPr snapToGrid="0" snapToObjects="1">
      <p:cViewPr varScale="1">
        <p:scale>
          <a:sx n="58" d="100"/>
          <a:sy n="58" d="100"/>
        </p:scale>
        <p:origin x="600" y="56"/>
      </p:cViewPr>
      <p:guideLst>
        <p:guide pos="1440"/>
        <p:guide orient="horz" pos="3528"/>
      </p:guideLst>
    </p:cSldViewPr>
  </p:slideViewPr>
  <p:outlineViewPr>
    <p:cViewPr>
      <p:scale>
        <a:sx n="33" d="100"/>
        <a:sy n="33" d="100"/>
      </p:scale>
      <p:origin x="0" y="-25744"/>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slide" Target="slides/slide22.xml"/><Relationship Id="rId39" Type="http://schemas.openxmlformats.org/officeDocument/2006/relationships/slide" Target="slides/slide35.xml"/><Relationship Id="rId21" Type="http://schemas.openxmlformats.org/officeDocument/2006/relationships/slide" Target="slides/slide17.xml"/><Relationship Id="rId34" Type="http://schemas.openxmlformats.org/officeDocument/2006/relationships/slide" Target="slides/slide30.xml"/><Relationship Id="rId42" Type="http://schemas.openxmlformats.org/officeDocument/2006/relationships/slide" Target="slides/slide38.xml"/><Relationship Id="rId47" Type="http://schemas.openxmlformats.org/officeDocument/2006/relationships/slide" Target="slides/slide43.xml"/><Relationship Id="rId50" Type="http://schemas.openxmlformats.org/officeDocument/2006/relationships/slide" Target="slides/slide46.xml"/><Relationship Id="rId55" Type="http://schemas.openxmlformats.org/officeDocument/2006/relationships/slide" Target="slides/slide51.xml"/><Relationship Id="rId63" Type="http://schemas.openxmlformats.org/officeDocument/2006/relationships/slide" Target="slides/slide59.xml"/><Relationship Id="rId68" Type="http://schemas.openxmlformats.org/officeDocument/2006/relationships/slide" Target="slides/slide64.xml"/><Relationship Id="rId76" Type="http://schemas.openxmlformats.org/officeDocument/2006/relationships/presProps" Target="presProps.xml"/><Relationship Id="rId7" Type="http://schemas.openxmlformats.org/officeDocument/2006/relationships/slide" Target="slides/slide3.xml"/><Relationship Id="rId71" Type="http://schemas.openxmlformats.org/officeDocument/2006/relationships/slide" Target="slides/slide67.xml"/><Relationship Id="rId2" Type="http://schemas.openxmlformats.org/officeDocument/2006/relationships/slideMaster" Target="slideMasters/slideMaster2.xml"/><Relationship Id="rId16" Type="http://schemas.openxmlformats.org/officeDocument/2006/relationships/slide" Target="slides/slide12.xml"/><Relationship Id="rId29" Type="http://schemas.openxmlformats.org/officeDocument/2006/relationships/slide" Target="slides/slide25.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slide" Target="slides/slide28.xml"/><Relationship Id="rId37" Type="http://schemas.openxmlformats.org/officeDocument/2006/relationships/slide" Target="slides/slide33.xml"/><Relationship Id="rId40" Type="http://schemas.openxmlformats.org/officeDocument/2006/relationships/slide" Target="slides/slide36.xml"/><Relationship Id="rId45" Type="http://schemas.openxmlformats.org/officeDocument/2006/relationships/slide" Target="slides/slide41.xml"/><Relationship Id="rId53" Type="http://schemas.openxmlformats.org/officeDocument/2006/relationships/slide" Target="slides/slide49.xml"/><Relationship Id="rId58" Type="http://schemas.openxmlformats.org/officeDocument/2006/relationships/slide" Target="slides/slide54.xml"/><Relationship Id="rId66" Type="http://schemas.openxmlformats.org/officeDocument/2006/relationships/slide" Target="slides/slide62.xml"/><Relationship Id="rId74" Type="http://schemas.openxmlformats.org/officeDocument/2006/relationships/slide" Target="slides/slide70.xml"/><Relationship Id="rId79" Type="http://schemas.openxmlformats.org/officeDocument/2006/relationships/tableStyles" Target="tableStyles.xml"/><Relationship Id="rId5" Type="http://schemas.openxmlformats.org/officeDocument/2006/relationships/slide" Target="slides/slide1.xml"/><Relationship Id="rId61" Type="http://schemas.openxmlformats.org/officeDocument/2006/relationships/slide" Target="slides/slide57.xml"/><Relationship Id="rId10" Type="http://schemas.openxmlformats.org/officeDocument/2006/relationships/slide" Target="slides/slide6.xml"/><Relationship Id="rId19" Type="http://schemas.openxmlformats.org/officeDocument/2006/relationships/slide" Target="slides/slide15.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slide" Target="slides/slide56.xml"/><Relationship Id="rId65" Type="http://schemas.openxmlformats.org/officeDocument/2006/relationships/slide" Target="slides/slide61.xml"/><Relationship Id="rId73" Type="http://schemas.openxmlformats.org/officeDocument/2006/relationships/slide" Target="slides/slide69.xml"/><Relationship Id="rId78" Type="http://schemas.openxmlformats.org/officeDocument/2006/relationships/theme" Target="theme/theme1.xml"/><Relationship Id="rId4" Type="http://schemas.openxmlformats.org/officeDocument/2006/relationships/slideMaster" Target="slideMasters/slideMaster4.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43" Type="http://schemas.openxmlformats.org/officeDocument/2006/relationships/slide" Target="slides/slide39.xml"/><Relationship Id="rId48" Type="http://schemas.openxmlformats.org/officeDocument/2006/relationships/slide" Target="slides/slide44.xml"/><Relationship Id="rId56" Type="http://schemas.openxmlformats.org/officeDocument/2006/relationships/slide" Target="slides/slide52.xml"/><Relationship Id="rId64" Type="http://schemas.openxmlformats.org/officeDocument/2006/relationships/slide" Target="slides/slide60.xml"/><Relationship Id="rId69" Type="http://schemas.openxmlformats.org/officeDocument/2006/relationships/slide" Target="slides/slide65.xml"/><Relationship Id="rId77" Type="http://schemas.openxmlformats.org/officeDocument/2006/relationships/viewProps" Target="viewProps.xml"/><Relationship Id="rId8" Type="http://schemas.openxmlformats.org/officeDocument/2006/relationships/slide" Target="slides/slide4.xml"/><Relationship Id="rId51" Type="http://schemas.openxmlformats.org/officeDocument/2006/relationships/slide" Target="slides/slide47.xml"/><Relationship Id="rId72" Type="http://schemas.openxmlformats.org/officeDocument/2006/relationships/slide" Target="slides/slide68.xml"/><Relationship Id="rId3" Type="http://schemas.openxmlformats.org/officeDocument/2006/relationships/slideMaster" Target="slideMasters/slideMaster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slide" Target="slides/slide42.xml"/><Relationship Id="rId59" Type="http://schemas.openxmlformats.org/officeDocument/2006/relationships/slide" Target="slides/slide55.xml"/><Relationship Id="rId67" Type="http://schemas.openxmlformats.org/officeDocument/2006/relationships/slide" Target="slides/slide63.xml"/><Relationship Id="rId20" Type="http://schemas.openxmlformats.org/officeDocument/2006/relationships/slide" Target="slides/slide16.xml"/><Relationship Id="rId41" Type="http://schemas.openxmlformats.org/officeDocument/2006/relationships/slide" Target="slides/slide37.xml"/><Relationship Id="rId54" Type="http://schemas.openxmlformats.org/officeDocument/2006/relationships/slide" Target="slides/slide50.xml"/><Relationship Id="rId62" Type="http://schemas.openxmlformats.org/officeDocument/2006/relationships/slide" Target="slides/slide58.xml"/><Relationship Id="rId70" Type="http://schemas.openxmlformats.org/officeDocument/2006/relationships/slide" Target="slides/slide66.xml"/><Relationship Id="rId75" Type="http://schemas.openxmlformats.org/officeDocument/2006/relationships/notesMaster" Target="notesMasters/notesMaster1.xml"/><Relationship Id="rId1" Type="http://schemas.openxmlformats.org/officeDocument/2006/relationships/slideMaster" Target="slideMasters/slideMaster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9/10/2022</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D16EA1AD-6EA3-1049-AB4E-FC15F4DC35F9}" type="slidenum">
              <a:rPr lang="en-US" smtClean="0"/>
              <a:t>2</a:t>
            </a:fld>
            <a:endParaRPr lang="en-US"/>
          </a:p>
        </p:txBody>
      </p:sp>
    </p:spTree>
    <p:extLst>
      <p:ext uri="{BB962C8B-B14F-4D97-AF65-F5344CB8AC3E}">
        <p14:creationId xmlns:p14="http://schemas.microsoft.com/office/powerpoint/2010/main" val="207452558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7514612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0490754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3205333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6485815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Text for this animation:</a:t>
            </a:r>
          </a:p>
          <a:p>
            <a:endParaRPr lang="en-US" dirty="0"/>
          </a:p>
          <a:p>
            <a:r>
              <a:rPr lang="en-US" sz="1200" kern="1200" dirty="0">
                <a:solidFill>
                  <a:schemeClr val="tx1"/>
                </a:solidFill>
                <a:effectLst/>
                <a:latin typeface="+mn-lt"/>
                <a:ea typeface="+mn-ea"/>
                <a:cs typeface="+mn-cs"/>
              </a:rPr>
              <a:t>This all works out pretty nice and looks pretty simple!</a:t>
            </a:r>
          </a:p>
          <a:p>
            <a:r>
              <a:rPr lang="en-US" sz="1200" kern="1200" dirty="0">
                <a:solidFill>
                  <a:schemeClr val="tx1"/>
                </a:solidFill>
                <a:effectLst/>
                <a:latin typeface="+mn-lt"/>
                <a:ea typeface="+mn-ea"/>
                <a:cs typeface="+mn-cs"/>
              </a:rPr>
              <a:t> </a:t>
            </a:r>
          </a:p>
          <a:p>
            <a:r>
              <a:rPr lang="en-US" sz="1200" kern="1200" dirty="0" smtClean="0">
                <a:solidFill>
                  <a:schemeClr val="tx1"/>
                </a:solidFill>
                <a:effectLst/>
                <a:latin typeface="+mn-lt"/>
                <a:ea typeface="+mn-ea"/>
                <a:cs typeface="+mn-cs"/>
              </a:rPr>
              <a:t>What </a:t>
            </a:r>
            <a:r>
              <a:rPr lang="en-US" sz="1200" kern="1200" dirty="0">
                <a:solidFill>
                  <a:schemeClr val="tx1"/>
                </a:solidFill>
                <a:effectLst/>
                <a:latin typeface="+mn-lt"/>
                <a:ea typeface="+mn-ea"/>
                <a:cs typeface="+mn-cs"/>
              </a:rPr>
              <a:t>happens,  for example, when a subset of addresses say in this first range should go to say interface 3, rather than interface 0.  Well, of course we could split the first address range into multiple pieces, and add in this new subrange with its new destination output port.  But it turns out there’s a much simpler and elegant way to do this</a:t>
            </a:r>
            <a:r>
              <a:rPr lang="en-US" sz="1200" kern="1200" dirty="0" smtClean="0">
                <a:solidFill>
                  <a:schemeClr val="tx1"/>
                </a:solidFill>
                <a:effectLst/>
                <a:latin typeface="+mn-lt"/>
                <a:ea typeface="+mn-ea"/>
                <a:cs typeface="+mn-cs"/>
              </a:rPr>
              <a:t>. </a:t>
            </a:r>
            <a:r>
              <a:rPr lang="en-US" sz="1200" kern="1200" dirty="0">
                <a:solidFill>
                  <a:schemeClr val="tx1"/>
                </a:solidFill>
                <a:effectLst/>
                <a:latin typeface="+mn-lt"/>
                <a:ea typeface="+mn-ea"/>
                <a:cs typeface="+mn-cs"/>
              </a:rPr>
              <a:t>Known as longest prefix matching.</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3059993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1964343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2840512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2972057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835333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122623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2285031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9594852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193386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2550045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702789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609067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07037644"/>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20</a:t>
            </a:fld>
            <a:endParaRPr lang="en-US"/>
          </a:p>
        </p:txBody>
      </p:sp>
    </p:spTree>
    <p:extLst>
      <p:ext uri="{BB962C8B-B14F-4D97-AF65-F5344CB8AC3E}">
        <p14:creationId xmlns:p14="http://schemas.microsoft.com/office/powerpoint/2010/main" val="81524415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21</a:t>
            </a:fld>
            <a:endParaRPr lang="en-US"/>
          </a:p>
        </p:txBody>
      </p:sp>
    </p:spTree>
    <p:extLst>
      <p:ext uri="{BB962C8B-B14F-4D97-AF65-F5344CB8AC3E}">
        <p14:creationId xmlns:p14="http://schemas.microsoft.com/office/powerpoint/2010/main" val="297177882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22</a:t>
            </a:fld>
            <a:endParaRPr lang="en-US"/>
          </a:p>
        </p:txBody>
      </p:sp>
    </p:spTree>
    <p:extLst>
      <p:ext uri="{BB962C8B-B14F-4D97-AF65-F5344CB8AC3E}">
        <p14:creationId xmlns:p14="http://schemas.microsoft.com/office/powerpoint/2010/main" val="297177882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buFontTx/>
              <a:buNone/>
            </a:pPr>
            <a:r>
              <a:rPr lang="en-US" sz="1200" dirty="0">
                <a:solidFill>
                  <a:schemeClr val="accent5">
                    <a:lumMod val="40000"/>
                    <a:lumOff val="60000"/>
                  </a:schemeClr>
                </a:solidFill>
              </a:rPr>
              <a:t>8</a:t>
            </a:r>
            <a:r>
              <a:rPr lang="en-US" sz="1200" baseline="0" dirty="0">
                <a:solidFill>
                  <a:schemeClr val="accent5">
                    <a:lumMod val="40000"/>
                    <a:lumOff val="60000"/>
                  </a:schemeClr>
                </a:solidFill>
              </a:rPr>
              <a:t> – </a:t>
            </a:r>
            <a:r>
              <a:rPr lang="en-US" sz="1200" dirty="0">
                <a:solidFill>
                  <a:schemeClr val="accent5">
                    <a:lumMod val="40000"/>
                    <a:lumOff val="60000"/>
                  </a:schemeClr>
                </a:solidFill>
              </a:rPr>
              <a:t>Network Layer</a:t>
            </a:r>
            <a:endParaRPr lang="en-US" dirty="0"/>
          </a:p>
          <a:p>
            <a:pPr>
              <a:buFontTx/>
              <a:buNone/>
            </a:pPr>
            <a:r>
              <a:rPr lang="en-US" sz="1200" b="0" dirty="0"/>
              <a:t>8.3 – </a:t>
            </a:r>
            <a:r>
              <a:rPr lang="en-US" dirty="0">
                <a:solidFill>
                  <a:schemeClr val="accent5">
                    <a:lumMod val="40000"/>
                    <a:lumOff val="60000"/>
                  </a:schemeClr>
                </a:solidFill>
              </a:rPr>
              <a:t>IPv6 Packets</a:t>
            </a:r>
          </a:p>
          <a:p>
            <a:pPr>
              <a:buFontTx/>
              <a:buNone/>
            </a:pPr>
            <a:r>
              <a:rPr lang="en-US" sz="1200" kern="1200" dirty="0">
                <a:solidFill>
                  <a:schemeClr val="tx1"/>
                </a:solidFill>
                <a:latin typeface="Arial" charset="0"/>
                <a:ea typeface="ＭＳ Ｐゴシック" charset="0"/>
                <a:cs typeface="ＭＳ Ｐゴシック" charset="0"/>
              </a:rPr>
              <a:t>8.3.1</a:t>
            </a:r>
            <a:r>
              <a:rPr lang="en-US" sz="1200" kern="1200" baseline="0" dirty="0">
                <a:solidFill>
                  <a:schemeClr val="tx1"/>
                </a:solidFill>
                <a:latin typeface="Arial" charset="0"/>
                <a:ea typeface="ＭＳ Ｐゴシック" charset="0"/>
                <a:cs typeface="ＭＳ Ｐゴシック" charset="0"/>
              </a:rPr>
              <a:t> </a:t>
            </a:r>
            <a:r>
              <a:rPr lang="en-US" sz="1200" kern="1200" dirty="0">
                <a:solidFill>
                  <a:schemeClr val="tx1"/>
                </a:solidFill>
                <a:latin typeface="Arial" charset="0"/>
                <a:ea typeface="ＭＳ Ｐゴシック" charset="0"/>
                <a:cs typeface="ＭＳ Ｐゴシック" charset="0"/>
              </a:rPr>
              <a:t>– </a:t>
            </a:r>
            <a:r>
              <a:rPr lang="en-US" altLang="en-US" dirty="0"/>
              <a:t>Limitations of IPv4</a:t>
            </a:r>
          </a:p>
          <a:p>
            <a:endParaRPr lang="en-US" dirty="0"/>
          </a:p>
        </p:txBody>
      </p:sp>
      <p:sp>
        <p:nvSpPr>
          <p:cNvPr id="4" name="Slide Number Placeholder 3"/>
          <p:cNvSpPr>
            <a:spLocks noGrp="1"/>
          </p:cNvSpPr>
          <p:nvPr>
            <p:ph type="sldNum" sz="quarter" idx="10"/>
          </p:nvPr>
        </p:nvSpPr>
        <p:spPr/>
        <p:txBody>
          <a:bodyPr/>
          <a:lstStyle/>
          <a:p>
            <a:fld id="{5641018C-6CAF-B84E-B92C-ECB119457FBA}" type="slidenum">
              <a:rPr lang="en-US" smtClean="0">
                <a:solidFill>
                  <a:prstClr val="black"/>
                </a:solidFill>
              </a:rPr>
              <a:pPr/>
              <a:t>23</a:t>
            </a:fld>
            <a:endParaRPr lang="en-US" dirty="0">
              <a:solidFill>
                <a:prstClr val="black"/>
              </a:solidFill>
            </a:endParaRPr>
          </a:p>
        </p:txBody>
      </p:sp>
    </p:spTree>
    <p:extLst>
      <p:ext uri="{BB962C8B-B14F-4D97-AF65-F5344CB8AC3E}">
        <p14:creationId xmlns:p14="http://schemas.microsoft.com/office/powerpoint/2010/main" val="71889585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3D91EEAC-CFEF-9647-876F-EABC6B8338D7}" type="slidenum">
              <a:rPr lang="en-US" smtClean="0">
                <a:solidFill>
                  <a:prstClr val="black"/>
                </a:solidFill>
              </a:rPr>
              <a:pPr>
                <a:defRPr/>
              </a:pPr>
              <a:t>24</a:t>
            </a:fld>
            <a:endParaRPr lang="en-US" dirty="0">
              <a:solidFill>
                <a:prstClr val="black"/>
              </a:solidFill>
            </a:endParaRPr>
          </a:p>
        </p:txBody>
      </p:sp>
    </p:spTree>
    <p:extLst>
      <p:ext uri="{BB962C8B-B14F-4D97-AF65-F5344CB8AC3E}">
        <p14:creationId xmlns:p14="http://schemas.microsoft.com/office/powerpoint/2010/main" val="298696694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12 – IPv6 Addressing</a:t>
            </a:r>
          </a:p>
          <a:p>
            <a:r>
              <a:rPr lang="en-US" dirty="0"/>
              <a:t>12.1 – IPv4 Issues</a:t>
            </a:r>
          </a:p>
          <a:p>
            <a:r>
              <a:rPr lang="en-US" dirty="0"/>
              <a:t>12.1.1 – Need for IPv6</a:t>
            </a:r>
          </a:p>
        </p:txBody>
      </p:sp>
      <p:sp>
        <p:nvSpPr>
          <p:cNvPr id="4" name="Slide Number Placeholder 3"/>
          <p:cNvSpPr>
            <a:spLocks noGrp="1"/>
          </p:cNvSpPr>
          <p:nvPr>
            <p:ph type="sldNum" sz="quarter" idx="5"/>
          </p:nvPr>
        </p:nvSpPr>
        <p:spPr/>
        <p:txBody>
          <a:bodyPr/>
          <a:lstStyle/>
          <a:p>
            <a:fld id="{5641018C-6CAF-B84E-B92C-ECB119457FBA}" type="slidenum">
              <a:rPr lang="en-US" smtClean="0"/>
              <a:t>25</a:t>
            </a:fld>
            <a:endParaRPr lang="en-US" dirty="0"/>
          </a:p>
        </p:txBody>
      </p:sp>
    </p:spTree>
    <p:extLst>
      <p:ext uri="{BB962C8B-B14F-4D97-AF65-F5344CB8AC3E}">
        <p14:creationId xmlns:p14="http://schemas.microsoft.com/office/powerpoint/2010/main" val="47051977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3D91EEAC-CFEF-9647-876F-EABC6B8338D7}" type="slidenum">
              <a:rPr lang="en-US" smtClean="0">
                <a:solidFill>
                  <a:prstClr val="black"/>
                </a:solidFill>
              </a:rPr>
              <a:pPr>
                <a:defRPr/>
              </a:pPr>
              <a:t>26</a:t>
            </a:fld>
            <a:endParaRPr lang="en-US" dirty="0">
              <a:solidFill>
                <a:prstClr val="black"/>
              </a:solidFill>
            </a:endParaRPr>
          </a:p>
        </p:txBody>
      </p:sp>
    </p:spTree>
    <p:extLst>
      <p:ext uri="{BB962C8B-B14F-4D97-AF65-F5344CB8AC3E}">
        <p14:creationId xmlns:p14="http://schemas.microsoft.com/office/powerpoint/2010/main" val="234037387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buFontTx/>
              <a:buNone/>
            </a:pPr>
            <a:r>
              <a:rPr lang="en-US" sz="1200" dirty="0">
                <a:solidFill>
                  <a:schemeClr val="accent5">
                    <a:lumMod val="40000"/>
                    <a:lumOff val="60000"/>
                  </a:schemeClr>
                </a:solidFill>
              </a:rPr>
              <a:t>8</a:t>
            </a:r>
            <a:r>
              <a:rPr lang="en-US" sz="1200" baseline="0" dirty="0">
                <a:solidFill>
                  <a:schemeClr val="accent5">
                    <a:lumMod val="40000"/>
                    <a:lumOff val="60000"/>
                  </a:schemeClr>
                </a:solidFill>
              </a:rPr>
              <a:t> – </a:t>
            </a:r>
            <a:r>
              <a:rPr lang="en-US" sz="1200" dirty="0">
                <a:solidFill>
                  <a:schemeClr val="accent5">
                    <a:lumMod val="40000"/>
                    <a:lumOff val="60000"/>
                  </a:schemeClr>
                </a:solidFill>
              </a:rPr>
              <a:t>Network Layer</a:t>
            </a:r>
            <a:endParaRPr lang="en-US" dirty="0"/>
          </a:p>
          <a:p>
            <a:pPr>
              <a:buFontTx/>
              <a:buNone/>
            </a:pPr>
            <a:r>
              <a:rPr lang="en-US" sz="1200" b="0" dirty="0"/>
              <a:t>8.3 – </a:t>
            </a:r>
            <a:r>
              <a:rPr lang="en-US" dirty="0">
                <a:solidFill>
                  <a:schemeClr val="accent5">
                    <a:lumMod val="40000"/>
                    <a:lumOff val="60000"/>
                  </a:schemeClr>
                </a:solidFill>
              </a:rPr>
              <a:t>IPv6 Packets</a:t>
            </a:r>
          </a:p>
          <a:p>
            <a:pPr>
              <a:buFontTx/>
              <a:buNone/>
            </a:pPr>
            <a:r>
              <a:rPr lang="en-US" sz="1200" kern="1200" dirty="0">
                <a:solidFill>
                  <a:schemeClr val="tx1"/>
                </a:solidFill>
                <a:latin typeface="Arial" charset="0"/>
                <a:ea typeface="ＭＳ Ｐゴシック" charset="0"/>
                <a:cs typeface="ＭＳ Ｐゴシック" charset="0"/>
              </a:rPr>
              <a:t>8.3.4</a:t>
            </a:r>
            <a:r>
              <a:rPr lang="en-US" sz="1200" kern="1200" baseline="0" dirty="0">
                <a:solidFill>
                  <a:schemeClr val="tx1"/>
                </a:solidFill>
                <a:latin typeface="Arial" charset="0"/>
                <a:ea typeface="ＭＳ Ｐゴシック" charset="0"/>
                <a:cs typeface="ＭＳ Ｐゴシック" charset="0"/>
              </a:rPr>
              <a:t> </a:t>
            </a:r>
            <a:r>
              <a:rPr lang="en-US" sz="1200" kern="1200" dirty="0">
                <a:solidFill>
                  <a:schemeClr val="tx1"/>
                </a:solidFill>
                <a:latin typeface="Arial" charset="0"/>
                <a:ea typeface="ＭＳ Ｐゴシック" charset="0"/>
                <a:cs typeface="ＭＳ Ｐゴシック" charset="0"/>
              </a:rPr>
              <a:t>– </a:t>
            </a:r>
            <a:r>
              <a:rPr lang="en-US" altLang="en-US" dirty="0"/>
              <a:t>IPv6 Packet Header</a:t>
            </a:r>
            <a:endParaRPr lang="en-US" dirty="0"/>
          </a:p>
        </p:txBody>
      </p:sp>
      <p:sp>
        <p:nvSpPr>
          <p:cNvPr id="4" name="Slide Number Placeholder 3"/>
          <p:cNvSpPr>
            <a:spLocks noGrp="1"/>
          </p:cNvSpPr>
          <p:nvPr>
            <p:ph type="sldNum" sz="quarter" idx="10"/>
          </p:nvPr>
        </p:nvSpPr>
        <p:spPr/>
        <p:txBody>
          <a:bodyPr/>
          <a:lstStyle/>
          <a:p>
            <a:fld id="{5641018C-6CAF-B84E-B92C-ECB119457FBA}" type="slidenum">
              <a:rPr lang="en-US" smtClean="0">
                <a:solidFill>
                  <a:prstClr val="black"/>
                </a:solidFill>
              </a:rPr>
              <a:pPr/>
              <a:t>27</a:t>
            </a:fld>
            <a:endParaRPr lang="en-US" dirty="0">
              <a:solidFill>
                <a:prstClr val="black"/>
              </a:solidFill>
            </a:endParaRPr>
          </a:p>
        </p:txBody>
      </p:sp>
    </p:spTree>
    <p:extLst>
      <p:ext uri="{BB962C8B-B14F-4D97-AF65-F5344CB8AC3E}">
        <p14:creationId xmlns:p14="http://schemas.microsoft.com/office/powerpoint/2010/main" val="282846179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12 – IPv6 Addressing</a:t>
            </a:r>
          </a:p>
          <a:p>
            <a:r>
              <a:rPr lang="en-US" dirty="0"/>
              <a:t>12.2 – IPv6 Address Representation</a:t>
            </a:r>
          </a:p>
          <a:p>
            <a:r>
              <a:rPr lang="en-US" dirty="0"/>
              <a:t>12.2.1 – IPv6 Addressing Formats</a:t>
            </a:r>
          </a:p>
        </p:txBody>
      </p:sp>
      <p:sp>
        <p:nvSpPr>
          <p:cNvPr id="4" name="Slide Number Placeholder 3"/>
          <p:cNvSpPr>
            <a:spLocks noGrp="1"/>
          </p:cNvSpPr>
          <p:nvPr>
            <p:ph type="sldNum" sz="quarter" idx="5"/>
          </p:nvPr>
        </p:nvSpPr>
        <p:spPr/>
        <p:txBody>
          <a:bodyPr/>
          <a:lstStyle/>
          <a:p>
            <a:fld id="{5641018C-6CAF-B84E-B92C-ECB119457FBA}" type="slidenum">
              <a:rPr lang="en-US" smtClean="0"/>
              <a:t>28</a:t>
            </a:fld>
            <a:endParaRPr lang="en-US" dirty="0"/>
          </a:p>
        </p:txBody>
      </p:sp>
    </p:spTree>
    <p:extLst>
      <p:ext uri="{BB962C8B-B14F-4D97-AF65-F5344CB8AC3E}">
        <p14:creationId xmlns:p14="http://schemas.microsoft.com/office/powerpoint/2010/main" val="227616390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12 – IPv6 Addressing</a:t>
            </a:r>
          </a:p>
          <a:p>
            <a:r>
              <a:rPr lang="en-US" dirty="0"/>
              <a:t>12.2 – IPv6 Address Representation</a:t>
            </a:r>
          </a:p>
          <a:p>
            <a:r>
              <a:rPr lang="en-US" dirty="0"/>
              <a:t>12.2.2 – Omit Leading Zero</a:t>
            </a:r>
          </a:p>
        </p:txBody>
      </p:sp>
      <p:sp>
        <p:nvSpPr>
          <p:cNvPr id="4" name="Slide Number Placeholder 3"/>
          <p:cNvSpPr>
            <a:spLocks noGrp="1"/>
          </p:cNvSpPr>
          <p:nvPr>
            <p:ph type="sldNum" sz="quarter" idx="5"/>
          </p:nvPr>
        </p:nvSpPr>
        <p:spPr/>
        <p:txBody>
          <a:bodyPr/>
          <a:lstStyle/>
          <a:p>
            <a:fld id="{5641018C-6CAF-B84E-B92C-ECB119457FBA}" type="slidenum">
              <a:rPr lang="en-US" smtClean="0"/>
              <a:t>29</a:t>
            </a:fld>
            <a:endParaRPr lang="en-US" dirty="0"/>
          </a:p>
        </p:txBody>
      </p:sp>
    </p:spTree>
    <p:extLst>
      <p:ext uri="{BB962C8B-B14F-4D97-AF65-F5344CB8AC3E}">
        <p14:creationId xmlns:p14="http://schemas.microsoft.com/office/powerpoint/2010/main" val="2482066575"/>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12 – IPv6 Addressing</a:t>
            </a:r>
          </a:p>
          <a:p>
            <a:r>
              <a:rPr lang="en-US" dirty="0"/>
              <a:t>12.2 – IPv6 Address Representation</a:t>
            </a:r>
          </a:p>
          <a:p>
            <a:r>
              <a:rPr lang="en-US" dirty="0"/>
              <a:t>12.2.2 – Rule 2 – Double Colon</a:t>
            </a:r>
          </a:p>
          <a:p>
            <a:r>
              <a:rPr lang="en-US" dirty="0"/>
              <a:t>12.2.4 – Activity – IPv6 Address Representation</a:t>
            </a:r>
          </a:p>
        </p:txBody>
      </p:sp>
      <p:sp>
        <p:nvSpPr>
          <p:cNvPr id="4" name="Slide Number Placeholder 3"/>
          <p:cNvSpPr>
            <a:spLocks noGrp="1"/>
          </p:cNvSpPr>
          <p:nvPr>
            <p:ph type="sldNum" sz="quarter" idx="5"/>
          </p:nvPr>
        </p:nvSpPr>
        <p:spPr/>
        <p:txBody>
          <a:bodyPr/>
          <a:lstStyle/>
          <a:p>
            <a:fld id="{5641018C-6CAF-B84E-B92C-ECB119457FBA}" type="slidenum">
              <a:rPr lang="en-US" smtClean="0"/>
              <a:t>30</a:t>
            </a:fld>
            <a:endParaRPr lang="en-US" dirty="0"/>
          </a:p>
        </p:txBody>
      </p:sp>
    </p:spTree>
    <p:extLst>
      <p:ext uri="{BB962C8B-B14F-4D97-AF65-F5344CB8AC3E}">
        <p14:creationId xmlns:p14="http://schemas.microsoft.com/office/powerpoint/2010/main" val="3553762085"/>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12 – IPv6 Addressing</a:t>
            </a:r>
          </a:p>
          <a:p>
            <a:r>
              <a:rPr lang="en-US" dirty="0"/>
              <a:t>12.1 – IPv4 Issues</a:t>
            </a:r>
          </a:p>
          <a:p>
            <a:r>
              <a:rPr lang="en-US" dirty="0"/>
              <a:t>12.1.2 – IPv4 and IPv6 Coexistence</a:t>
            </a:r>
          </a:p>
          <a:p>
            <a:r>
              <a:rPr lang="en-US" dirty="0"/>
              <a:t>12.1.3 – Check Your Understanding – IPv4 Issues</a:t>
            </a:r>
          </a:p>
        </p:txBody>
      </p:sp>
      <p:sp>
        <p:nvSpPr>
          <p:cNvPr id="4" name="Slide Number Placeholder 3"/>
          <p:cNvSpPr>
            <a:spLocks noGrp="1"/>
          </p:cNvSpPr>
          <p:nvPr>
            <p:ph type="sldNum" sz="quarter" idx="5"/>
          </p:nvPr>
        </p:nvSpPr>
        <p:spPr/>
        <p:txBody>
          <a:bodyPr/>
          <a:lstStyle/>
          <a:p>
            <a:fld id="{5641018C-6CAF-B84E-B92C-ECB119457FBA}" type="slidenum">
              <a:rPr lang="en-US" smtClean="0"/>
              <a:t>31</a:t>
            </a:fld>
            <a:endParaRPr lang="en-US" dirty="0"/>
          </a:p>
        </p:txBody>
      </p:sp>
    </p:spTree>
    <p:extLst>
      <p:ext uri="{BB962C8B-B14F-4D97-AF65-F5344CB8AC3E}">
        <p14:creationId xmlns:p14="http://schemas.microsoft.com/office/powerpoint/2010/main" val="1637887034"/>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3D91EEAC-CFEF-9647-876F-EABC6B8338D7}" type="slidenum">
              <a:rPr lang="en-US" smtClean="0">
                <a:solidFill>
                  <a:prstClr val="black"/>
                </a:solidFill>
              </a:rPr>
              <a:pPr>
                <a:defRPr/>
              </a:pPr>
              <a:t>32</a:t>
            </a:fld>
            <a:endParaRPr lang="en-US" dirty="0">
              <a:solidFill>
                <a:prstClr val="black"/>
              </a:solidFill>
            </a:endParaRPr>
          </a:p>
        </p:txBody>
      </p:sp>
    </p:spTree>
    <p:extLst>
      <p:ext uri="{BB962C8B-B14F-4D97-AF65-F5344CB8AC3E}">
        <p14:creationId xmlns:p14="http://schemas.microsoft.com/office/powerpoint/2010/main" val="3049695837"/>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3D91EEAC-CFEF-9647-876F-EABC6B8338D7}" type="slidenum">
              <a:rPr lang="en-US" smtClean="0">
                <a:solidFill>
                  <a:prstClr val="black"/>
                </a:solidFill>
              </a:rPr>
              <a:pPr>
                <a:defRPr/>
              </a:pPr>
              <a:t>33</a:t>
            </a:fld>
            <a:endParaRPr lang="en-US" dirty="0">
              <a:solidFill>
                <a:prstClr val="black"/>
              </a:solidFill>
            </a:endParaRPr>
          </a:p>
        </p:txBody>
      </p:sp>
    </p:spTree>
    <p:extLst>
      <p:ext uri="{BB962C8B-B14F-4D97-AF65-F5344CB8AC3E}">
        <p14:creationId xmlns:p14="http://schemas.microsoft.com/office/powerpoint/2010/main" val="3784197184"/>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3D91EEAC-CFEF-9647-876F-EABC6B8338D7}" type="slidenum">
              <a:rPr lang="en-US" smtClean="0">
                <a:solidFill>
                  <a:prstClr val="black"/>
                </a:solidFill>
              </a:rPr>
              <a:pPr>
                <a:defRPr/>
              </a:pPr>
              <a:t>34</a:t>
            </a:fld>
            <a:endParaRPr lang="en-US" dirty="0">
              <a:solidFill>
                <a:prstClr val="black"/>
              </a:solidFill>
            </a:endParaRPr>
          </a:p>
        </p:txBody>
      </p:sp>
    </p:spTree>
    <p:extLst>
      <p:ext uri="{BB962C8B-B14F-4D97-AF65-F5344CB8AC3E}">
        <p14:creationId xmlns:p14="http://schemas.microsoft.com/office/powerpoint/2010/main" val="3746526676"/>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3D91EEAC-CFEF-9647-876F-EABC6B8338D7}" type="slidenum">
              <a:rPr lang="en-US" smtClean="0">
                <a:solidFill>
                  <a:prstClr val="black"/>
                </a:solidFill>
              </a:rPr>
              <a:pPr>
                <a:defRPr/>
              </a:pPr>
              <a:t>35</a:t>
            </a:fld>
            <a:endParaRPr lang="en-US" dirty="0">
              <a:solidFill>
                <a:prstClr val="black"/>
              </a:solidFill>
            </a:endParaRPr>
          </a:p>
        </p:txBody>
      </p:sp>
    </p:spTree>
    <p:extLst>
      <p:ext uri="{BB962C8B-B14F-4D97-AF65-F5344CB8AC3E}">
        <p14:creationId xmlns:p14="http://schemas.microsoft.com/office/powerpoint/2010/main" val="1208088065"/>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3D91EEAC-CFEF-9647-876F-EABC6B8338D7}" type="slidenum">
              <a:rPr lang="en-US" smtClean="0">
                <a:solidFill>
                  <a:prstClr val="black"/>
                </a:solidFill>
              </a:rPr>
              <a:pPr>
                <a:defRPr/>
              </a:pPr>
              <a:t>36</a:t>
            </a:fld>
            <a:endParaRPr lang="en-US" dirty="0">
              <a:solidFill>
                <a:prstClr val="black"/>
              </a:solidFill>
            </a:endParaRPr>
          </a:p>
        </p:txBody>
      </p:sp>
    </p:spTree>
    <p:extLst>
      <p:ext uri="{BB962C8B-B14F-4D97-AF65-F5344CB8AC3E}">
        <p14:creationId xmlns:p14="http://schemas.microsoft.com/office/powerpoint/2010/main" val="4131821823"/>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3D91EEAC-CFEF-9647-876F-EABC6B8338D7}" type="slidenum">
              <a:rPr lang="en-US" smtClean="0">
                <a:solidFill>
                  <a:prstClr val="black"/>
                </a:solidFill>
              </a:rPr>
              <a:pPr>
                <a:defRPr/>
              </a:pPr>
              <a:t>37</a:t>
            </a:fld>
            <a:endParaRPr lang="en-US" dirty="0">
              <a:solidFill>
                <a:prstClr val="black"/>
              </a:solidFill>
            </a:endParaRPr>
          </a:p>
        </p:txBody>
      </p:sp>
    </p:spTree>
    <p:extLst>
      <p:ext uri="{BB962C8B-B14F-4D97-AF65-F5344CB8AC3E}">
        <p14:creationId xmlns:p14="http://schemas.microsoft.com/office/powerpoint/2010/main" val="3221211055"/>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39</a:t>
            </a:fld>
            <a:endParaRPr lang="en-US" dirty="0">
              <a:solidFill>
                <a:prstClr val="black"/>
              </a:solidFill>
            </a:endParaRPr>
          </a:p>
        </p:txBody>
      </p:sp>
    </p:spTree>
    <p:extLst>
      <p:ext uri="{BB962C8B-B14F-4D97-AF65-F5344CB8AC3E}">
        <p14:creationId xmlns:p14="http://schemas.microsoft.com/office/powerpoint/2010/main" val="529673632"/>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40</a:t>
            </a:fld>
            <a:endParaRPr lang="en-US" dirty="0">
              <a:solidFill>
                <a:prstClr val="black"/>
              </a:solidFill>
            </a:endParaRPr>
          </a:p>
        </p:txBody>
      </p:sp>
    </p:spTree>
    <p:extLst>
      <p:ext uri="{BB962C8B-B14F-4D97-AF65-F5344CB8AC3E}">
        <p14:creationId xmlns:p14="http://schemas.microsoft.com/office/powerpoint/2010/main" val="1247699007"/>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41</a:t>
            </a:fld>
            <a:endParaRPr lang="en-US" dirty="0">
              <a:solidFill>
                <a:prstClr val="black"/>
              </a:solidFill>
            </a:endParaRPr>
          </a:p>
        </p:txBody>
      </p:sp>
    </p:spTree>
    <p:extLst>
      <p:ext uri="{BB962C8B-B14F-4D97-AF65-F5344CB8AC3E}">
        <p14:creationId xmlns:p14="http://schemas.microsoft.com/office/powerpoint/2010/main" val="257479955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42</a:t>
            </a:fld>
            <a:endParaRPr lang="en-US" dirty="0">
              <a:solidFill>
                <a:prstClr val="black"/>
              </a:solidFill>
            </a:endParaRPr>
          </a:p>
        </p:txBody>
      </p:sp>
    </p:spTree>
    <p:extLst>
      <p:ext uri="{BB962C8B-B14F-4D97-AF65-F5344CB8AC3E}">
        <p14:creationId xmlns:p14="http://schemas.microsoft.com/office/powerpoint/2010/main" val="386592786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43</a:t>
            </a:fld>
            <a:endParaRPr lang="en-US" dirty="0">
              <a:solidFill>
                <a:prstClr val="black"/>
              </a:solidFill>
            </a:endParaRPr>
          </a:p>
        </p:txBody>
      </p:sp>
    </p:spTree>
    <p:extLst>
      <p:ext uri="{BB962C8B-B14F-4D97-AF65-F5344CB8AC3E}">
        <p14:creationId xmlns:p14="http://schemas.microsoft.com/office/powerpoint/2010/main" val="2919721813"/>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44</a:t>
            </a:fld>
            <a:endParaRPr lang="en-US" dirty="0">
              <a:solidFill>
                <a:prstClr val="black"/>
              </a:solidFill>
            </a:endParaRPr>
          </a:p>
        </p:txBody>
      </p:sp>
    </p:spTree>
    <p:extLst>
      <p:ext uri="{BB962C8B-B14F-4D97-AF65-F5344CB8AC3E}">
        <p14:creationId xmlns:p14="http://schemas.microsoft.com/office/powerpoint/2010/main" val="1072332827"/>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45</a:t>
            </a:fld>
            <a:endParaRPr lang="en-US" dirty="0">
              <a:solidFill>
                <a:prstClr val="black"/>
              </a:solidFill>
            </a:endParaRPr>
          </a:p>
        </p:txBody>
      </p:sp>
    </p:spTree>
    <p:extLst>
      <p:ext uri="{BB962C8B-B14F-4D97-AF65-F5344CB8AC3E}">
        <p14:creationId xmlns:p14="http://schemas.microsoft.com/office/powerpoint/2010/main" val="2671169296"/>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46</a:t>
            </a:fld>
            <a:endParaRPr lang="en-US" dirty="0">
              <a:solidFill>
                <a:prstClr val="black"/>
              </a:solidFill>
            </a:endParaRPr>
          </a:p>
        </p:txBody>
      </p:sp>
    </p:spTree>
    <p:extLst>
      <p:ext uri="{BB962C8B-B14F-4D97-AF65-F5344CB8AC3E}">
        <p14:creationId xmlns:p14="http://schemas.microsoft.com/office/powerpoint/2010/main" val="2996794835"/>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47</a:t>
            </a:fld>
            <a:endParaRPr lang="en-US" dirty="0">
              <a:solidFill>
                <a:prstClr val="black"/>
              </a:solidFill>
            </a:endParaRPr>
          </a:p>
        </p:txBody>
      </p:sp>
    </p:spTree>
    <p:extLst>
      <p:ext uri="{BB962C8B-B14F-4D97-AF65-F5344CB8AC3E}">
        <p14:creationId xmlns:p14="http://schemas.microsoft.com/office/powerpoint/2010/main" val="1296461787"/>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52</a:t>
            </a:fld>
            <a:endParaRPr lang="en-US" dirty="0">
              <a:solidFill>
                <a:prstClr val="black"/>
              </a:solidFill>
            </a:endParaRPr>
          </a:p>
        </p:txBody>
      </p:sp>
    </p:spTree>
    <p:extLst>
      <p:ext uri="{BB962C8B-B14F-4D97-AF65-F5344CB8AC3E}">
        <p14:creationId xmlns:p14="http://schemas.microsoft.com/office/powerpoint/2010/main" val="439076941"/>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53</a:t>
            </a:fld>
            <a:endParaRPr lang="en-US" dirty="0">
              <a:solidFill>
                <a:prstClr val="black"/>
              </a:solidFill>
            </a:endParaRPr>
          </a:p>
        </p:txBody>
      </p:sp>
    </p:spTree>
    <p:extLst>
      <p:ext uri="{BB962C8B-B14F-4D97-AF65-F5344CB8AC3E}">
        <p14:creationId xmlns:p14="http://schemas.microsoft.com/office/powerpoint/2010/main" val="3916250927"/>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54</a:t>
            </a:fld>
            <a:endParaRPr lang="en-US" dirty="0">
              <a:solidFill>
                <a:prstClr val="black"/>
              </a:solidFill>
            </a:endParaRPr>
          </a:p>
        </p:txBody>
      </p:sp>
    </p:spTree>
    <p:extLst>
      <p:ext uri="{BB962C8B-B14F-4D97-AF65-F5344CB8AC3E}">
        <p14:creationId xmlns:p14="http://schemas.microsoft.com/office/powerpoint/2010/main" val="557457885"/>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55</a:t>
            </a:fld>
            <a:endParaRPr lang="en-US" dirty="0">
              <a:solidFill>
                <a:prstClr val="black"/>
              </a:solidFill>
            </a:endParaRPr>
          </a:p>
        </p:txBody>
      </p:sp>
    </p:spTree>
    <p:extLst>
      <p:ext uri="{BB962C8B-B14F-4D97-AF65-F5344CB8AC3E}">
        <p14:creationId xmlns:p14="http://schemas.microsoft.com/office/powerpoint/2010/main" val="1554279424"/>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56</a:t>
            </a:fld>
            <a:endParaRPr lang="en-US" dirty="0">
              <a:solidFill>
                <a:prstClr val="black"/>
              </a:solidFill>
            </a:endParaRPr>
          </a:p>
        </p:txBody>
      </p:sp>
    </p:spTree>
    <p:extLst>
      <p:ext uri="{BB962C8B-B14F-4D97-AF65-F5344CB8AC3E}">
        <p14:creationId xmlns:p14="http://schemas.microsoft.com/office/powerpoint/2010/main" val="644353071"/>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57</a:t>
            </a:fld>
            <a:endParaRPr lang="en-US" dirty="0">
              <a:solidFill>
                <a:prstClr val="black"/>
              </a:solidFill>
            </a:endParaRPr>
          </a:p>
        </p:txBody>
      </p:sp>
    </p:spTree>
    <p:extLst>
      <p:ext uri="{BB962C8B-B14F-4D97-AF65-F5344CB8AC3E}">
        <p14:creationId xmlns:p14="http://schemas.microsoft.com/office/powerpoint/2010/main" val="82369866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58</a:t>
            </a:fld>
            <a:endParaRPr lang="en-US" dirty="0">
              <a:solidFill>
                <a:prstClr val="black"/>
              </a:solidFill>
            </a:endParaRPr>
          </a:p>
        </p:txBody>
      </p:sp>
    </p:spTree>
    <p:extLst>
      <p:ext uri="{BB962C8B-B14F-4D97-AF65-F5344CB8AC3E}">
        <p14:creationId xmlns:p14="http://schemas.microsoft.com/office/powerpoint/2010/main" val="3950255065"/>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59</a:t>
            </a:fld>
            <a:endParaRPr lang="en-US" dirty="0">
              <a:solidFill>
                <a:prstClr val="black"/>
              </a:solidFill>
            </a:endParaRPr>
          </a:p>
        </p:txBody>
      </p:sp>
    </p:spTree>
    <p:extLst>
      <p:ext uri="{BB962C8B-B14F-4D97-AF65-F5344CB8AC3E}">
        <p14:creationId xmlns:p14="http://schemas.microsoft.com/office/powerpoint/2010/main" val="3644918561"/>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60</a:t>
            </a:fld>
            <a:endParaRPr lang="en-US" dirty="0">
              <a:solidFill>
                <a:prstClr val="black"/>
              </a:solidFill>
            </a:endParaRPr>
          </a:p>
        </p:txBody>
      </p:sp>
    </p:spTree>
    <p:extLst>
      <p:ext uri="{BB962C8B-B14F-4D97-AF65-F5344CB8AC3E}">
        <p14:creationId xmlns:p14="http://schemas.microsoft.com/office/powerpoint/2010/main" val="4193995902"/>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61</a:t>
            </a:fld>
            <a:endParaRPr lang="en-US" dirty="0">
              <a:solidFill>
                <a:prstClr val="black"/>
              </a:solidFill>
            </a:endParaRPr>
          </a:p>
        </p:txBody>
      </p:sp>
    </p:spTree>
    <p:extLst>
      <p:ext uri="{BB962C8B-B14F-4D97-AF65-F5344CB8AC3E}">
        <p14:creationId xmlns:p14="http://schemas.microsoft.com/office/powerpoint/2010/main" val="3162047222"/>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62</a:t>
            </a:fld>
            <a:endParaRPr lang="en-US" dirty="0">
              <a:solidFill>
                <a:prstClr val="black"/>
              </a:solidFill>
            </a:endParaRPr>
          </a:p>
        </p:txBody>
      </p:sp>
    </p:spTree>
    <p:extLst>
      <p:ext uri="{BB962C8B-B14F-4D97-AF65-F5344CB8AC3E}">
        <p14:creationId xmlns:p14="http://schemas.microsoft.com/office/powerpoint/2010/main" val="2004341831"/>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63</a:t>
            </a:fld>
            <a:endParaRPr lang="en-US" dirty="0">
              <a:solidFill>
                <a:prstClr val="black"/>
              </a:solidFill>
            </a:endParaRPr>
          </a:p>
        </p:txBody>
      </p:sp>
    </p:spTree>
    <p:extLst>
      <p:ext uri="{BB962C8B-B14F-4D97-AF65-F5344CB8AC3E}">
        <p14:creationId xmlns:p14="http://schemas.microsoft.com/office/powerpoint/2010/main" val="818143557"/>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solidFill>
                  <a:prstClr val="black"/>
                </a:solidFill>
              </a:rPr>
              <a:pPr/>
              <a:t>64</a:t>
            </a:fld>
            <a:endParaRPr lang="en-US" dirty="0">
              <a:solidFill>
                <a:prstClr val="black"/>
              </a:solidFill>
            </a:endParaRPr>
          </a:p>
        </p:txBody>
      </p:sp>
    </p:spTree>
    <p:extLst>
      <p:ext uri="{BB962C8B-B14F-4D97-AF65-F5344CB8AC3E}">
        <p14:creationId xmlns:p14="http://schemas.microsoft.com/office/powerpoint/2010/main" val="111117115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cSld name="Multi_Slide">
    <p:spTree>
      <p:nvGrpSpPr>
        <p:cNvPr id="1" name=""/>
        <p:cNvGrpSpPr/>
        <p:nvPr/>
      </p:nvGrpSpPr>
      <p:grpSpPr>
        <a:xfrm>
          <a:off x="0" y="0"/>
          <a:ext cx="0" cy="0"/>
          <a:chOff x="0" y="0"/>
          <a:chExt cx="0" cy="0"/>
        </a:xfrm>
      </p:grpSpPr>
      <p:sp>
        <p:nvSpPr>
          <p:cNvPr id="5" name="Content Placeholder 2"/>
          <p:cNvSpPr>
            <a:spLocks noGrp="1"/>
          </p:cNvSpPr>
          <p:nvPr>
            <p:ph idx="1"/>
          </p:nvPr>
        </p:nvSpPr>
        <p:spPr>
          <a:xfrm>
            <a:off x="632883" y="1797051"/>
            <a:ext cx="11040076" cy="4098595"/>
          </a:xfrm>
          <a:prstGeom prst="rect">
            <a:avLst/>
          </a:prstGeom>
        </p:spPr>
        <p:txBody>
          <a:bodyPr lIns="91420" tIns="45710" rIns="91420" bIns="45710">
            <a:noAutofit/>
          </a:bodyPr>
          <a:lstStyle>
            <a:lvl1pPr marL="380910" marR="0" indent="-380910" algn="ctr" defTabSz="609458" rtl="0" eaLnBrk="1" fontAlgn="auto" latinLnBrk="0" hangingPunct="1">
              <a:lnSpc>
                <a:spcPct val="100000"/>
              </a:lnSpc>
              <a:spcBef>
                <a:spcPct val="20000"/>
              </a:spcBef>
              <a:spcAft>
                <a:spcPts val="0"/>
              </a:spcAft>
              <a:buClrTx/>
              <a:buSzTx/>
              <a:buFont typeface="Arial"/>
              <a:buNone/>
              <a:tabLst/>
              <a:defRPr sz="2667" b="0" i="0" baseline="0">
                <a:solidFill>
                  <a:schemeClr val="bg1"/>
                </a:solidFill>
                <a:latin typeface="+mn-lt"/>
                <a:cs typeface="CiscoSans ExtraLight"/>
              </a:defRPr>
            </a:lvl1pPr>
          </a:lstStyle>
          <a:p>
            <a:pPr lvl="0"/>
            <a:r>
              <a:rPr lang="en-US"/>
              <a:t>Click to edit Master text styles</a:t>
            </a:r>
          </a:p>
        </p:txBody>
      </p:sp>
      <p:sp>
        <p:nvSpPr>
          <p:cNvPr id="4" name="Title Placeholder 5"/>
          <p:cNvSpPr>
            <a:spLocks noGrp="1"/>
          </p:cNvSpPr>
          <p:nvPr>
            <p:ph type="title"/>
          </p:nvPr>
        </p:nvSpPr>
        <p:spPr bwMode="auto">
          <a:xfrm>
            <a:off x="583688" y="455085"/>
            <a:ext cx="11127317" cy="97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rgbClr val="004C69"/>
                </a:solidFill>
              </a:defRPr>
            </a:lvl1pPr>
          </a:lstStyle>
          <a:p>
            <a:pPr lvl="0"/>
            <a:r>
              <a:rPr lang="en-US"/>
              <a:t>Click to edit Master title style</a:t>
            </a:r>
            <a:endParaRPr lang="en-GB" dirty="0"/>
          </a:p>
        </p:txBody>
      </p:sp>
    </p:spTree>
    <p:extLst>
      <p:ext uri="{BB962C8B-B14F-4D97-AF65-F5344CB8AC3E}">
        <p14:creationId xmlns:p14="http://schemas.microsoft.com/office/powerpoint/2010/main" val="41499341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4" name="Rectangle 4"/>
          <p:cNvSpPr>
            <a:spLocks noGrp="1" noChangeArrowheads="1"/>
          </p:cNvSpPr>
          <p:nvPr>
            <p:ph type="dt" sz="half" idx="10"/>
          </p:nvPr>
        </p:nvSpPr>
        <p:spPr>
          <a:ln/>
        </p:spPr>
        <p:txBody>
          <a:bodyPr/>
          <a:lstStyle>
            <a:lvl1pPr>
              <a:defRPr/>
            </a:lvl1pPr>
          </a:lstStyle>
          <a:p>
            <a:pPr>
              <a:defRPr/>
            </a:pPr>
            <a:fld id="{A9E7E5D2-54C1-46B9-BFF0-F980B991154B}" type="datetime1">
              <a:rPr lang="en-US">
                <a:solidFill>
                  <a:srgbClr val="000000"/>
                </a:solidFill>
              </a:rPr>
              <a:pPr>
                <a:defRPr/>
              </a:pPr>
              <a:t>9/10/2022</a:t>
            </a:fld>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r>
              <a:rPr lang="en-US">
                <a:solidFill>
                  <a:srgbClr val="000000"/>
                </a:solidFill>
              </a:rPr>
              <a:t>Introduction</a:t>
            </a:r>
          </a:p>
        </p:txBody>
      </p:sp>
      <p:sp>
        <p:nvSpPr>
          <p:cNvPr id="6" name="Rectangle 6"/>
          <p:cNvSpPr>
            <a:spLocks noGrp="1" noChangeArrowheads="1"/>
          </p:cNvSpPr>
          <p:nvPr>
            <p:ph type="sldNum" sz="quarter" idx="12"/>
          </p:nvPr>
        </p:nvSpPr>
        <p:spPr>
          <a:ln/>
        </p:spPr>
        <p:txBody>
          <a:bodyPr/>
          <a:lstStyle>
            <a:lvl1pPr>
              <a:defRPr/>
            </a:lvl1pPr>
          </a:lstStyle>
          <a:p>
            <a:pPr>
              <a:defRPr/>
            </a:pPr>
            <a:r>
              <a:rPr lang="en-US">
                <a:solidFill>
                  <a:srgbClr val="000000"/>
                </a:solidFill>
              </a:rPr>
              <a:t>2-</a:t>
            </a:r>
            <a:fld id="{8793C224-7832-4522-BDD2-BB4A5C4CE69C}"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19020801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fld id="{B8B9F772-B5F9-4485-8093-1C58D8E09F9F}" type="datetime1">
              <a:rPr lang="en-US">
                <a:solidFill>
                  <a:srgbClr val="000000"/>
                </a:solidFill>
              </a:rPr>
              <a:pPr>
                <a:defRPr/>
              </a:pPr>
              <a:t>9/10/2022</a:t>
            </a:fld>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r>
              <a:rPr lang="en-US">
                <a:solidFill>
                  <a:srgbClr val="000000"/>
                </a:solidFill>
              </a:rPr>
              <a:t>Introduction</a:t>
            </a:r>
          </a:p>
        </p:txBody>
      </p:sp>
      <p:sp>
        <p:nvSpPr>
          <p:cNvPr id="6" name="Rectangle 6"/>
          <p:cNvSpPr>
            <a:spLocks noGrp="1" noChangeArrowheads="1"/>
          </p:cNvSpPr>
          <p:nvPr>
            <p:ph type="sldNum" sz="quarter" idx="12"/>
          </p:nvPr>
        </p:nvSpPr>
        <p:spPr>
          <a:ln/>
        </p:spPr>
        <p:txBody>
          <a:bodyPr/>
          <a:lstStyle>
            <a:lvl1pPr>
              <a:defRPr/>
            </a:lvl1pPr>
          </a:lstStyle>
          <a:p>
            <a:pPr>
              <a:defRPr/>
            </a:pPr>
            <a:r>
              <a:rPr lang="en-US">
                <a:solidFill>
                  <a:srgbClr val="000000"/>
                </a:solidFill>
              </a:rPr>
              <a:t>2-</a:t>
            </a:r>
            <a:fld id="{3EE675D4-557A-44CE-A602-5DD4A6B4AACC}"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223224602"/>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fld id="{89C5E42D-72D9-4C3E-BBE0-ED03F6001AEF}" type="datetime1">
              <a:rPr lang="en-US">
                <a:solidFill>
                  <a:srgbClr val="000000"/>
                </a:solidFill>
              </a:rPr>
              <a:pPr>
                <a:defRPr/>
              </a:pPr>
              <a:t>9/10/2022</a:t>
            </a:fld>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r>
              <a:rPr lang="en-US">
                <a:solidFill>
                  <a:srgbClr val="000000"/>
                </a:solidFill>
              </a:rPr>
              <a:t>Introduction</a:t>
            </a:r>
          </a:p>
        </p:txBody>
      </p:sp>
      <p:sp>
        <p:nvSpPr>
          <p:cNvPr id="6" name="Rectangle 6"/>
          <p:cNvSpPr>
            <a:spLocks noGrp="1" noChangeArrowheads="1"/>
          </p:cNvSpPr>
          <p:nvPr>
            <p:ph type="sldNum" sz="quarter" idx="12"/>
          </p:nvPr>
        </p:nvSpPr>
        <p:spPr>
          <a:ln/>
        </p:spPr>
        <p:txBody>
          <a:bodyPr/>
          <a:lstStyle>
            <a:lvl1pPr>
              <a:defRPr/>
            </a:lvl1pPr>
          </a:lstStyle>
          <a:p>
            <a:pPr>
              <a:defRPr/>
            </a:pPr>
            <a:r>
              <a:rPr lang="en-US">
                <a:solidFill>
                  <a:srgbClr val="000000"/>
                </a:solidFill>
              </a:rPr>
              <a:t>2-</a:t>
            </a:r>
            <a:fld id="{332CAC79-B11F-4E2C-A58E-9C4C7B36495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37230399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711200" y="1611313"/>
            <a:ext cx="5080000" cy="4648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5994400" y="1611313"/>
            <a:ext cx="5080000" cy="4648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4"/>
          <p:cNvSpPr>
            <a:spLocks noGrp="1" noChangeArrowheads="1"/>
          </p:cNvSpPr>
          <p:nvPr>
            <p:ph type="dt" sz="half" idx="10"/>
          </p:nvPr>
        </p:nvSpPr>
        <p:spPr>
          <a:ln/>
        </p:spPr>
        <p:txBody>
          <a:bodyPr/>
          <a:lstStyle>
            <a:lvl1pPr>
              <a:defRPr/>
            </a:lvl1pPr>
          </a:lstStyle>
          <a:p>
            <a:pPr>
              <a:defRPr/>
            </a:pPr>
            <a:fld id="{704EBAF6-5D4A-49A3-9383-1C1EDE694D37}" type="datetime1">
              <a:rPr lang="en-US">
                <a:solidFill>
                  <a:srgbClr val="000000"/>
                </a:solidFill>
              </a:rPr>
              <a:pPr>
                <a:defRPr/>
              </a:pPr>
              <a:t>9/10/2022</a:t>
            </a:fld>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r>
              <a:rPr lang="en-US">
                <a:solidFill>
                  <a:srgbClr val="000000"/>
                </a:solidFill>
              </a:rPr>
              <a:t>Introduction</a:t>
            </a:r>
          </a:p>
        </p:txBody>
      </p:sp>
      <p:sp>
        <p:nvSpPr>
          <p:cNvPr id="7" name="Rectangle 6"/>
          <p:cNvSpPr>
            <a:spLocks noGrp="1" noChangeArrowheads="1"/>
          </p:cNvSpPr>
          <p:nvPr>
            <p:ph type="sldNum" sz="quarter" idx="12"/>
          </p:nvPr>
        </p:nvSpPr>
        <p:spPr>
          <a:ln/>
        </p:spPr>
        <p:txBody>
          <a:bodyPr/>
          <a:lstStyle>
            <a:lvl1pPr>
              <a:defRPr/>
            </a:lvl1pPr>
          </a:lstStyle>
          <a:p>
            <a:pPr>
              <a:defRPr/>
            </a:pPr>
            <a:r>
              <a:rPr lang="en-US">
                <a:solidFill>
                  <a:srgbClr val="000000"/>
                </a:solidFill>
              </a:rPr>
              <a:t>2-</a:t>
            </a:r>
            <a:fld id="{EC3CD4FA-E732-42C8-9DFD-A89B89B3BA64}"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87842436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4"/>
          <p:cNvSpPr>
            <a:spLocks noGrp="1" noChangeArrowheads="1"/>
          </p:cNvSpPr>
          <p:nvPr>
            <p:ph type="dt" sz="half" idx="10"/>
          </p:nvPr>
        </p:nvSpPr>
        <p:spPr>
          <a:ln/>
        </p:spPr>
        <p:txBody>
          <a:bodyPr/>
          <a:lstStyle>
            <a:lvl1pPr>
              <a:defRPr/>
            </a:lvl1pPr>
          </a:lstStyle>
          <a:p>
            <a:pPr>
              <a:defRPr/>
            </a:pPr>
            <a:fld id="{A7B54B03-1762-4148-8966-66A24A8F81F7}" type="datetime1">
              <a:rPr lang="en-US">
                <a:solidFill>
                  <a:srgbClr val="000000"/>
                </a:solidFill>
              </a:rPr>
              <a:pPr>
                <a:defRPr/>
              </a:pPr>
              <a:t>9/10/2022</a:t>
            </a:fld>
            <a:endParaRPr lang="en-US">
              <a:solidFill>
                <a:srgbClr val="000000"/>
              </a:solidFill>
            </a:endParaRPr>
          </a:p>
        </p:txBody>
      </p:sp>
      <p:sp>
        <p:nvSpPr>
          <p:cNvPr id="8" name="Rectangle 5"/>
          <p:cNvSpPr>
            <a:spLocks noGrp="1" noChangeArrowheads="1"/>
          </p:cNvSpPr>
          <p:nvPr>
            <p:ph type="ftr" sz="quarter" idx="11"/>
          </p:nvPr>
        </p:nvSpPr>
        <p:spPr>
          <a:ln/>
        </p:spPr>
        <p:txBody>
          <a:bodyPr/>
          <a:lstStyle>
            <a:lvl1pPr>
              <a:defRPr/>
            </a:lvl1pPr>
          </a:lstStyle>
          <a:p>
            <a:pPr>
              <a:defRPr/>
            </a:pPr>
            <a:r>
              <a:rPr lang="en-US">
                <a:solidFill>
                  <a:srgbClr val="000000"/>
                </a:solidFill>
              </a:rPr>
              <a:t>Introduction</a:t>
            </a:r>
          </a:p>
        </p:txBody>
      </p:sp>
      <p:sp>
        <p:nvSpPr>
          <p:cNvPr id="9" name="Rectangle 6"/>
          <p:cNvSpPr>
            <a:spLocks noGrp="1" noChangeArrowheads="1"/>
          </p:cNvSpPr>
          <p:nvPr>
            <p:ph type="sldNum" sz="quarter" idx="12"/>
          </p:nvPr>
        </p:nvSpPr>
        <p:spPr>
          <a:ln/>
        </p:spPr>
        <p:txBody>
          <a:bodyPr/>
          <a:lstStyle>
            <a:lvl1pPr>
              <a:defRPr/>
            </a:lvl1pPr>
          </a:lstStyle>
          <a:p>
            <a:pPr>
              <a:defRPr/>
            </a:pPr>
            <a:r>
              <a:rPr lang="en-US">
                <a:solidFill>
                  <a:srgbClr val="000000"/>
                </a:solidFill>
              </a:rPr>
              <a:t>2-</a:t>
            </a:r>
            <a:fld id="{2A8C2DEC-60F0-4E28-9748-7A4134007697}"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6581801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4"/>
          <p:cNvSpPr>
            <a:spLocks noGrp="1" noChangeArrowheads="1"/>
          </p:cNvSpPr>
          <p:nvPr>
            <p:ph type="dt" sz="half" idx="10"/>
          </p:nvPr>
        </p:nvSpPr>
        <p:spPr>
          <a:ln/>
        </p:spPr>
        <p:txBody>
          <a:bodyPr/>
          <a:lstStyle>
            <a:lvl1pPr>
              <a:defRPr/>
            </a:lvl1pPr>
          </a:lstStyle>
          <a:p>
            <a:pPr>
              <a:defRPr/>
            </a:pPr>
            <a:fld id="{02BC59BF-589F-4B10-AB22-9A66299C79F6}" type="datetime1">
              <a:rPr lang="en-US">
                <a:solidFill>
                  <a:srgbClr val="000000"/>
                </a:solidFill>
              </a:rPr>
              <a:pPr>
                <a:defRPr/>
              </a:pPr>
              <a:t>9/10/2022</a:t>
            </a:fld>
            <a:endParaRPr lang="en-US">
              <a:solidFill>
                <a:srgbClr val="000000"/>
              </a:solidFill>
            </a:endParaRPr>
          </a:p>
        </p:txBody>
      </p:sp>
      <p:sp>
        <p:nvSpPr>
          <p:cNvPr id="4" name="Rectangle 5"/>
          <p:cNvSpPr>
            <a:spLocks noGrp="1" noChangeArrowheads="1"/>
          </p:cNvSpPr>
          <p:nvPr>
            <p:ph type="ftr" sz="quarter" idx="11"/>
          </p:nvPr>
        </p:nvSpPr>
        <p:spPr>
          <a:ln/>
        </p:spPr>
        <p:txBody>
          <a:bodyPr/>
          <a:lstStyle>
            <a:lvl1pPr>
              <a:defRPr/>
            </a:lvl1pPr>
          </a:lstStyle>
          <a:p>
            <a:pPr>
              <a:defRPr/>
            </a:pPr>
            <a:r>
              <a:rPr lang="en-US">
                <a:solidFill>
                  <a:srgbClr val="000000"/>
                </a:solidFill>
              </a:rPr>
              <a:t>Introduction</a:t>
            </a:r>
          </a:p>
        </p:txBody>
      </p:sp>
      <p:sp>
        <p:nvSpPr>
          <p:cNvPr id="5" name="Rectangle 6"/>
          <p:cNvSpPr>
            <a:spLocks noGrp="1" noChangeArrowheads="1"/>
          </p:cNvSpPr>
          <p:nvPr>
            <p:ph type="sldNum" sz="quarter" idx="12"/>
          </p:nvPr>
        </p:nvSpPr>
        <p:spPr>
          <a:ln/>
        </p:spPr>
        <p:txBody>
          <a:bodyPr/>
          <a:lstStyle>
            <a:lvl1pPr>
              <a:defRPr/>
            </a:lvl1pPr>
          </a:lstStyle>
          <a:p>
            <a:pPr>
              <a:defRPr/>
            </a:pPr>
            <a:r>
              <a:rPr lang="en-US">
                <a:solidFill>
                  <a:srgbClr val="000000"/>
                </a:solidFill>
              </a:rPr>
              <a:t>2-</a:t>
            </a:r>
            <a:fld id="{7B5660BF-E205-464C-8309-EE40A8933B9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08618384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pPr>
              <a:defRPr/>
            </a:pPr>
            <a:fld id="{5E4BE181-F174-4CE4-8BC3-93372EFC3D2E}" type="datetime1">
              <a:rPr lang="en-US">
                <a:solidFill>
                  <a:srgbClr val="000000"/>
                </a:solidFill>
              </a:rPr>
              <a:pPr>
                <a:defRPr/>
              </a:pPr>
              <a:t>9/10/2022</a:t>
            </a:fld>
            <a:endParaRPr lang="en-US">
              <a:solidFill>
                <a:srgbClr val="000000"/>
              </a:solidFill>
            </a:endParaRPr>
          </a:p>
        </p:txBody>
      </p:sp>
      <p:sp>
        <p:nvSpPr>
          <p:cNvPr id="3" name="Footer Placeholder 2"/>
          <p:cNvSpPr>
            <a:spLocks noGrp="1"/>
          </p:cNvSpPr>
          <p:nvPr>
            <p:ph type="ftr" sz="quarter" idx="11"/>
          </p:nvPr>
        </p:nvSpPr>
        <p:spPr/>
        <p:txBody>
          <a:bodyPr/>
          <a:lstStyle>
            <a:lvl1pPr>
              <a:defRPr/>
            </a:lvl1pPr>
          </a:lstStyle>
          <a:p>
            <a:pPr>
              <a:defRPr/>
            </a:pPr>
            <a:r>
              <a:rPr lang="en-US">
                <a:solidFill>
                  <a:srgbClr val="000000"/>
                </a:solidFill>
              </a:rPr>
              <a:t>Introduction</a:t>
            </a:r>
          </a:p>
        </p:txBody>
      </p:sp>
      <p:sp>
        <p:nvSpPr>
          <p:cNvPr id="4" name="Slide Number Placeholder 3"/>
          <p:cNvSpPr>
            <a:spLocks noGrp="1"/>
          </p:cNvSpPr>
          <p:nvPr>
            <p:ph type="sldNum" sz="quarter" idx="12"/>
          </p:nvPr>
        </p:nvSpPr>
        <p:spPr/>
        <p:txBody>
          <a:bodyPr/>
          <a:lstStyle>
            <a:lvl1pPr>
              <a:defRPr/>
            </a:lvl1pPr>
          </a:lstStyle>
          <a:p>
            <a:pPr>
              <a:defRPr/>
            </a:pPr>
            <a:r>
              <a:rPr lang="en-US">
                <a:solidFill>
                  <a:srgbClr val="000000"/>
                </a:solidFill>
              </a:rPr>
              <a:t>1-</a:t>
            </a:r>
            <a:fld id="{374691CE-044E-4E8D-8802-AE8864F9EEDE}"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663574201"/>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a:defRPr/>
            </a:lvl1pPr>
          </a:lstStyle>
          <a:p>
            <a:pPr>
              <a:defRPr/>
            </a:pPr>
            <a:fld id="{2E88C410-9EED-421F-B4D9-11E36DBFBC79}" type="datetime1">
              <a:rPr lang="en-US">
                <a:solidFill>
                  <a:srgbClr val="000000"/>
                </a:solidFill>
              </a:rPr>
              <a:pPr>
                <a:defRPr/>
              </a:pPr>
              <a:t>9/10/2022</a:t>
            </a:fld>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pPr>
              <a:defRPr/>
            </a:pPr>
            <a:r>
              <a:rPr lang="en-US">
                <a:solidFill>
                  <a:srgbClr val="000000"/>
                </a:solidFill>
              </a:rPr>
              <a:t>Introduction</a:t>
            </a:r>
          </a:p>
        </p:txBody>
      </p:sp>
      <p:sp>
        <p:nvSpPr>
          <p:cNvPr id="7" name="Slide Number Placeholder 6"/>
          <p:cNvSpPr>
            <a:spLocks noGrp="1"/>
          </p:cNvSpPr>
          <p:nvPr>
            <p:ph type="sldNum" sz="quarter" idx="12"/>
          </p:nvPr>
        </p:nvSpPr>
        <p:spPr/>
        <p:txBody>
          <a:bodyPr/>
          <a:lstStyle>
            <a:lvl1pPr>
              <a:defRPr/>
            </a:lvl1pPr>
          </a:lstStyle>
          <a:p>
            <a:pPr>
              <a:defRPr/>
            </a:pPr>
            <a:r>
              <a:rPr lang="en-US">
                <a:solidFill>
                  <a:srgbClr val="000000"/>
                </a:solidFill>
              </a:rPr>
              <a:t>1-</a:t>
            </a:r>
            <a:fld id="{DF678C10-2276-4138-9BFE-8AF24E452E0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4419943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fld id="{CAD42C4D-4715-48A9-8643-6FC467265391}" type="datetime1">
              <a:rPr lang="en-US">
                <a:solidFill>
                  <a:srgbClr val="000000"/>
                </a:solidFill>
              </a:rPr>
              <a:pPr>
                <a:defRPr/>
              </a:pPr>
              <a:t>9/10/2022</a:t>
            </a:fld>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r>
              <a:rPr lang="en-US">
                <a:solidFill>
                  <a:srgbClr val="000000"/>
                </a:solidFill>
              </a:rPr>
              <a:t>Introduction</a:t>
            </a:r>
          </a:p>
        </p:txBody>
      </p:sp>
      <p:sp>
        <p:nvSpPr>
          <p:cNvPr id="7" name="Rectangle 6"/>
          <p:cNvSpPr>
            <a:spLocks noGrp="1" noChangeArrowheads="1"/>
          </p:cNvSpPr>
          <p:nvPr>
            <p:ph type="sldNum" sz="quarter" idx="12"/>
          </p:nvPr>
        </p:nvSpPr>
        <p:spPr>
          <a:ln/>
        </p:spPr>
        <p:txBody>
          <a:bodyPr/>
          <a:lstStyle>
            <a:lvl1pPr>
              <a:defRPr/>
            </a:lvl1pPr>
          </a:lstStyle>
          <a:p>
            <a:pPr>
              <a:defRPr/>
            </a:pPr>
            <a:r>
              <a:rPr lang="en-US">
                <a:solidFill>
                  <a:srgbClr val="000000"/>
                </a:solidFill>
              </a:rPr>
              <a:t>2-</a:t>
            </a:r>
            <a:fld id="{1DF13146-B040-4A60-B34B-9DA9A7846D41}"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279186133"/>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pPr>
              <a:defRPr/>
            </a:pPr>
            <a:fld id="{DFE1407F-E85A-4C98-9526-A6AE6F7EA480}" type="datetime1">
              <a:rPr lang="en-US">
                <a:solidFill>
                  <a:srgbClr val="000000"/>
                </a:solidFill>
              </a:rPr>
              <a:pPr>
                <a:defRPr/>
              </a:pPr>
              <a:t>9/10/2022</a:t>
            </a:fld>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pPr>
              <a:defRPr/>
            </a:pPr>
            <a:r>
              <a:rPr lang="en-US">
                <a:solidFill>
                  <a:srgbClr val="000000"/>
                </a:solidFill>
              </a:rPr>
              <a:t>Introduction</a:t>
            </a:r>
          </a:p>
        </p:txBody>
      </p:sp>
      <p:sp>
        <p:nvSpPr>
          <p:cNvPr id="6" name="Slide Number Placeholder 5"/>
          <p:cNvSpPr>
            <a:spLocks noGrp="1"/>
          </p:cNvSpPr>
          <p:nvPr>
            <p:ph type="sldNum" sz="quarter" idx="12"/>
          </p:nvPr>
        </p:nvSpPr>
        <p:spPr/>
        <p:txBody>
          <a:bodyPr/>
          <a:lstStyle>
            <a:lvl1pPr>
              <a:defRPr/>
            </a:lvl1pPr>
          </a:lstStyle>
          <a:p>
            <a:pPr>
              <a:defRPr/>
            </a:pPr>
            <a:r>
              <a:rPr lang="en-US">
                <a:solidFill>
                  <a:srgbClr val="000000"/>
                </a:solidFill>
              </a:rPr>
              <a:t>1-</a:t>
            </a:r>
            <a:fld id="{EE7FE3F1-EB3A-4D51-A34C-6689936700C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63310327"/>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483600" y="228601"/>
            <a:ext cx="2590800" cy="6030913"/>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711200" y="228601"/>
            <a:ext cx="7569200" cy="6030913"/>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pPr>
              <a:defRPr/>
            </a:pPr>
            <a:fld id="{047BF0AF-EA14-4533-ABFB-5374C7D0106C}" type="datetime1">
              <a:rPr lang="en-US">
                <a:solidFill>
                  <a:srgbClr val="000000"/>
                </a:solidFill>
              </a:rPr>
              <a:pPr>
                <a:defRPr/>
              </a:pPr>
              <a:t>9/10/2022</a:t>
            </a:fld>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pPr>
              <a:defRPr/>
            </a:pPr>
            <a:r>
              <a:rPr lang="en-US">
                <a:solidFill>
                  <a:srgbClr val="000000"/>
                </a:solidFill>
              </a:rPr>
              <a:t>Introduction</a:t>
            </a:r>
          </a:p>
        </p:txBody>
      </p:sp>
      <p:sp>
        <p:nvSpPr>
          <p:cNvPr id="6" name="Slide Number Placeholder 5"/>
          <p:cNvSpPr>
            <a:spLocks noGrp="1"/>
          </p:cNvSpPr>
          <p:nvPr>
            <p:ph type="sldNum" sz="quarter" idx="12"/>
          </p:nvPr>
        </p:nvSpPr>
        <p:spPr/>
        <p:txBody>
          <a:bodyPr/>
          <a:lstStyle>
            <a:lvl1pPr>
              <a:defRPr/>
            </a:lvl1pPr>
          </a:lstStyle>
          <a:p>
            <a:pPr>
              <a:defRPr/>
            </a:pPr>
            <a:r>
              <a:rPr lang="en-US">
                <a:solidFill>
                  <a:srgbClr val="000000"/>
                </a:solidFill>
              </a:rPr>
              <a:t>1-</a:t>
            </a:r>
            <a:fld id="{93394F71-A0EF-4328-9B4C-2FAFD5A0EBE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622883025"/>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711200" y="228600"/>
            <a:ext cx="10363200" cy="1143000"/>
          </a:xfrm>
        </p:spPr>
        <p:txBody>
          <a:bodyPr/>
          <a:lstStyle/>
          <a:p>
            <a:r>
              <a:rPr lang="en-US" smtClean="0"/>
              <a:t>Click to edit Master title style</a:t>
            </a:r>
            <a:endParaRPr lang="en-US"/>
          </a:p>
        </p:txBody>
      </p:sp>
      <p:sp>
        <p:nvSpPr>
          <p:cNvPr id="3" name="Content Placeholder 2"/>
          <p:cNvSpPr>
            <a:spLocks noGrp="1"/>
          </p:cNvSpPr>
          <p:nvPr>
            <p:ph sz="half" idx="1"/>
          </p:nvPr>
        </p:nvSpPr>
        <p:spPr>
          <a:xfrm>
            <a:off x="711200" y="1611313"/>
            <a:ext cx="5080000" cy="46482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quarter" idx="2"/>
          </p:nvPr>
        </p:nvSpPr>
        <p:spPr>
          <a:xfrm>
            <a:off x="5994400" y="1611313"/>
            <a:ext cx="5080000" cy="22479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Content Placeholder 4"/>
          <p:cNvSpPr>
            <a:spLocks noGrp="1"/>
          </p:cNvSpPr>
          <p:nvPr>
            <p:ph sz="quarter" idx="3"/>
          </p:nvPr>
        </p:nvSpPr>
        <p:spPr>
          <a:xfrm>
            <a:off x="5994400" y="4011613"/>
            <a:ext cx="5080000" cy="22479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Date Placeholder 5"/>
          <p:cNvSpPr>
            <a:spLocks noGrp="1"/>
          </p:cNvSpPr>
          <p:nvPr>
            <p:ph type="dt" sz="half" idx="10"/>
          </p:nvPr>
        </p:nvSpPr>
        <p:spPr/>
        <p:txBody>
          <a:bodyPr/>
          <a:lstStyle>
            <a:lvl1pPr>
              <a:defRPr/>
            </a:lvl1pPr>
          </a:lstStyle>
          <a:p>
            <a:pPr>
              <a:defRPr/>
            </a:pPr>
            <a:fld id="{EFCA2322-715F-4B46-88A6-3241B6C9EEF3}" type="datetime1">
              <a:rPr lang="en-US">
                <a:solidFill>
                  <a:srgbClr val="000000"/>
                </a:solidFill>
              </a:rPr>
              <a:pPr>
                <a:defRPr/>
              </a:pPr>
              <a:t>9/10/2022</a:t>
            </a:fld>
            <a:endParaRPr lang="en-US">
              <a:solidFill>
                <a:srgbClr val="000000"/>
              </a:solidFill>
            </a:endParaRPr>
          </a:p>
        </p:txBody>
      </p:sp>
      <p:sp>
        <p:nvSpPr>
          <p:cNvPr id="7" name="Footer Placeholder 6"/>
          <p:cNvSpPr>
            <a:spLocks noGrp="1"/>
          </p:cNvSpPr>
          <p:nvPr>
            <p:ph type="ftr" sz="quarter" idx="11"/>
          </p:nvPr>
        </p:nvSpPr>
        <p:spPr/>
        <p:txBody>
          <a:bodyPr/>
          <a:lstStyle>
            <a:lvl1pPr>
              <a:defRPr/>
            </a:lvl1pPr>
          </a:lstStyle>
          <a:p>
            <a:pPr>
              <a:defRPr/>
            </a:pPr>
            <a:r>
              <a:rPr lang="en-US">
                <a:solidFill>
                  <a:srgbClr val="000000"/>
                </a:solidFill>
              </a:rPr>
              <a:t>Introduction</a:t>
            </a:r>
          </a:p>
        </p:txBody>
      </p:sp>
      <p:sp>
        <p:nvSpPr>
          <p:cNvPr id="8" name="Slide Number Placeholder 7"/>
          <p:cNvSpPr>
            <a:spLocks noGrp="1"/>
          </p:cNvSpPr>
          <p:nvPr>
            <p:ph type="sldNum" sz="quarter" idx="12"/>
          </p:nvPr>
        </p:nvSpPr>
        <p:spPr/>
        <p:txBody>
          <a:bodyPr/>
          <a:lstStyle>
            <a:lvl1pPr>
              <a:defRPr/>
            </a:lvl1pPr>
          </a:lstStyle>
          <a:p>
            <a:pPr>
              <a:defRPr/>
            </a:pPr>
            <a:r>
              <a:rPr lang="en-US">
                <a:solidFill>
                  <a:srgbClr val="000000"/>
                </a:solidFill>
              </a:rPr>
              <a:t>1</a:t>
            </a:r>
            <a:fld id="{95AF20B9-F549-4459-B322-84CE730D69E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603142899"/>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a:t>
            </a:fld>
            <a:endParaRPr lang="en-US" dirty="0">
              <a:solidFill>
                <a:prstClr val="white">
                  <a:lumMod val="50000"/>
                </a:prstClr>
              </a:solidFill>
            </a:endParaRPr>
          </a:p>
        </p:txBody>
      </p:sp>
    </p:spTree>
    <p:extLst>
      <p:ext uri="{BB962C8B-B14F-4D97-AF65-F5344CB8AC3E}">
        <p14:creationId xmlns:p14="http://schemas.microsoft.com/office/powerpoint/2010/main" val="7855189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a:t>
            </a:fld>
            <a:endParaRPr lang="en-US" dirty="0">
              <a:solidFill>
                <a:prstClr val="white">
                  <a:lumMod val="50000"/>
                </a:prstClr>
              </a:solidFill>
            </a:endParaRPr>
          </a:p>
        </p:txBody>
      </p:sp>
    </p:spTree>
    <p:extLst>
      <p:ext uri="{BB962C8B-B14F-4D97-AF65-F5344CB8AC3E}">
        <p14:creationId xmlns:p14="http://schemas.microsoft.com/office/powerpoint/2010/main" val="8179154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a:t>
            </a:fld>
            <a:endParaRPr lang="en-US" dirty="0">
              <a:solidFill>
                <a:prstClr val="white">
                  <a:lumMod val="50000"/>
                </a:prstClr>
              </a:solidFill>
            </a:endParaRPr>
          </a:p>
        </p:txBody>
      </p:sp>
    </p:spTree>
    <p:extLst>
      <p:ext uri="{BB962C8B-B14F-4D97-AF65-F5344CB8AC3E}">
        <p14:creationId xmlns:p14="http://schemas.microsoft.com/office/powerpoint/2010/main" val="23502220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a:t>
            </a:fld>
            <a:endParaRPr lang="en-US" dirty="0">
              <a:solidFill>
                <a:prstClr val="white">
                  <a:lumMod val="50000"/>
                </a:prstClr>
              </a:solidFill>
            </a:endParaRPr>
          </a:p>
        </p:txBody>
      </p:sp>
    </p:spTree>
    <p:extLst>
      <p:ext uri="{BB962C8B-B14F-4D97-AF65-F5344CB8AC3E}">
        <p14:creationId xmlns:p14="http://schemas.microsoft.com/office/powerpoint/2010/main" val="17635032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a:t>
            </a:fld>
            <a:endParaRPr lang="en-US" dirty="0">
              <a:solidFill>
                <a:prstClr val="white">
                  <a:lumMod val="50000"/>
                </a:prstClr>
              </a:solidFill>
            </a:endParaRPr>
          </a:p>
        </p:txBody>
      </p:sp>
    </p:spTree>
    <p:extLst>
      <p:ext uri="{BB962C8B-B14F-4D97-AF65-F5344CB8AC3E}">
        <p14:creationId xmlns:p14="http://schemas.microsoft.com/office/powerpoint/2010/main" val="27547140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a:t>
            </a:fld>
            <a:endParaRPr lang="en-US" dirty="0">
              <a:solidFill>
                <a:prstClr val="white">
                  <a:lumMod val="50000"/>
                </a:prstClr>
              </a:solidFill>
            </a:endParaRPr>
          </a:p>
        </p:txBody>
      </p:sp>
    </p:spTree>
    <p:extLst>
      <p:ext uri="{BB962C8B-B14F-4D97-AF65-F5344CB8AC3E}">
        <p14:creationId xmlns:p14="http://schemas.microsoft.com/office/powerpoint/2010/main" val="201380924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a:t>
            </a:fld>
            <a:endParaRPr lang="en-US" dirty="0">
              <a:solidFill>
                <a:prstClr val="white">
                  <a:lumMod val="50000"/>
                </a:prstClr>
              </a:solidFill>
            </a:endParaRPr>
          </a:p>
        </p:txBody>
      </p:sp>
    </p:spTree>
    <p:extLst>
      <p:ext uri="{BB962C8B-B14F-4D97-AF65-F5344CB8AC3E}">
        <p14:creationId xmlns:p14="http://schemas.microsoft.com/office/powerpoint/2010/main" val="28734553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a:t>
            </a:fld>
            <a:endParaRPr lang="en-US" dirty="0">
              <a:solidFill>
                <a:prstClr val="white">
                  <a:lumMod val="50000"/>
                </a:prstClr>
              </a:solidFill>
            </a:endParaRPr>
          </a:p>
        </p:txBody>
      </p:sp>
    </p:spTree>
    <p:extLst>
      <p:ext uri="{BB962C8B-B14F-4D97-AF65-F5344CB8AC3E}">
        <p14:creationId xmlns:p14="http://schemas.microsoft.com/office/powerpoint/2010/main" val="7128101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3.xml"/><Relationship Id="rId13" Type="http://schemas.openxmlformats.org/officeDocument/2006/relationships/theme" Target="../theme/theme2.xml"/><Relationship Id="rId3" Type="http://schemas.openxmlformats.org/officeDocument/2006/relationships/slideLayout" Target="../slideLayouts/slideLayout8.xml"/><Relationship Id="rId7" Type="http://schemas.openxmlformats.org/officeDocument/2006/relationships/slideLayout" Target="../slideLayouts/slideLayout12.xml"/><Relationship Id="rId12" Type="http://schemas.openxmlformats.org/officeDocument/2006/relationships/slideLayout" Target="../slideLayouts/slideLayout17.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slideLayout" Target="../slideLayouts/slideLayout11.xml"/><Relationship Id="rId11" Type="http://schemas.openxmlformats.org/officeDocument/2006/relationships/slideLayout" Target="../slideLayouts/slideLayout16.xml"/><Relationship Id="rId5" Type="http://schemas.openxmlformats.org/officeDocument/2006/relationships/slideLayout" Target="../slideLayouts/slideLayout10.xml"/><Relationship Id="rId10" Type="http://schemas.openxmlformats.org/officeDocument/2006/relationships/slideLayout" Target="../slideLayouts/slideLayout15.xml"/><Relationship Id="rId4" Type="http://schemas.openxmlformats.org/officeDocument/2006/relationships/slideLayout" Target="../slideLayouts/slideLayout9.xml"/><Relationship Id="rId9" Type="http://schemas.openxmlformats.org/officeDocument/2006/relationships/slideLayout" Target="../slideLayouts/slideLayout14.xml"/></Relationships>
</file>

<file path=ppt/slideMasters/_rels/slideMaster3.xml.rels><?xml version="1.0" encoding="UTF-8" standalone="yes"?>
<Relationships xmlns="http://schemas.openxmlformats.org/package/2006/relationships"><Relationship Id="rId3" Type="http://schemas.openxmlformats.org/officeDocument/2006/relationships/slideLayout" Target="../slideLayouts/slideLayout20.xml"/><Relationship Id="rId2" Type="http://schemas.openxmlformats.org/officeDocument/2006/relationships/slideLayout" Target="../slideLayouts/slideLayout19.xml"/><Relationship Id="rId1" Type="http://schemas.openxmlformats.org/officeDocument/2006/relationships/slideLayout" Target="../slideLayouts/slideLayout18.xml"/><Relationship Id="rId5" Type="http://schemas.openxmlformats.org/officeDocument/2006/relationships/theme" Target="../theme/theme3.xml"/><Relationship Id="rId4" Type="http://schemas.openxmlformats.org/officeDocument/2006/relationships/slideLayout" Target="../slideLayouts/slideLayout21.xml"/></Relationships>
</file>

<file path=ppt/slideMasters/_rels/slideMaster4.xml.rels><?xml version="1.0" encoding="UTF-8" standalone="yes"?>
<Relationships xmlns="http://schemas.openxmlformats.org/package/2006/relationships"><Relationship Id="rId3" Type="http://schemas.openxmlformats.org/officeDocument/2006/relationships/slideLayout" Target="../slideLayouts/slideLayout24.xml"/><Relationship Id="rId2" Type="http://schemas.openxmlformats.org/officeDocument/2006/relationships/slideLayout" Target="../slideLayouts/slideLayout23.xml"/><Relationship Id="rId1" Type="http://schemas.openxmlformats.org/officeDocument/2006/relationships/slideLayout" Target="../slideLayouts/slideLayout22.xml"/><Relationship Id="rId5" Type="http://schemas.openxmlformats.org/officeDocument/2006/relationships/theme" Target="../theme/theme4.xml"/><Relationship Id="rId4" Type="http://schemas.openxmlformats.org/officeDocument/2006/relationships/slideLayout" Target="../slideLayouts/slideLayout2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 id="2147483678" r:id="rId5"/>
  </p:sldLayoutIdLs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711200" y="228600"/>
            <a:ext cx="103632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smtClean="0"/>
              <a:t>Click to edit master title style</a:t>
            </a:r>
          </a:p>
        </p:txBody>
      </p:sp>
      <p:sp>
        <p:nvSpPr>
          <p:cNvPr id="1027" name="Rectangle 3"/>
          <p:cNvSpPr>
            <a:spLocks noGrp="1" noChangeArrowheads="1"/>
          </p:cNvSpPr>
          <p:nvPr>
            <p:ph type="body" idx="1"/>
          </p:nvPr>
        </p:nvSpPr>
        <p:spPr bwMode="auto">
          <a:xfrm>
            <a:off x="711200" y="1611313"/>
            <a:ext cx="10363200"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1028" name="Rectangle 4"/>
          <p:cNvSpPr>
            <a:spLocks noGrp="1" noChangeArrowheads="1"/>
          </p:cNvSpPr>
          <p:nvPr>
            <p:ph type="dt" sz="half" idx="2"/>
          </p:nvPr>
        </p:nvSpPr>
        <p:spPr bwMode="auto">
          <a:xfrm>
            <a:off x="914400" y="6248400"/>
            <a:ext cx="2540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0" hangingPunct="0">
              <a:defRPr sz="1400">
                <a:latin typeface="Times New Roman" pitchFamily="18" charset="0"/>
              </a:defRPr>
            </a:lvl1pPr>
          </a:lstStyle>
          <a:p>
            <a:pPr fontAlgn="base">
              <a:spcBef>
                <a:spcPct val="0"/>
              </a:spcBef>
              <a:spcAft>
                <a:spcPct val="0"/>
              </a:spcAft>
              <a:defRPr/>
            </a:pPr>
            <a:fld id="{E0C60132-7770-4B5C-B292-468C3AAC95C1}" type="datetime1">
              <a:rPr lang="en-US">
                <a:solidFill>
                  <a:srgbClr val="000000"/>
                </a:solidFill>
                <a:ea typeface="ＭＳ Ｐゴシック" panose="020B0600070205080204" pitchFamily="34" charset="-128"/>
              </a:rPr>
              <a:pPr fontAlgn="base">
                <a:spcBef>
                  <a:spcPct val="0"/>
                </a:spcBef>
                <a:spcAft>
                  <a:spcPct val="0"/>
                </a:spcAft>
                <a:defRPr/>
              </a:pPr>
              <a:t>9/10/2022</a:t>
            </a:fld>
            <a:endParaRPr lang="en-US">
              <a:solidFill>
                <a:srgbClr val="000000"/>
              </a:solidFill>
              <a:ea typeface="ＭＳ Ｐゴシック" panose="020B0600070205080204" pitchFamily="34" charset="-128"/>
            </a:endParaRPr>
          </a:p>
        </p:txBody>
      </p:sp>
      <p:sp>
        <p:nvSpPr>
          <p:cNvPr id="195589" name="Rectangle 5"/>
          <p:cNvSpPr>
            <a:spLocks noGrp="1" noChangeArrowheads="1"/>
          </p:cNvSpPr>
          <p:nvPr>
            <p:ph type="ftr" sz="quarter" idx="3"/>
          </p:nvPr>
        </p:nvSpPr>
        <p:spPr bwMode="auto">
          <a:xfrm>
            <a:off x="7435851" y="6467475"/>
            <a:ext cx="3860800" cy="2873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0" hangingPunct="0">
              <a:defRPr sz="1200">
                <a:latin typeface="Tahoma" pitchFamily="34" charset="0"/>
                <a:ea typeface="+mn-ea"/>
                <a:cs typeface="+mn-cs"/>
              </a:defRPr>
            </a:lvl1pPr>
          </a:lstStyle>
          <a:p>
            <a:pPr fontAlgn="base">
              <a:spcBef>
                <a:spcPct val="0"/>
              </a:spcBef>
              <a:spcAft>
                <a:spcPct val="0"/>
              </a:spcAft>
              <a:defRPr/>
            </a:pPr>
            <a:r>
              <a:rPr lang="en-US">
                <a:solidFill>
                  <a:srgbClr val="000000"/>
                </a:solidFill>
              </a:rPr>
              <a:t>Introduction</a:t>
            </a:r>
          </a:p>
        </p:txBody>
      </p:sp>
      <p:sp>
        <p:nvSpPr>
          <p:cNvPr id="195590" name="Rectangle 6"/>
          <p:cNvSpPr>
            <a:spLocks noGrp="1" noChangeArrowheads="1"/>
          </p:cNvSpPr>
          <p:nvPr>
            <p:ph type="sldNum" sz="quarter" idx="4"/>
          </p:nvPr>
        </p:nvSpPr>
        <p:spPr bwMode="auto">
          <a:xfrm>
            <a:off x="11099801" y="6462714"/>
            <a:ext cx="901700" cy="2762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0" hangingPunct="0">
              <a:defRPr sz="1200">
                <a:latin typeface="Tahoma" panose="020B0604030504040204" pitchFamily="34" charset="0"/>
              </a:defRPr>
            </a:lvl1pPr>
          </a:lstStyle>
          <a:p>
            <a:pPr fontAlgn="base">
              <a:spcBef>
                <a:spcPct val="0"/>
              </a:spcBef>
              <a:spcAft>
                <a:spcPct val="0"/>
              </a:spcAft>
              <a:defRPr/>
            </a:pPr>
            <a:r>
              <a:rPr lang="en-US">
                <a:solidFill>
                  <a:srgbClr val="000000"/>
                </a:solidFill>
                <a:ea typeface="ＭＳ Ｐゴシック" panose="020B0600070205080204" pitchFamily="34" charset="-128"/>
              </a:rPr>
              <a:t>2-</a:t>
            </a:r>
            <a:fld id="{6FF1A3BC-2A53-4070-BB21-9EE0FD9ED5DD}" type="slidenum">
              <a:rPr lang="en-US">
                <a:solidFill>
                  <a:srgbClr val="000000"/>
                </a:solidFill>
                <a:ea typeface="ＭＳ Ｐゴシック" panose="020B0600070205080204" pitchFamily="34" charset="-128"/>
              </a:rPr>
              <a:pPr fontAlgn="base">
                <a:spcBef>
                  <a:spcPct val="0"/>
                </a:spcBef>
                <a:spcAft>
                  <a:spcPct val="0"/>
                </a:spcAft>
                <a:defRPr/>
              </a:pPr>
              <a:t>‹#›</a:t>
            </a:fld>
            <a:endParaRPr lang="en-US">
              <a:solidFill>
                <a:srgbClr val="000000"/>
              </a:solidFill>
              <a:ea typeface="ＭＳ Ｐゴシック" panose="020B0600070205080204" pitchFamily="34" charset="-128"/>
            </a:endParaRPr>
          </a:p>
        </p:txBody>
      </p:sp>
    </p:spTree>
    <p:extLst>
      <p:ext uri="{BB962C8B-B14F-4D97-AF65-F5344CB8AC3E}">
        <p14:creationId xmlns:p14="http://schemas.microsoft.com/office/powerpoint/2010/main" val="4213785178"/>
      </p:ext>
    </p:extLst>
  </p:cSld>
  <p:clrMap bg1="lt1" tx1="dk1" bg2="lt2" tx2="dk2" accent1="accent1" accent2="accent2" accent3="accent3" accent4="accent4" accent5="accent5" accent6="accent6" hlink="hlink" folHlink="folHlink"/>
  <p:sldLayoutIdLst>
    <p:sldLayoutId id="2147483656" r:id="rId1"/>
    <p:sldLayoutId id="2147483657" r:id="rId2"/>
    <p:sldLayoutId id="2147483658" r:id="rId3"/>
    <p:sldLayoutId id="2147483659" r:id="rId4"/>
    <p:sldLayoutId id="2147483660" r:id="rId5"/>
    <p:sldLayoutId id="2147483661" r:id="rId6"/>
    <p:sldLayoutId id="2147483662" r:id="rId7"/>
    <p:sldLayoutId id="2147483663" r:id="rId8"/>
    <p:sldLayoutId id="2147483664" r:id="rId9"/>
    <p:sldLayoutId id="2147483665" r:id="rId10"/>
    <p:sldLayoutId id="2147483666" r:id="rId11"/>
    <p:sldLayoutId id="2147483667" r:id="rId12"/>
  </p:sldLayoutIdLst>
  <p:timing>
    <p:tnLst>
      <p:par>
        <p:cTn id="1" dur="indefinite" restart="never" nodeType="tmRoot"/>
      </p:par>
    </p:tnLst>
  </p:timing>
  <p:hf hdr="0" dt="0"/>
  <p:txStyles>
    <p:titleStyle>
      <a:lvl1pPr algn="l" rtl="0" eaLnBrk="0" fontAlgn="base" hangingPunct="0">
        <a:spcBef>
          <a:spcPct val="0"/>
        </a:spcBef>
        <a:spcAft>
          <a:spcPct val="0"/>
        </a:spcAft>
        <a:defRPr sz="4400">
          <a:solidFill>
            <a:srgbClr val="000099"/>
          </a:solidFill>
          <a:latin typeface="+mj-lt"/>
          <a:ea typeface="ＭＳ Ｐゴシック" charset="0"/>
          <a:cs typeface="+mj-cs"/>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5pPr>
      <a:lvl6pPr marL="457200" algn="l" rtl="0" fontAlgn="base">
        <a:spcBef>
          <a:spcPct val="0"/>
        </a:spcBef>
        <a:spcAft>
          <a:spcPct val="0"/>
        </a:spcAft>
        <a:defRPr sz="4400">
          <a:solidFill>
            <a:srgbClr val="000099"/>
          </a:solidFill>
          <a:latin typeface="Gill Sans MT" pitchFamily="34" charset="0"/>
          <a:cs typeface="Arial" charset="0"/>
        </a:defRPr>
      </a:lvl6pPr>
      <a:lvl7pPr marL="914400" algn="l" rtl="0" fontAlgn="base">
        <a:spcBef>
          <a:spcPct val="0"/>
        </a:spcBef>
        <a:spcAft>
          <a:spcPct val="0"/>
        </a:spcAft>
        <a:defRPr sz="4400">
          <a:solidFill>
            <a:srgbClr val="000099"/>
          </a:solidFill>
          <a:latin typeface="Gill Sans MT" pitchFamily="34" charset="0"/>
          <a:cs typeface="Arial" charset="0"/>
        </a:defRPr>
      </a:lvl7pPr>
      <a:lvl8pPr marL="1371600" algn="l" rtl="0" fontAlgn="base">
        <a:spcBef>
          <a:spcPct val="0"/>
        </a:spcBef>
        <a:spcAft>
          <a:spcPct val="0"/>
        </a:spcAft>
        <a:defRPr sz="4400">
          <a:solidFill>
            <a:srgbClr val="000099"/>
          </a:solidFill>
          <a:latin typeface="Gill Sans MT" pitchFamily="34" charset="0"/>
          <a:cs typeface="Arial" charset="0"/>
        </a:defRPr>
      </a:lvl8pPr>
      <a:lvl9pPr marL="1828800" algn="l" rtl="0" fontAlgn="base">
        <a:spcBef>
          <a:spcPct val="0"/>
        </a:spcBef>
        <a:spcAft>
          <a:spcPct val="0"/>
        </a:spcAft>
        <a:defRPr sz="4400">
          <a:solidFill>
            <a:srgbClr val="000099"/>
          </a:solidFill>
          <a:latin typeface="Gill Sans MT" pitchFamily="34" charset="0"/>
          <a:cs typeface="Arial" charset="0"/>
        </a:defRPr>
      </a:lvl9pPr>
    </p:titleStyle>
    <p:bodyStyle>
      <a:lvl1pPr marL="342900" indent="-342900" algn="l" rtl="0" eaLnBrk="0" fontAlgn="base" hangingPunct="0">
        <a:lnSpc>
          <a:spcPct val="85000"/>
        </a:lnSpc>
        <a:spcBef>
          <a:spcPct val="20000"/>
        </a:spcBef>
        <a:spcAft>
          <a:spcPct val="0"/>
        </a:spcAft>
        <a:buClr>
          <a:srgbClr val="000099"/>
        </a:buClr>
        <a:buSzPct val="65000"/>
        <a:buFont typeface="Wingdings" pitchFamily="2" charset="2"/>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panose="05000000000000000000" pitchFamily="2" charset="2"/>
        <a:buChar char="§"/>
        <a:defRPr sz="2400">
          <a:solidFill>
            <a:schemeClr val="tx1"/>
          </a:solidFill>
          <a:latin typeface="+mn-lt"/>
          <a:ea typeface="Arial" charset="0"/>
          <a:cs typeface="+mn-cs"/>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Arial" charset="0"/>
          <a:cs typeface="+mn-cs"/>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5pPr>
      <a:lvl6pPr marL="2514600" indent="-228600" algn="l" rtl="0" fontAlgn="base">
        <a:spcBef>
          <a:spcPct val="20000"/>
        </a:spcBef>
        <a:spcAft>
          <a:spcPct val="0"/>
        </a:spcAft>
        <a:buChar char="»"/>
        <a:defRPr sz="2000">
          <a:solidFill>
            <a:schemeClr val="tx1"/>
          </a:solidFill>
          <a:latin typeface="Times New Roman" pitchFamily="18" charset="0"/>
          <a:cs typeface="+mn-cs"/>
        </a:defRPr>
      </a:lvl6pPr>
      <a:lvl7pPr marL="2971800" indent="-228600" algn="l" rtl="0" fontAlgn="base">
        <a:spcBef>
          <a:spcPct val="20000"/>
        </a:spcBef>
        <a:spcAft>
          <a:spcPct val="0"/>
        </a:spcAft>
        <a:buChar char="»"/>
        <a:defRPr sz="2000">
          <a:solidFill>
            <a:schemeClr val="tx1"/>
          </a:solidFill>
          <a:latin typeface="Times New Roman" pitchFamily="18" charset="0"/>
          <a:cs typeface="+mn-cs"/>
        </a:defRPr>
      </a:lvl7pPr>
      <a:lvl8pPr marL="3429000" indent="-228600" algn="l" rtl="0" fontAlgn="base">
        <a:spcBef>
          <a:spcPct val="20000"/>
        </a:spcBef>
        <a:spcAft>
          <a:spcPct val="0"/>
        </a:spcAft>
        <a:buChar char="»"/>
        <a:defRPr sz="2000">
          <a:solidFill>
            <a:schemeClr val="tx1"/>
          </a:solidFill>
          <a:latin typeface="Times New Roman" pitchFamily="18" charset="0"/>
          <a:cs typeface="+mn-cs"/>
        </a:defRPr>
      </a:lvl8pPr>
      <a:lvl9pPr marL="3886200" indent="-228600" algn="l" rtl="0" fontAlgn="base">
        <a:spcBef>
          <a:spcPct val="20000"/>
        </a:spcBef>
        <a:spcAft>
          <a:spcPct val="0"/>
        </a:spcAft>
        <a:buChar char="»"/>
        <a:defRPr sz="2000">
          <a:solidFill>
            <a:schemeClr val="tx1"/>
          </a:solidFill>
          <a:latin typeface="Times New Roman" pitchFamily="18" charset="0"/>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a:t>
            </a:fld>
            <a:endParaRPr lang="en-US" dirty="0">
              <a:solidFill>
                <a:prstClr val="white">
                  <a:lumMod val="50000"/>
                </a:prstClr>
              </a:solidFill>
            </a:endParaRPr>
          </a:p>
        </p:txBody>
      </p:sp>
    </p:spTree>
    <p:extLst>
      <p:ext uri="{BB962C8B-B14F-4D97-AF65-F5344CB8AC3E}">
        <p14:creationId xmlns:p14="http://schemas.microsoft.com/office/powerpoint/2010/main" val="315862609"/>
      </p:ext>
    </p:extLst>
  </p:cSld>
  <p:clrMap bg1="lt1" tx1="dk1" bg2="lt2" tx2="dk2" accent1="accent1" accent2="accent2" accent3="accent3" accent4="accent4" accent5="accent5" accent6="accent6" hlink="hlink" folHlink="folHlink"/>
  <p:sldLayoutIdLst>
    <p:sldLayoutId id="2147483669" r:id="rId1"/>
    <p:sldLayoutId id="2147483670" r:id="rId2"/>
    <p:sldLayoutId id="2147483671" r:id="rId3"/>
    <p:sldLayoutId id="2147483672" r:id="rId4"/>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a:t>
            </a:fld>
            <a:endParaRPr lang="en-US" dirty="0">
              <a:solidFill>
                <a:prstClr val="white">
                  <a:lumMod val="50000"/>
                </a:prstClr>
              </a:solidFill>
            </a:endParaRPr>
          </a:p>
        </p:txBody>
      </p:sp>
    </p:spTree>
    <p:extLst>
      <p:ext uri="{BB962C8B-B14F-4D97-AF65-F5344CB8AC3E}">
        <p14:creationId xmlns:p14="http://schemas.microsoft.com/office/powerpoint/2010/main" val="1462673897"/>
      </p:ext>
    </p:extLst>
  </p:cSld>
  <p:clrMap bg1="lt1" tx1="dk1" bg2="lt2" tx2="dk2" accent1="accent1" accent2="accent2" accent3="accent3" accent4="accent4" accent5="accent5" accent6="accent6" hlink="hlink" folHlink="folHlink"/>
  <p:sldLayoutIdLst>
    <p:sldLayoutId id="2147483674" r:id="rId1"/>
    <p:sldLayoutId id="2147483675" r:id="rId2"/>
    <p:sldLayoutId id="2147483676" r:id="rId3"/>
    <p:sldLayoutId id="2147483677" r:id="rId4"/>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image" Target="../media/image1.png"/><Relationship Id="rId1" Type="http://schemas.openxmlformats.org/officeDocument/2006/relationships/slideLayout" Target="../slideLayouts/slideLayout12.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2.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4.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notesSlide" Target="../notesSlides/notesSlide3.xml"/><Relationship Id="rId1" Type="http://schemas.openxmlformats.org/officeDocument/2006/relationships/slideLayout" Target="../slideLayouts/slideLayout3.xml"/><Relationship Id="rId4" Type="http://schemas.openxmlformats.org/officeDocument/2006/relationships/image" Target="../media/image25.pn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6.xml"/><Relationship Id="rId1" Type="http://schemas.openxmlformats.org/officeDocument/2006/relationships/slideLayout" Target="../slideLayouts/slideLayout3.xml"/><Relationship Id="rId5" Type="http://schemas.openxmlformats.org/officeDocument/2006/relationships/image" Target="../media/image28.png"/><Relationship Id="rId4" Type="http://schemas.openxmlformats.org/officeDocument/2006/relationships/image" Target="../media/image27.pn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3" Type="http://schemas.openxmlformats.org/officeDocument/2006/relationships/image" Target="../media/image30.jpg"/><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24.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39.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37.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19.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19.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19.xml"/></Relationships>
</file>

<file path=ppt/slides/_rels/slide42.xml.rels><?xml version="1.0" encoding="UTF-8" standalone="yes"?>
<Relationships xmlns="http://schemas.openxmlformats.org/package/2006/relationships"><Relationship Id="rId3" Type="http://schemas.openxmlformats.org/officeDocument/2006/relationships/image" Target="../media/image33.jpg"/><Relationship Id="rId2" Type="http://schemas.openxmlformats.org/officeDocument/2006/relationships/notesSlide" Target="../notesSlides/notesSlide40.xml"/><Relationship Id="rId1" Type="http://schemas.openxmlformats.org/officeDocument/2006/relationships/slideLayout" Target="../slideLayouts/slideLayout20.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19.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19.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19.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19.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19.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0.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0.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0.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0.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0.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0.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0.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0.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0.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0.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0.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0.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0.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69.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Layout" Target="../slideLayouts/slideLayout23.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Footer Placeholder 2"/>
          <p:cNvSpPr>
            <a:spLocks noGrp="1"/>
          </p:cNvSpPr>
          <p:nvPr>
            <p:ph type="ftr"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anose="05000000000000000000" pitchFamily="2" charset="2"/>
              <a:buChar char="v"/>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9"/>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sz="1200">
                <a:solidFill>
                  <a:srgbClr val="000000"/>
                </a:solidFill>
                <a:latin typeface="Tahoma" panose="020B0604030504040204" pitchFamily="34" charset="0"/>
              </a:rPr>
              <a:t>Introduction</a:t>
            </a:r>
          </a:p>
        </p:txBody>
      </p:sp>
      <p:sp>
        <p:nvSpPr>
          <p:cNvPr id="14339" name="Slide Number Placeholder 3"/>
          <p:cNvSpPr>
            <a:spLocks noGrp="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85000"/>
              </a:lnSpc>
              <a:spcBef>
                <a:spcPct val="20000"/>
              </a:spcBef>
              <a:buClr>
                <a:srgbClr val="000099"/>
              </a:buClr>
              <a:buSzPct val="65000"/>
              <a:buFont typeface="Wingdings" panose="05000000000000000000" pitchFamily="2" charset="2"/>
              <a:buChar char="v"/>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9"/>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nSpc>
                <a:spcPct val="100000"/>
              </a:lnSpc>
              <a:spcBef>
                <a:spcPct val="0"/>
              </a:spcBef>
              <a:buClrTx/>
              <a:buSzTx/>
              <a:buFontTx/>
              <a:buNone/>
            </a:pPr>
            <a:r>
              <a:rPr lang="en-US" sz="1200">
                <a:solidFill>
                  <a:srgbClr val="000000"/>
                </a:solidFill>
                <a:latin typeface="Tahoma" panose="020B0604030504040204" pitchFamily="34" charset="0"/>
              </a:rPr>
              <a:t>1-</a:t>
            </a:r>
            <a:fld id="{4E4CB2DF-46E8-4DFD-BEF7-96FFDAFA7596}" type="slidenum">
              <a:rPr lang="en-US" sz="1200">
                <a:solidFill>
                  <a:srgbClr val="000000"/>
                </a:solidFill>
                <a:latin typeface="Tahoma" panose="020B0604030504040204" pitchFamily="34" charset="0"/>
              </a:rPr>
              <a:pPr>
                <a:lnSpc>
                  <a:spcPct val="100000"/>
                </a:lnSpc>
                <a:spcBef>
                  <a:spcPct val="0"/>
                </a:spcBef>
                <a:buClrTx/>
                <a:buSzTx/>
                <a:buFontTx/>
                <a:buNone/>
              </a:pPr>
              <a:t>1</a:t>
            </a:fld>
            <a:endParaRPr lang="en-US" sz="1200">
              <a:solidFill>
                <a:srgbClr val="000000"/>
              </a:solidFill>
              <a:latin typeface="Tahoma" panose="020B0604030504040204" pitchFamily="34" charset="0"/>
            </a:endParaRPr>
          </a:p>
        </p:txBody>
      </p:sp>
      <p:sp>
        <p:nvSpPr>
          <p:cNvPr id="14340" name="Rectangle 3"/>
          <p:cNvSpPr>
            <a:spLocks noChangeArrowheads="1"/>
          </p:cNvSpPr>
          <p:nvPr/>
        </p:nvSpPr>
        <p:spPr bwMode="auto">
          <a:xfrm>
            <a:off x="1707614" y="180976"/>
            <a:ext cx="5875875" cy="22215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85000"/>
              </a:lnSpc>
              <a:spcBef>
                <a:spcPct val="20000"/>
              </a:spcBef>
              <a:buClr>
                <a:srgbClr val="000099"/>
              </a:buClr>
              <a:buSzPct val="65000"/>
              <a:buFont typeface="Wingdings" panose="05000000000000000000" pitchFamily="2" charset="2"/>
              <a:buChar char="v"/>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9"/>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lgn="ctr" fontAlgn="base">
              <a:spcBef>
                <a:spcPct val="0"/>
              </a:spcBef>
              <a:spcAft>
                <a:spcPct val="0"/>
              </a:spcAft>
              <a:buClrTx/>
              <a:buSzTx/>
              <a:buFontTx/>
              <a:buNone/>
            </a:pPr>
            <a:r>
              <a:rPr lang="en-US" sz="4400" smtClean="0">
                <a:solidFill>
                  <a:srgbClr val="000099"/>
                </a:solidFill>
              </a:rPr>
              <a:t>Lecture </a:t>
            </a:r>
            <a:r>
              <a:rPr lang="en-US" sz="4400" dirty="0" smtClean="0">
                <a:solidFill>
                  <a:srgbClr val="000099"/>
                </a:solidFill>
              </a:rPr>
              <a:t>06 </a:t>
            </a:r>
            <a:endParaRPr lang="en-US" sz="4400" dirty="0">
              <a:solidFill>
                <a:srgbClr val="000099"/>
              </a:solidFill>
            </a:endParaRPr>
          </a:p>
          <a:p>
            <a:pPr algn="ctr" fontAlgn="base">
              <a:spcBef>
                <a:spcPct val="0"/>
              </a:spcBef>
              <a:spcAft>
                <a:spcPct val="0"/>
              </a:spcAft>
              <a:buClrTx/>
              <a:buSzTx/>
              <a:buFontTx/>
              <a:buNone/>
            </a:pPr>
            <a:r>
              <a:rPr lang="en-US" sz="4000" dirty="0" smtClean="0">
                <a:solidFill>
                  <a:srgbClr val="000099"/>
                </a:solidFill>
              </a:rPr>
              <a:t>(</a:t>
            </a:r>
            <a:r>
              <a:rPr lang="en-US" sz="4000" dirty="0" smtClean="0">
                <a:solidFill>
                  <a:srgbClr val="7030A0"/>
                </a:solidFill>
              </a:rPr>
              <a:t>Ch04:</a:t>
            </a:r>
            <a:r>
              <a:rPr lang="en-US" sz="4000" dirty="0" smtClean="0">
                <a:solidFill>
                  <a:srgbClr val="000099"/>
                </a:solidFill>
              </a:rPr>
              <a:t> </a:t>
            </a:r>
            <a:r>
              <a:rPr lang="en-US" sz="4000" dirty="0" smtClean="0">
                <a:solidFill>
                  <a:srgbClr val="FF0000"/>
                </a:solidFill>
              </a:rPr>
              <a:t>Sec </a:t>
            </a:r>
            <a:r>
              <a:rPr lang="en-US" sz="4000" dirty="0">
                <a:solidFill>
                  <a:srgbClr val="FF0000"/>
                </a:solidFill>
              </a:rPr>
              <a:t>– </a:t>
            </a:r>
            <a:r>
              <a:rPr lang="en-US" sz="4000" dirty="0" smtClean="0">
                <a:solidFill>
                  <a:srgbClr val="FF0000"/>
                </a:solidFill>
              </a:rPr>
              <a:t>4.1</a:t>
            </a:r>
            <a:r>
              <a:rPr lang="en-US" sz="4000" dirty="0">
                <a:solidFill>
                  <a:srgbClr val="FF0000"/>
                </a:solidFill>
              </a:rPr>
              <a:t>, </a:t>
            </a:r>
            <a:r>
              <a:rPr lang="en-US" sz="4000" dirty="0" smtClean="0">
                <a:solidFill>
                  <a:srgbClr val="FF0000"/>
                </a:solidFill>
              </a:rPr>
              <a:t>4.3, &amp; 5.2</a:t>
            </a:r>
            <a:r>
              <a:rPr lang="en-US" sz="4000" dirty="0" smtClean="0">
                <a:solidFill>
                  <a:srgbClr val="000099"/>
                </a:solidFill>
              </a:rPr>
              <a:t>)</a:t>
            </a:r>
            <a:endParaRPr lang="en-US" sz="4000" dirty="0">
              <a:solidFill>
                <a:srgbClr val="000099"/>
              </a:solidFill>
            </a:endParaRPr>
          </a:p>
        </p:txBody>
      </p:sp>
      <p:sp>
        <p:nvSpPr>
          <p:cNvPr id="14341" name="Rectangle 4"/>
          <p:cNvSpPr>
            <a:spLocks noChangeArrowheads="1"/>
          </p:cNvSpPr>
          <p:nvPr/>
        </p:nvSpPr>
        <p:spPr bwMode="auto">
          <a:xfrm>
            <a:off x="8050420" y="3485793"/>
            <a:ext cx="2881313"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85000"/>
              </a:lnSpc>
              <a:spcBef>
                <a:spcPct val="20000"/>
              </a:spcBef>
              <a:buClr>
                <a:srgbClr val="000099"/>
              </a:buClr>
              <a:buSzPct val="65000"/>
              <a:buFont typeface="Wingdings" panose="05000000000000000000" pitchFamily="2" charset="2"/>
              <a:buChar char="v"/>
              <a:defRPr sz="2800">
                <a:solidFill>
                  <a:schemeClr val="tx1"/>
                </a:solidFill>
                <a:latin typeface="Gill Sans MT" panose="020B0502020104020203" pitchFamily="34" charset="0"/>
                <a:ea typeface="ＭＳ Ｐゴシック" panose="020B0600070205080204" pitchFamily="34" charset="-128"/>
                <a:cs typeface="Arial" panose="020B0604020202020204" pitchFamily="34" charset="0"/>
              </a:defRPr>
            </a:lvl1pPr>
            <a:lvl2pPr marL="742950" indent="-285750">
              <a:lnSpc>
                <a:spcPct val="85000"/>
              </a:lnSpc>
              <a:spcBef>
                <a:spcPct val="20000"/>
              </a:spcBef>
              <a:buClr>
                <a:srgbClr val="000099"/>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fontAlgn="base">
              <a:spcBef>
                <a:spcPct val="0"/>
              </a:spcBef>
              <a:spcAft>
                <a:spcPct val="0"/>
              </a:spcAft>
              <a:buClrTx/>
              <a:buSzTx/>
              <a:buFontTx/>
              <a:buNone/>
            </a:pPr>
            <a:r>
              <a:rPr lang="en-US" i="1" dirty="0">
                <a:solidFill>
                  <a:srgbClr val="008000"/>
                </a:solidFill>
              </a:rPr>
              <a:t>Computer Networking: A Top Down Approach </a:t>
            </a:r>
            <a:r>
              <a:rPr lang="en-US" dirty="0">
                <a:solidFill>
                  <a:srgbClr val="008000"/>
                </a:solidFill>
              </a:rPr>
              <a:t/>
            </a:r>
            <a:br>
              <a:rPr lang="en-US" dirty="0">
                <a:solidFill>
                  <a:srgbClr val="008000"/>
                </a:solidFill>
              </a:rPr>
            </a:br>
            <a:r>
              <a:rPr lang="en-US" sz="2000" dirty="0" smtClean="0">
                <a:solidFill>
                  <a:srgbClr val="008000"/>
                </a:solidFill>
              </a:rPr>
              <a:t>8</a:t>
            </a:r>
            <a:r>
              <a:rPr lang="en-US" sz="2000" baseline="30000" dirty="0" smtClean="0">
                <a:solidFill>
                  <a:srgbClr val="008000"/>
                </a:solidFill>
              </a:rPr>
              <a:t>th</a:t>
            </a:r>
            <a:r>
              <a:rPr lang="en-US" sz="2000" dirty="0" smtClean="0">
                <a:solidFill>
                  <a:srgbClr val="008000"/>
                </a:solidFill>
              </a:rPr>
              <a:t> </a:t>
            </a:r>
            <a:r>
              <a:rPr lang="en-US" sz="2000" dirty="0">
                <a:solidFill>
                  <a:srgbClr val="008000"/>
                </a:solidFill>
              </a:rPr>
              <a:t>edition </a:t>
            </a:r>
            <a:br>
              <a:rPr lang="en-US" sz="2000" dirty="0">
                <a:solidFill>
                  <a:srgbClr val="008000"/>
                </a:solidFill>
              </a:rPr>
            </a:br>
            <a:r>
              <a:rPr lang="en-US" sz="2000" dirty="0">
                <a:solidFill>
                  <a:srgbClr val="008000"/>
                </a:solidFill>
              </a:rPr>
              <a:t>Jim Kurose, Keith Ross</a:t>
            </a:r>
            <a:br>
              <a:rPr lang="en-US" sz="2000" dirty="0">
                <a:solidFill>
                  <a:srgbClr val="008000"/>
                </a:solidFill>
              </a:rPr>
            </a:br>
            <a:r>
              <a:rPr lang="en-US" sz="2000" dirty="0">
                <a:solidFill>
                  <a:srgbClr val="008000"/>
                </a:solidFill>
              </a:rPr>
              <a:t>Addison-Wesley</a:t>
            </a:r>
            <a:br>
              <a:rPr lang="en-US" sz="2000" dirty="0">
                <a:solidFill>
                  <a:srgbClr val="008000"/>
                </a:solidFill>
              </a:rPr>
            </a:br>
            <a:r>
              <a:rPr lang="en-US" sz="2000" dirty="0" smtClean="0">
                <a:solidFill>
                  <a:srgbClr val="008000"/>
                </a:solidFill>
              </a:rPr>
              <a:t>2021</a:t>
            </a:r>
            <a:endParaRPr lang="en-US" sz="2000" dirty="0">
              <a:solidFill>
                <a:srgbClr val="008000"/>
              </a:solidFill>
            </a:endParaRPr>
          </a:p>
        </p:txBody>
      </p:sp>
      <p:pic>
        <p:nvPicPr>
          <p:cNvPr id="14342" name="Picture 9"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95476" y="2329962"/>
            <a:ext cx="5470525"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4"/>
          <p:cNvSpPr>
            <a:spLocks noChangeArrowheads="1"/>
          </p:cNvSpPr>
          <p:nvPr/>
        </p:nvSpPr>
        <p:spPr bwMode="auto">
          <a:xfrm>
            <a:off x="1826419" y="2647840"/>
            <a:ext cx="5826125" cy="3795712"/>
          </a:xfrm>
          <a:prstGeom prst="rect">
            <a:avLst/>
          </a:prstGeom>
          <a:noFill/>
          <a:ln w="9525">
            <a:noFill/>
            <a:miter lim="800000"/>
            <a:headEnd/>
            <a:tailEnd/>
          </a:ln>
        </p:spPr>
        <p:txBody>
          <a:bodyPr/>
          <a:lstStyle/>
          <a:p>
            <a:pPr marL="342900" indent="-342900" eaLnBrk="0" fontAlgn="base" hangingPunct="0">
              <a:spcBef>
                <a:spcPct val="20000"/>
              </a:spcBef>
              <a:spcAft>
                <a:spcPct val="0"/>
              </a:spcAft>
              <a:buClr>
                <a:srgbClr val="3333CC"/>
              </a:buClr>
              <a:buSzPct val="85000"/>
              <a:defRPr/>
            </a:pPr>
            <a:endParaRPr lang="en-US" sz="2000" dirty="0" smtClean="0">
              <a:solidFill>
                <a:srgbClr val="000000"/>
              </a:solidFill>
              <a:ea typeface="Cambria Math" pitchFamily="18" charset="0"/>
            </a:endParaRPr>
          </a:p>
          <a:p>
            <a:pPr marL="342900" indent="-342900" eaLnBrk="0" fontAlgn="base" hangingPunct="0">
              <a:spcBef>
                <a:spcPct val="20000"/>
              </a:spcBef>
              <a:spcAft>
                <a:spcPct val="0"/>
              </a:spcAft>
              <a:buClr>
                <a:srgbClr val="3333CC"/>
              </a:buClr>
              <a:buSzPct val="85000"/>
              <a:defRPr/>
            </a:pPr>
            <a:endParaRPr lang="en-US" sz="2000" dirty="0" smtClean="0">
              <a:solidFill>
                <a:srgbClr val="000000"/>
              </a:solidFill>
              <a:ea typeface="Cambria Math" pitchFamily="18" charset="0"/>
            </a:endParaRPr>
          </a:p>
          <a:p>
            <a:pPr marL="342900" indent="-342900" eaLnBrk="0" fontAlgn="base" hangingPunct="0">
              <a:spcBef>
                <a:spcPct val="20000"/>
              </a:spcBef>
              <a:spcAft>
                <a:spcPct val="0"/>
              </a:spcAft>
              <a:buClr>
                <a:srgbClr val="3333CC"/>
              </a:buClr>
              <a:buSzPct val="85000"/>
              <a:defRPr/>
            </a:pPr>
            <a:endParaRPr lang="en-US" sz="2000" dirty="0">
              <a:solidFill>
                <a:srgbClr val="000000"/>
              </a:solidFill>
              <a:ea typeface="Cambria Math" pitchFamily="18" charset="0"/>
            </a:endParaRPr>
          </a:p>
          <a:p>
            <a:pPr marL="342900" indent="-342900" eaLnBrk="0" fontAlgn="base" hangingPunct="0">
              <a:spcBef>
                <a:spcPct val="20000"/>
              </a:spcBef>
              <a:spcAft>
                <a:spcPct val="0"/>
              </a:spcAft>
              <a:buClr>
                <a:srgbClr val="3333CC"/>
              </a:buClr>
              <a:buSzPct val="85000"/>
              <a:defRPr/>
            </a:pPr>
            <a:r>
              <a:rPr lang="en-US" sz="2000" dirty="0" smtClean="0">
                <a:solidFill>
                  <a:srgbClr val="000000"/>
                </a:solidFill>
                <a:ea typeface="Cambria Math" pitchFamily="18" charset="0"/>
              </a:rPr>
              <a:t>Notes </a:t>
            </a:r>
            <a:r>
              <a:rPr lang="en-US" sz="2000" dirty="0">
                <a:solidFill>
                  <a:srgbClr val="000000"/>
                </a:solidFill>
                <a:ea typeface="Cambria Math" pitchFamily="18" charset="0"/>
              </a:rPr>
              <a:t>derived from “</a:t>
            </a:r>
            <a:r>
              <a:rPr lang="en-US" sz="2000" i="1" dirty="0">
                <a:solidFill>
                  <a:srgbClr val="3333CC"/>
                </a:solidFill>
                <a:ea typeface="Cambria Math" pitchFamily="18" charset="0"/>
              </a:rPr>
              <a:t>Computer Networking: A Top Down Approach</a:t>
            </a:r>
            <a:r>
              <a:rPr lang="en-US" sz="2000" i="1" dirty="0">
                <a:solidFill>
                  <a:srgbClr val="000000"/>
                </a:solidFill>
                <a:ea typeface="Cambria Math" pitchFamily="18" charset="0"/>
              </a:rPr>
              <a:t>”</a:t>
            </a:r>
            <a:r>
              <a:rPr lang="en-US" sz="2000" dirty="0">
                <a:solidFill>
                  <a:srgbClr val="000000"/>
                </a:solidFill>
                <a:ea typeface="Cambria Math" pitchFamily="18" charset="0"/>
              </a:rPr>
              <a:t>, Jim Kurose, Keith Ross, Addison-Wesley.</a:t>
            </a:r>
          </a:p>
          <a:p>
            <a:pPr marL="342900" indent="-342900" eaLnBrk="0" fontAlgn="base" hangingPunct="0">
              <a:spcBef>
                <a:spcPct val="20000"/>
              </a:spcBef>
              <a:spcAft>
                <a:spcPct val="0"/>
              </a:spcAft>
              <a:buClr>
                <a:srgbClr val="3333CC"/>
              </a:buClr>
              <a:buSzPct val="85000"/>
              <a:defRPr/>
            </a:pPr>
            <a:endParaRPr lang="en-US" sz="1000" dirty="0">
              <a:solidFill>
                <a:srgbClr val="000000"/>
              </a:solidFill>
              <a:ea typeface="Cambria Math" pitchFamily="18" charset="0"/>
            </a:endParaRPr>
          </a:p>
          <a:p>
            <a:pPr marL="342900" indent="-342900" eaLnBrk="0" fontAlgn="base" hangingPunct="0">
              <a:spcBef>
                <a:spcPct val="20000"/>
              </a:spcBef>
              <a:spcAft>
                <a:spcPct val="0"/>
              </a:spcAft>
              <a:buClr>
                <a:srgbClr val="3333CC"/>
              </a:buClr>
              <a:buSzPct val="85000"/>
              <a:defRPr/>
            </a:pPr>
            <a:r>
              <a:rPr lang="en-US" sz="2000" dirty="0">
                <a:solidFill>
                  <a:srgbClr val="000000"/>
                </a:solidFill>
                <a:ea typeface="Cambria Math" pitchFamily="18" charset="0"/>
              </a:rPr>
              <a:t> </a:t>
            </a:r>
            <a:endParaRPr lang="en-US" sz="2000" dirty="0" smtClean="0">
              <a:solidFill>
                <a:srgbClr val="000000"/>
              </a:solidFill>
              <a:ea typeface="Cambria Math" pitchFamily="18" charset="0"/>
            </a:endParaRPr>
          </a:p>
          <a:p>
            <a:pPr eaLnBrk="0" fontAlgn="base" hangingPunct="0">
              <a:spcBef>
                <a:spcPct val="20000"/>
              </a:spcBef>
              <a:spcAft>
                <a:spcPct val="0"/>
              </a:spcAft>
              <a:buClr>
                <a:srgbClr val="3333CC"/>
              </a:buClr>
              <a:buSzPct val="85000"/>
              <a:defRPr/>
            </a:pPr>
            <a:r>
              <a:rPr lang="en-US" sz="2000" dirty="0" smtClean="0">
                <a:solidFill>
                  <a:srgbClr val="C00000"/>
                </a:solidFill>
                <a:ea typeface="Cambria Math" pitchFamily="18" charset="0"/>
              </a:rPr>
              <a:t>Based on the companion website’s </a:t>
            </a:r>
            <a:r>
              <a:rPr lang="en-US" sz="2000" dirty="0" err="1" smtClean="0">
                <a:solidFill>
                  <a:srgbClr val="C00000"/>
                </a:solidFill>
                <a:ea typeface="Cambria Math" pitchFamily="18" charset="0"/>
              </a:rPr>
              <a:t>powerpoint</a:t>
            </a:r>
            <a:r>
              <a:rPr lang="en-US" sz="2000" dirty="0" smtClean="0">
                <a:solidFill>
                  <a:srgbClr val="C00000"/>
                </a:solidFill>
                <a:ea typeface="Cambria Math" pitchFamily="18" charset="0"/>
              </a:rPr>
              <a:t> slides as modified </a:t>
            </a:r>
            <a:r>
              <a:rPr lang="en-US" sz="2000" dirty="0">
                <a:solidFill>
                  <a:srgbClr val="C00000"/>
                </a:solidFill>
                <a:ea typeface="Cambria Math" pitchFamily="18" charset="0"/>
              </a:rPr>
              <a:t>by Mohammad </a:t>
            </a:r>
            <a:r>
              <a:rPr lang="en-US" sz="2000" dirty="0" err="1">
                <a:solidFill>
                  <a:srgbClr val="C00000"/>
                </a:solidFill>
                <a:ea typeface="Cambria Math" pitchFamily="18" charset="0"/>
              </a:rPr>
              <a:t>Mamun</a:t>
            </a:r>
            <a:r>
              <a:rPr lang="en-US" sz="2000" dirty="0">
                <a:solidFill>
                  <a:srgbClr val="C00000"/>
                </a:solidFill>
                <a:ea typeface="Cambria Math" pitchFamily="18" charset="0"/>
              </a:rPr>
              <a:t> </a:t>
            </a:r>
            <a:r>
              <a:rPr lang="en-US" sz="2000" dirty="0" err="1">
                <a:solidFill>
                  <a:srgbClr val="C00000"/>
                </a:solidFill>
                <a:ea typeface="Cambria Math" pitchFamily="18" charset="0"/>
              </a:rPr>
              <a:t>Elahi</a:t>
            </a:r>
            <a:r>
              <a:rPr lang="en-US" sz="2000" dirty="0" smtClean="0">
                <a:solidFill>
                  <a:srgbClr val="C00000"/>
                </a:solidFill>
                <a:ea typeface="Cambria Math" pitchFamily="18" charset="0"/>
              </a:rPr>
              <a:t>. Further modifications were done by Al-</a:t>
            </a:r>
            <a:r>
              <a:rPr lang="en-US" sz="2000" dirty="0" err="1" smtClean="0">
                <a:solidFill>
                  <a:srgbClr val="C00000"/>
                </a:solidFill>
                <a:ea typeface="Cambria Math" pitchFamily="18" charset="0"/>
              </a:rPr>
              <a:t>Sakib</a:t>
            </a:r>
            <a:r>
              <a:rPr lang="en-US" sz="2000" dirty="0" smtClean="0">
                <a:solidFill>
                  <a:srgbClr val="C00000"/>
                </a:solidFill>
                <a:ea typeface="Cambria Math" pitchFamily="18" charset="0"/>
              </a:rPr>
              <a:t> Khan </a:t>
            </a:r>
            <a:r>
              <a:rPr lang="en-US" sz="2000" dirty="0" err="1" smtClean="0">
                <a:solidFill>
                  <a:srgbClr val="C00000"/>
                </a:solidFill>
                <a:ea typeface="Cambria Math" pitchFamily="18" charset="0"/>
              </a:rPr>
              <a:t>Pathan</a:t>
            </a:r>
            <a:r>
              <a:rPr lang="en-US" sz="2000" dirty="0" smtClean="0">
                <a:solidFill>
                  <a:srgbClr val="C00000"/>
                </a:solidFill>
                <a:ea typeface="Cambria Math" pitchFamily="18" charset="0"/>
              </a:rPr>
              <a:t>.</a:t>
            </a:r>
            <a:endParaRPr lang="en-US" sz="2000" dirty="0">
              <a:solidFill>
                <a:srgbClr val="C00000"/>
              </a:solidFill>
              <a:ea typeface="Cambria Math" pitchFamily="18" charset="0"/>
            </a:endParaRPr>
          </a:p>
        </p:txBody>
      </p:sp>
      <p:pic>
        <p:nvPicPr>
          <p:cNvPr id="2" name="Picture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135322" y="588605"/>
            <a:ext cx="2520240" cy="3199999"/>
          </a:xfrm>
          <a:prstGeom prst="rect">
            <a:avLst/>
          </a:prstGeom>
        </p:spPr>
      </p:pic>
    </p:spTree>
    <p:extLst>
      <p:ext uri="{BB962C8B-B14F-4D97-AF65-F5344CB8AC3E}">
        <p14:creationId xmlns:p14="http://schemas.microsoft.com/office/powerpoint/2010/main" val="2787323020"/>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0F6FC3-7DD0-8D48-A73C-1EC08DB3BAF6}"/>
              </a:ext>
            </a:extLst>
          </p:cNvPr>
          <p:cNvSpPr>
            <a:spLocks noGrp="1"/>
          </p:cNvSpPr>
          <p:nvPr>
            <p:ph type="title"/>
          </p:nvPr>
        </p:nvSpPr>
        <p:spPr/>
        <p:txBody>
          <a:bodyPr/>
          <a:lstStyle/>
          <a:p>
            <a:r>
              <a:rPr lang="en-US" altLang="en-US" dirty="0">
                <a:cs typeface="Calibri" panose="020F0502020204030204" pitchFamily="34" charset="0"/>
              </a:rPr>
              <a:t>Network layer: our goals</a:t>
            </a:r>
            <a:endParaRPr lang="en-US" dirty="0"/>
          </a:p>
        </p:txBody>
      </p:sp>
      <p:sp>
        <p:nvSpPr>
          <p:cNvPr id="3" name="Content Placeholder 2">
            <a:extLst>
              <a:ext uri="{FF2B5EF4-FFF2-40B4-BE49-F238E27FC236}">
                <a16:creationId xmlns:a16="http://schemas.microsoft.com/office/drawing/2014/main" id="{99183EDA-C355-9A48-9A7B-13CAE9D049C3}"/>
              </a:ext>
            </a:extLst>
          </p:cNvPr>
          <p:cNvSpPr>
            <a:spLocks noGrp="1"/>
          </p:cNvSpPr>
          <p:nvPr>
            <p:ph sz="half" idx="1"/>
          </p:nvPr>
        </p:nvSpPr>
        <p:spPr>
          <a:xfrm>
            <a:off x="838200" y="1572572"/>
            <a:ext cx="5181600" cy="4698465"/>
          </a:xfrm>
        </p:spPr>
        <p:txBody>
          <a:bodyPr>
            <a:normAutofit/>
          </a:bodyPr>
          <a:lstStyle/>
          <a:p>
            <a:pPr marL="342900" indent="-212725">
              <a:buFont typeface="Wingdings" charset="2"/>
              <a:buChar char="§"/>
              <a:defRPr/>
            </a:pPr>
            <a:r>
              <a:rPr lang="en-US" sz="3200" dirty="0"/>
              <a:t>understand principles behind network layer services, focusing on data plane:</a:t>
            </a:r>
          </a:p>
          <a:p>
            <a:pPr lvl="1">
              <a:buFont typeface="Arial"/>
              <a:buChar char="•"/>
              <a:defRPr/>
            </a:pPr>
            <a:r>
              <a:rPr lang="en-US" sz="2800" dirty="0"/>
              <a:t>network layer service models</a:t>
            </a:r>
          </a:p>
          <a:p>
            <a:pPr lvl="1">
              <a:buFont typeface="Arial"/>
              <a:buChar char="•"/>
              <a:defRPr/>
            </a:pPr>
            <a:r>
              <a:rPr lang="en-US" sz="2800" dirty="0"/>
              <a:t>forwarding versus routing</a:t>
            </a:r>
          </a:p>
          <a:p>
            <a:pPr lvl="1">
              <a:buFont typeface="Arial"/>
              <a:buChar char="•"/>
              <a:defRPr/>
            </a:pPr>
            <a:r>
              <a:rPr lang="en-US" sz="2800" dirty="0"/>
              <a:t>how a router works</a:t>
            </a:r>
          </a:p>
          <a:p>
            <a:pPr lvl="1">
              <a:buFont typeface="Arial"/>
              <a:buChar char="•"/>
              <a:defRPr/>
            </a:pPr>
            <a:r>
              <a:rPr lang="en-US" sz="2800" dirty="0"/>
              <a:t>addressing</a:t>
            </a:r>
          </a:p>
          <a:p>
            <a:pPr lvl="1">
              <a:buFont typeface="Arial"/>
              <a:buChar char="•"/>
              <a:defRPr/>
            </a:pPr>
            <a:r>
              <a:rPr lang="en-US" sz="2800" dirty="0"/>
              <a:t>generalized forwarding</a:t>
            </a:r>
          </a:p>
          <a:p>
            <a:pPr lvl="1">
              <a:buFont typeface="Arial"/>
              <a:buChar char="•"/>
              <a:defRPr/>
            </a:pPr>
            <a:r>
              <a:rPr lang="en-US" sz="2800" dirty="0"/>
              <a:t>Internet architecture</a:t>
            </a:r>
          </a:p>
          <a:p>
            <a:pPr marL="130175" indent="0">
              <a:buNone/>
            </a:pPr>
            <a:endParaRPr lang="en-US" dirty="0"/>
          </a:p>
        </p:txBody>
      </p:sp>
      <p:sp>
        <p:nvSpPr>
          <p:cNvPr id="4" name="Content Placeholder 3">
            <a:extLst>
              <a:ext uri="{FF2B5EF4-FFF2-40B4-BE49-F238E27FC236}">
                <a16:creationId xmlns:a16="http://schemas.microsoft.com/office/drawing/2014/main" id="{9B6A4EEF-90EE-424B-9F5F-D32E647EF1B0}"/>
              </a:ext>
            </a:extLst>
          </p:cNvPr>
          <p:cNvSpPr>
            <a:spLocks noGrp="1"/>
          </p:cNvSpPr>
          <p:nvPr>
            <p:ph sz="half" idx="2"/>
          </p:nvPr>
        </p:nvSpPr>
        <p:spPr>
          <a:xfrm>
            <a:off x="6172199" y="1572573"/>
            <a:ext cx="5584371" cy="4351338"/>
          </a:xfrm>
        </p:spPr>
        <p:txBody>
          <a:bodyPr>
            <a:normAutofit/>
          </a:bodyPr>
          <a:lstStyle/>
          <a:p>
            <a:pPr marL="407988" indent="-277813"/>
            <a:r>
              <a:rPr lang="en-US" sz="3200" dirty="0"/>
              <a:t>instantiation, implementation in the Internet</a:t>
            </a:r>
          </a:p>
          <a:p>
            <a:pPr lvl="1"/>
            <a:r>
              <a:rPr lang="en-US" sz="2800" dirty="0"/>
              <a:t>IP protocol</a:t>
            </a:r>
          </a:p>
          <a:p>
            <a:pPr lvl="1"/>
            <a:r>
              <a:rPr lang="en-US" sz="2800" dirty="0"/>
              <a:t>NAT, middleboxes</a:t>
            </a:r>
          </a:p>
        </p:txBody>
      </p:sp>
      <p:sp>
        <p:nvSpPr>
          <p:cNvPr id="5" name="Slide Number Placeholder 4">
            <a:extLst>
              <a:ext uri="{FF2B5EF4-FFF2-40B4-BE49-F238E27FC236}">
                <a16:creationId xmlns:a16="http://schemas.microsoft.com/office/drawing/2014/main" id="{AF90DE33-80BA-7C4C-A2DC-16FEA33E295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a:t>
            </a:fld>
            <a:endParaRPr lang="en-US" dirty="0"/>
          </a:p>
        </p:txBody>
      </p:sp>
    </p:spTree>
    <p:extLst>
      <p:ext uri="{BB962C8B-B14F-4D97-AF65-F5344CB8AC3E}">
        <p14:creationId xmlns:p14="http://schemas.microsoft.com/office/powerpoint/2010/main" val="4100286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
                                            <p:txEl>
                                              <p:pRg st="1" end="1"/>
                                            </p:txEl>
                                          </p:spTgt>
                                        </p:tgtEl>
                                        <p:attrNameLst>
                                          <p:attrName>style.visibility</p:attrName>
                                        </p:attrNameLst>
                                      </p:cBhvr>
                                      <p:to>
                                        <p:strVal val="visible"/>
                                      </p:to>
                                    </p:set>
                                    <p:animEffect transition="in" filter="dissolve">
                                      <p:cBhvr>
                                        <p:cTn id="10" dur="500"/>
                                        <p:tgtEl>
                                          <p:spTgt spid="4">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animEffect transition="in" filter="dissolve">
                                      <p:cBhvr>
                                        <p:cTn id="13" dur="500"/>
                                        <p:tgtEl>
                                          <p:spTgt spid="4">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Network-layer  services and protocols</a:t>
            </a:r>
            <a:endParaRPr lang="en-US" sz="4400" dirty="0"/>
          </a:p>
        </p:txBody>
      </p:sp>
      <p:sp>
        <p:nvSpPr>
          <p:cNvPr id="6" name="Rectangle 3">
            <a:extLst>
              <a:ext uri="{FF2B5EF4-FFF2-40B4-BE49-F238E27FC236}">
                <a16:creationId xmlns:a16="http://schemas.microsoft.com/office/drawing/2014/main" id="{B81DCC24-3FE7-E745-BC17-3886FB241095}"/>
              </a:ext>
            </a:extLst>
          </p:cNvPr>
          <p:cNvSpPr txBox="1">
            <a:spLocks noChangeArrowheads="1"/>
          </p:cNvSpPr>
          <p:nvPr/>
        </p:nvSpPr>
        <p:spPr>
          <a:xfrm>
            <a:off x="681218" y="1443831"/>
            <a:ext cx="5617981" cy="5284347"/>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transport segment from sending to receiving host </a:t>
            </a:r>
          </a:p>
          <a:p>
            <a:pPr marL="695325" marR="0" lvl="1" indent="-222250" algn="l" defTabSz="914400" rtl="0" eaLnBrk="1" fontAlgn="auto" latinLnBrk="0" hangingPunct="1">
              <a:lnSpc>
                <a:spcPct val="90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sender: </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encapsulates segments into datagrams, passes to link layer</a:t>
            </a:r>
          </a:p>
          <a:p>
            <a:pPr marL="695325" marR="0" lvl="1" indent="-222250" algn="l" defTabSz="914400" rtl="0" eaLnBrk="1" fontAlgn="auto" latinLnBrk="0" hangingPunct="1">
              <a:lnSpc>
                <a:spcPct val="90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receiver: </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delivers segments to transport layer protocol</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 layer protocols in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every Internet device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hosts, routers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routers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p>
          <a:p>
            <a:pPr marL="695325" marR="0" lvl="1" indent="-292100" algn="l" defTabSz="914400" rtl="0" eaLnBrk="1" fontAlgn="auto" latinLnBrk="0" hangingPunct="1">
              <a:lnSpc>
                <a:spcPct val="99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examines header fields in all IP datagrams passing through it</a:t>
            </a:r>
          </a:p>
          <a:p>
            <a:pPr marL="695325" marR="0" lvl="1" indent="-292100" algn="l" defTabSz="914400" rtl="0" eaLnBrk="1" fontAlgn="auto" latinLnBrk="0" hangingPunct="1">
              <a:lnSpc>
                <a:spcPct val="99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moves datagrams from input ports to output ports to transfer datagrams along end-end path</a:t>
            </a:r>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53990"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74" name="Group 473">
            <a:extLst>
              <a:ext uri="{FF2B5EF4-FFF2-40B4-BE49-F238E27FC236}">
                <a16:creationId xmlns:a16="http://schemas.microsoft.com/office/drawing/2014/main" id="{68802756-5E0F-D142-AA8F-2D274E297BB1}"/>
              </a:ext>
            </a:extLst>
          </p:cNvPr>
          <p:cNvGrpSpPr/>
          <p:nvPr/>
        </p:nvGrpSpPr>
        <p:grpSpPr>
          <a:xfrm>
            <a:off x="6571713" y="2686293"/>
            <a:ext cx="1038308" cy="956788"/>
            <a:chOff x="6571713" y="2686293"/>
            <a:chExt cx="1038308" cy="956788"/>
          </a:xfrm>
        </p:grpSpPr>
        <p:sp>
          <p:nvSpPr>
            <p:cNvPr id="463" name="Freeform 917">
              <a:extLst>
                <a:ext uri="{FF2B5EF4-FFF2-40B4-BE49-F238E27FC236}">
                  <a16:creationId xmlns:a16="http://schemas.microsoft.com/office/drawing/2014/main" id="{ADACC4C8-123A-0642-ADC2-DC6E1D927429}"/>
                </a:ext>
              </a:extLst>
            </p:cNvPr>
            <p:cNvSpPr>
              <a:spLocks/>
            </p:cNvSpPr>
            <p:nvPr/>
          </p:nvSpPr>
          <p:spPr bwMode="auto">
            <a:xfrm flipH="1">
              <a:off x="7291095" y="2700162"/>
              <a:ext cx="318926" cy="94291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9" h="10279">
                  <a:moveTo>
                    <a:pt x="2669" y="10279"/>
                  </a:moveTo>
                  <a:lnTo>
                    <a:pt x="0" y="9878"/>
                  </a:lnTo>
                  <a:lnTo>
                    <a:pt x="10319" y="0"/>
                  </a:lnTo>
                  <a:lnTo>
                    <a:pt x="10319" y="8912"/>
                  </a:lnTo>
                  <a:lnTo>
                    <a:pt x="2669" y="10279"/>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55" name="Group 454">
              <a:extLst>
                <a:ext uri="{FF2B5EF4-FFF2-40B4-BE49-F238E27FC236}">
                  <a16:creationId xmlns:a16="http://schemas.microsoft.com/office/drawing/2014/main" id="{F51EF82F-6B76-1D43-BDCE-36A16F512D10}"/>
                </a:ext>
              </a:extLst>
            </p:cNvPr>
            <p:cNvGrpSpPr/>
            <p:nvPr/>
          </p:nvGrpSpPr>
          <p:grpSpPr>
            <a:xfrm>
              <a:off x="6571713" y="2686293"/>
              <a:ext cx="764135" cy="854075"/>
              <a:chOff x="6571713" y="2686293"/>
              <a:chExt cx="764135" cy="854075"/>
            </a:xfrm>
          </p:grpSpPr>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9" name="Straight Connector 8">
                <a:extLst>
                  <a:ext uri="{FF2B5EF4-FFF2-40B4-BE49-F238E27FC236}">
                    <a16:creationId xmlns:a16="http://schemas.microsoft.com/office/drawing/2014/main" id="{3862EE7F-63B9-EE4A-8A32-E1BB698AA3F2}"/>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929A4F7E-FE01-E545-A0B9-9F724FDE264B}"/>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BD3F59DE-C12C-D645-AC9D-20A80143D6BE}"/>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9" name="Straight Connector 528">
                <a:extLst>
                  <a:ext uri="{FF2B5EF4-FFF2-40B4-BE49-F238E27FC236}">
                    <a16:creationId xmlns:a16="http://schemas.microsoft.com/office/drawing/2014/main" id="{7757E2F0-9B94-084A-90A0-8529D1B757E6}"/>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4" name="Group 463">
            <a:extLst>
              <a:ext uri="{FF2B5EF4-FFF2-40B4-BE49-F238E27FC236}">
                <a16:creationId xmlns:a16="http://schemas.microsoft.com/office/drawing/2014/main" id="{6D7E4C2B-1DC3-2A4C-90A6-0BDE31D46D3B}"/>
              </a:ext>
            </a:extLst>
          </p:cNvPr>
          <p:cNvGrpSpPr/>
          <p:nvPr/>
        </p:nvGrpSpPr>
        <p:grpSpPr>
          <a:xfrm>
            <a:off x="10202006" y="5357871"/>
            <a:ext cx="970347" cy="854075"/>
            <a:chOff x="10202006" y="5357871"/>
            <a:chExt cx="970347" cy="854075"/>
          </a:xfrm>
        </p:grpSpPr>
        <p:sp>
          <p:nvSpPr>
            <p:cNvPr id="530" name="Freeform 917">
              <a:extLst>
                <a:ext uri="{FF2B5EF4-FFF2-40B4-BE49-F238E27FC236}">
                  <a16:creationId xmlns:a16="http://schemas.microsoft.com/office/drawing/2014/main" id="{88BB7911-0614-1748-A570-7F1CD9A39BB8}"/>
                </a:ext>
              </a:extLst>
            </p:cNvPr>
            <p:cNvSpPr>
              <a:spLocks/>
            </p:cNvSpPr>
            <p:nvPr/>
          </p:nvSpPr>
          <p:spPr bwMode="auto">
            <a:xfrm>
              <a:off x="10202006" y="5397682"/>
              <a:ext cx="281273" cy="77312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2669 w 10319"/>
                <a:gd name="connsiteY0" fmla="*/ 10279 h 11889"/>
                <a:gd name="connsiteX1" fmla="*/ 0 w 10319"/>
                <a:gd name="connsiteY1" fmla="*/ 9878 h 11889"/>
                <a:gd name="connsiteX2" fmla="*/ 10319 w 10319"/>
                <a:gd name="connsiteY2" fmla="*/ 0 h 11889"/>
                <a:gd name="connsiteX3" fmla="*/ 10011 w 10319"/>
                <a:gd name="connsiteY3" fmla="*/ 11889 h 11889"/>
                <a:gd name="connsiteX4" fmla="*/ 2669 w 10319"/>
                <a:gd name="connsiteY4" fmla="*/ 10279 h 11889"/>
                <a:gd name="connsiteX0" fmla="*/ 2669 w 10024"/>
                <a:gd name="connsiteY0" fmla="*/ 6818 h 8428"/>
                <a:gd name="connsiteX1" fmla="*/ 0 w 10024"/>
                <a:gd name="connsiteY1" fmla="*/ 6417 h 8428"/>
                <a:gd name="connsiteX2" fmla="*/ 9703 w 10024"/>
                <a:gd name="connsiteY2" fmla="*/ 0 h 8428"/>
                <a:gd name="connsiteX3" fmla="*/ 10011 w 10024"/>
                <a:gd name="connsiteY3" fmla="*/ 8428 h 8428"/>
                <a:gd name="connsiteX4" fmla="*/ 2669 w 10024"/>
                <a:gd name="connsiteY4" fmla="*/ 6818 h 8428"/>
                <a:gd name="connsiteX0" fmla="*/ 1741 w 9078"/>
                <a:gd name="connsiteY0" fmla="*/ 8090 h 10000"/>
                <a:gd name="connsiteX1" fmla="*/ 0 w 9078"/>
                <a:gd name="connsiteY1" fmla="*/ 6834 h 10000"/>
                <a:gd name="connsiteX2" fmla="*/ 8758 w 9078"/>
                <a:gd name="connsiteY2" fmla="*/ 0 h 10000"/>
                <a:gd name="connsiteX3" fmla="*/ 9065 w 9078"/>
                <a:gd name="connsiteY3" fmla="*/ 10000 h 10000"/>
                <a:gd name="connsiteX4" fmla="*/ 1741 w 9078"/>
                <a:gd name="connsiteY4" fmla="*/ 8090 h 10000"/>
                <a:gd name="connsiteX0" fmla="*/ 112 w 10001"/>
                <a:gd name="connsiteY0" fmla="*/ 7638 h 10000"/>
                <a:gd name="connsiteX1" fmla="*/ 0 w 10001"/>
                <a:gd name="connsiteY1" fmla="*/ 6834 h 10000"/>
                <a:gd name="connsiteX2" fmla="*/ 9647 w 10001"/>
                <a:gd name="connsiteY2" fmla="*/ 0 h 10000"/>
                <a:gd name="connsiteX3" fmla="*/ 9986 w 10001"/>
                <a:gd name="connsiteY3" fmla="*/ 10000 h 10000"/>
                <a:gd name="connsiteX4" fmla="*/ 112 w 10001"/>
                <a:gd name="connsiteY4" fmla="*/ 763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00">
                  <a:moveTo>
                    <a:pt x="112" y="7638"/>
                  </a:moveTo>
                  <a:cubicBezTo>
                    <a:pt x="75" y="7370"/>
                    <a:pt x="37" y="7102"/>
                    <a:pt x="0" y="6834"/>
                  </a:cubicBezTo>
                  <a:lnTo>
                    <a:pt x="9647" y="0"/>
                  </a:lnTo>
                  <a:cubicBezTo>
                    <a:pt x="9534" y="4702"/>
                    <a:pt x="10099" y="5298"/>
                    <a:pt x="9986" y="10000"/>
                  </a:cubicBezTo>
                  <a:lnTo>
                    <a:pt x="112" y="7638"/>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31" name="Group 530">
              <a:extLst>
                <a:ext uri="{FF2B5EF4-FFF2-40B4-BE49-F238E27FC236}">
                  <a16:creationId xmlns:a16="http://schemas.microsoft.com/office/drawing/2014/main" id="{19A9DE1D-45C9-C144-A1C0-784FDCD971D3}"/>
                </a:ext>
              </a:extLst>
            </p:cNvPr>
            <p:cNvGrpSpPr/>
            <p:nvPr/>
          </p:nvGrpSpPr>
          <p:grpSpPr>
            <a:xfrm>
              <a:off x="10408218" y="5357871"/>
              <a:ext cx="764135" cy="854075"/>
              <a:chOff x="6571713" y="2686293"/>
              <a:chExt cx="764135" cy="854075"/>
            </a:xfrm>
          </p:grpSpPr>
          <p:sp>
            <p:nvSpPr>
              <p:cNvPr id="532" name="Rectangle 228">
                <a:extLst>
                  <a:ext uri="{FF2B5EF4-FFF2-40B4-BE49-F238E27FC236}">
                    <a16:creationId xmlns:a16="http://schemas.microsoft.com/office/drawing/2014/main" id="{5DD713FD-EA40-9B4B-802C-3AF871B580F8}"/>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3" name="Rectangle 229">
                <a:extLst>
                  <a:ext uri="{FF2B5EF4-FFF2-40B4-BE49-F238E27FC236}">
                    <a16:creationId xmlns:a16="http://schemas.microsoft.com/office/drawing/2014/main" id="{719538F1-BB3F-A747-B46B-E825372287C2}"/>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4" name="Text Box 230">
                <a:extLst>
                  <a:ext uri="{FF2B5EF4-FFF2-40B4-BE49-F238E27FC236}">
                    <a16:creationId xmlns:a16="http://schemas.microsoft.com/office/drawing/2014/main" id="{67AF1768-8AEF-FD44-8A30-E764E9F88B70}"/>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35" name="Straight Connector 534">
                <a:extLst>
                  <a:ext uri="{FF2B5EF4-FFF2-40B4-BE49-F238E27FC236}">
                    <a16:creationId xmlns:a16="http://schemas.microsoft.com/office/drawing/2014/main" id="{22CAF256-C57E-8848-9992-472431799A88}"/>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7573D7D3-A7AB-0B4F-A08C-BA6A7E07CA0B}"/>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7" name="Straight Connector 536">
                <a:extLst>
                  <a:ext uri="{FF2B5EF4-FFF2-40B4-BE49-F238E27FC236}">
                    <a16:creationId xmlns:a16="http://schemas.microsoft.com/office/drawing/2014/main" id="{211E2459-6D52-2248-81F0-411DFD34BC1D}"/>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Straight Connector 537">
                <a:extLst>
                  <a:ext uri="{FF2B5EF4-FFF2-40B4-BE49-F238E27FC236}">
                    <a16:creationId xmlns:a16="http://schemas.microsoft.com/office/drawing/2014/main" id="{50F9C417-B611-7043-A15F-F361AA3E9B74}"/>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73" name="Group 472">
            <a:extLst>
              <a:ext uri="{FF2B5EF4-FFF2-40B4-BE49-F238E27FC236}">
                <a16:creationId xmlns:a16="http://schemas.microsoft.com/office/drawing/2014/main" id="{60901EC0-CB41-754B-B4DA-85BC262C3E55}"/>
              </a:ext>
            </a:extLst>
          </p:cNvPr>
          <p:cNvGrpSpPr/>
          <p:nvPr/>
        </p:nvGrpSpPr>
        <p:grpSpPr>
          <a:xfrm>
            <a:off x="7774998" y="3463448"/>
            <a:ext cx="3007624" cy="1690703"/>
            <a:chOff x="7774998" y="3463448"/>
            <a:chExt cx="3007624" cy="1690703"/>
          </a:xfrm>
        </p:grpSpPr>
        <p:grpSp>
          <p:nvGrpSpPr>
            <p:cNvPr id="458" name="Group 457">
              <a:extLst>
                <a:ext uri="{FF2B5EF4-FFF2-40B4-BE49-F238E27FC236}">
                  <a16:creationId xmlns:a16="http://schemas.microsoft.com/office/drawing/2014/main" id="{B4570A0C-5E2B-7C40-89EC-C23D39A482DA}"/>
                </a:ext>
              </a:extLst>
            </p:cNvPr>
            <p:cNvGrpSpPr/>
            <p:nvPr/>
          </p:nvGrpSpPr>
          <p:grpSpPr>
            <a:xfrm>
              <a:off x="7774998" y="4090572"/>
              <a:ext cx="571917" cy="577694"/>
              <a:chOff x="7774998" y="4090572"/>
              <a:chExt cx="571917" cy="577694"/>
            </a:xfrm>
          </p:grpSpPr>
          <p:sp>
            <p:nvSpPr>
              <p:cNvPr id="575" name="Freeform 917">
                <a:extLst>
                  <a:ext uri="{FF2B5EF4-FFF2-40B4-BE49-F238E27FC236}">
                    <a16:creationId xmlns:a16="http://schemas.microsoft.com/office/drawing/2014/main" id="{23F7F5C6-92E3-C040-BD26-8FBF5B6476F1}"/>
                  </a:ext>
                </a:extLst>
              </p:cNvPr>
              <p:cNvSpPr>
                <a:spLocks/>
              </p:cNvSpPr>
              <p:nvPr/>
            </p:nvSpPr>
            <p:spPr bwMode="auto">
              <a:xfrm rot="10800000">
                <a:off x="7818844" y="4090572"/>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76" name="Group 575">
                <a:extLst>
                  <a:ext uri="{FF2B5EF4-FFF2-40B4-BE49-F238E27FC236}">
                    <a16:creationId xmlns:a16="http://schemas.microsoft.com/office/drawing/2014/main" id="{E45930EA-CBF5-A94B-B8A6-7DD15266A71D}"/>
                  </a:ext>
                </a:extLst>
              </p:cNvPr>
              <p:cNvGrpSpPr/>
              <p:nvPr/>
            </p:nvGrpSpPr>
            <p:grpSpPr>
              <a:xfrm>
                <a:off x="7774998" y="4206600"/>
                <a:ext cx="571917" cy="461666"/>
                <a:chOff x="9980560" y="726571"/>
                <a:chExt cx="659732" cy="461666"/>
              </a:xfrm>
            </p:grpSpPr>
            <p:sp>
              <p:nvSpPr>
                <p:cNvPr id="577" name="Rectangle 228">
                  <a:extLst>
                    <a:ext uri="{FF2B5EF4-FFF2-40B4-BE49-F238E27FC236}">
                      <a16:creationId xmlns:a16="http://schemas.microsoft.com/office/drawing/2014/main" id="{7E692C2A-D1BF-0D4C-B32B-089A3522A6AB}"/>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8" name="Rectangle 229">
                  <a:extLst>
                    <a:ext uri="{FF2B5EF4-FFF2-40B4-BE49-F238E27FC236}">
                      <a16:creationId xmlns:a16="http://schemas.microsoft.com/office/drawing/2014/main" id="{48E2C8F8-BEC3-2F43-8CBC-8EDE87C1274B}"/>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9" name="Text Box 230">
                  <a:extLst>
                    <a:ext uri="{FF2B5EF4-FFF2-40B4-BE49-F238E27FC236}">
                      <a16:creationId xmlns:a16="http://schemas.microsoft.com/office/drawing/2014/main" id="{FDE32090-CC8A-8241-9AA0-5E1A3B044951}"/>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80" name="Straight Connector 579">
                  <a:extLst>
                    <a:ext uri="{FF2B5EF4-FFF2-40B4-BE49-F238E27FC236}">
                      <a16:creationId xmlns:a16="http://schemas.microsoft.com/office/drawing/2014/main" id="{C9A663DC-B3E2-E244-A55A-89E7E9027965}"/>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6DA0B88E-C18A-5449-904A-0022412086E7}"/>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59" name="Group 458">
              <a:extLst>
                <a:ext uri="{FF2B5EF4-FFF2-40B4-BE49-F238E27FC236}">
                  <a16:creationId xmlns:a16="http://schemas.microsoft.com/office/drawing/2014/main" id="{1E322C66-C2C1-C349-B912-5AA0767A8324}"/>
                </a:ext>
              </a:extLst>
            </p:cNvPr>
            <p:cNvGrpSpPr/>
            <p:nvPr/>
          </p:nvGrpSpPr>
          <p:grpSpPr>
            <a:xfrm>
              <a:off x="8692628" y="3463448"/>
              <a:ext cx="571917" cy="574365"/>
              <a:chOff x="8692628" y="3463448"/>
              <a:chExt cx="571917" cy="574365"/>
            </a:xfrm>
          </p:grpSpPr>
          <p:sp>
            <p:nvSpPr>
              <p:cNvPr id="573" name="Freeform 917">
                <a:extLst>
                  <a:ext uri="{FF2B5EF4-FFF2-40B4-BE49-F238E27FC236}">
                    <a16:creationId xmlns:a16="http://schemas.microsoft.com/office/drawing/2014/main" id="{09253F5C-3E18-6A4E-86CE-63A57FDD27F0}"/>
                  </a:ext>
                </a:extLst>
              </p:cNvPr>
              <p:cNvSpPr>
                <a:spLocks/>
              </p:cNvSpPr>
              <p:nvPr/>
            </p:nvSpPr>
            <p:spPr bwMode="auto">
              <a:xfrm flipH="1">
                <a:off x="8735937" y="3883244"/>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82" name="Group 581">
                <a:extLst>
                  <a:ext uri="{FF2B5EF4-FFF2-40B4-BE49-F238E27FC236}">
                    <a16:creationId xmlns:a16="http://schemas.microsoft.com/office/drawing/2014/main" id="{2B3B79E0-A9CA-8343-BC50-944B3D057C83}"/>
                  </a:ext>
                </a:extLst>
              </p:cNvPr>
              <p:cNvGrpSpPr/>
              <p:nvPr/>
            </p:nvGrpSpPr>
            <p:grpSpPr>
              <a:xfrm>
                <a:off x="8692628" y="3463448"/>
                <a:ext cx="571917" cy="461666"/>
                <a:chOff x="9980560" y="726571"/>
                <a:chExt cx="659732" cy="461666"/>
              </a:xfrm>
            </p:grpSpPr>
            <p:sp>
              <p:nvSpPr>
                <p:cNvPr id="583" name="Rectangle 228">
                  <a:extLst>
                    <a:ext uri="{FF2B5EF4-FFF2-40B4-BE49-F238E27FC236}">
                      <a16:creationId xmlns:a16="http://schemas.microsoft.com/office/drawing/2014/main" id="{E7793237-B524-9348-8D4A-2C1027CD2ACF}"/>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4" name="Rectangle 229">
                  <a:extLst>
                    <a:ext uri="{FF2B5EF4-FFF2-40B4-BE49-F238E27FC236}">
                      <a16:creationId xmlns:a16="http://schemas.microsoft.com/office/drawing/2014/main" id="{5F0972A7-9FB8-4E4A-9B5E-39F0D7CDC82A}"/>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5" name="Text Box 230">
                  <a:extLst>
                    <a:ext uri="{FF2B5EF4-FFF2-40B4-BE49-F238E27FC236}">
                      <a16:creationId xmlns:a16="http://schemas.microsoft.com/office/drawing/2014/main" id="{B600132A-08D1-5845-B328-72B9C0CEC49A}"/>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86" name="Straight Connector 585">
                  <a:extLst>
                    <a:ext uri="{FF2B5EF4-FFF2-40B4-BE49-F238E27FC236}">
                      <a16:creationId xmlns:a16="http://schemas.microsoft.com/office/drawing/2014/main" id="{0C4F0C12-1A41-BA45-B327-EE0A215695BD}"/>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7" name="Straight Connector 586">
                  <a:extLst>
                    <a:ext uri="{FF2B5EF4-FFF2-40B4-BE49-F238E27FC236}">
                      <a16:creationId xmlns:a16="http://schemas.microsoft.com/office/drawing/2014/main" id="{4A0EA22A-33EB-C945-8E74-EB8BC9C330C4}"/>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0" name="Group 459">
              <a:extLst>
                <a:ext uri="{FF2B5EF4-FFF2-40B4-BE49-F238E27FC236}">
                  <a16:creationId xmlns:a16="http://schemas.microsoft.com/office/drawing/2014/main" id="{6480027A-C6CF-D74D-A342-F3EE54633FA0}"/>
                </a:ext>
              </a:extLst>
            </p:cNvPr>
            <p:cNvGrpSpPr/>
            <p:nvPr/>
          </p:nvGrpSpPr>
          <p:grpSpPr>
            <a:xfrm>
              <a:off x="9846130" y="3502221"/>
              <a:ext cx="571917" cy="607211"/>
              <a:chOff x="9846130" y="3502221"/>
              <a:chExt cx="571917" cy="607211"/>
            </a:xfrm>
          </p:grpSpPr>
          <p:sp>
            <p:nvSpPr>
              <p:cNvPr id="574" name="Freeform 917">
                <a:extLst>
                  <a:ext uri="{FF2B5EF4-FFF2-40B4-BE49-F238E27FC236}">
                    <a16:creationId xmlns:a16="http://schemas.microsoft.com/office/drawing/2014/main" id="{846385EA-7D91-F547-BC81-FC77126DF237}"/>
                  </a:ext>
                </a:extLst>
              </p:cNvPr>
              <p:cNvSpPr>
                <a:spLocks/>
              </p:cNvSpPr>
              <p:nvPr/>
            </p:nvSpPr>
            <p:spPr bwMode="auto">
              <a:xfrm>
                <a:off x="9904716" y="3925785"/>
                <a:ext cx="466702" cy="183647"/>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2676">
                    <a:moveTo>
                      <a:pt x="1334" y="12676"/>
                    </a:moveTo>
                    <a:lnTo>
                      <a:pt x="51" y="7461"/>
                    </a:lnTo>
                    <a:cubicBezTo>
                      <a:pt x="-117" y="4751"/>
                      <a:pt x="199" y="2710"/>
                      <a:pt x="30" y="0"/>
                    </a:cubicBezTo>
                    <a:lnTo>
                      <a:pt x="10000" y="6"/>
                    </a:lnTo>
                    <a:lnTo>
                      <a:pt x="1334" y="12676"/>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89" name="Group 588">
                <a:extLst>
                  <a:ext uri="{FF2B5EF4-FFF2-40B4-BE49-F238E27FC236}">
                    <a16:creationId xmlns:a16="http://schemas.microsoft.com/office/drawing/2014/main" id="{0318DF36-59E8-B646-A5EA-22C52DB7533C}"/>
                  </a:ext>
                </a:extLst>
              </p:cNvPr>
              <p:cNvGrpSpPr/>
              <p:nvPr/>
            </p:nvGrpSpPr>
            <p:grpSpPr>
              <a:xfrm>
                <a:off x="9846130" y="3502221"/>
                <a:ext cx="571917" cy="461666"/>
                <a:chOff x="9980560" y="726571"/>
                <a:chExt cx="659732" cy="461666"/>
              </a:xfrm>
            </p:grpSpPr>
            <p:sp>
              <p:nvSpPr>
                <p:cNvPr id="590" name="Rectangle 228">
                  <a:extLst>
                    <a:ext uri="{FF2B5EF4-FFF2-40B4-BE49-F238E27FC236}">
                      <a16:creationId xmlns:a16="http://schemas.microsoft.com/office/drawing/2014/main" id="{131C8400-834E-5345-B332-0CA44FC7426E}"/>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1" name="Rectangle 229">
                  <a:extLst>
                    <a:ext uri="{FF2B5EF4-FFF2-40B4-BE49-F238E27FC236}">
                      <a16:creationId xmlns:a16="http://schemas.microsoft.com/office/drawing/2014/main" id="{55AFC556-EB02-774A-AF5B-36D0B2144B8F}"/>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2" name="Text Box 230">
                  <a:extLst>
                    <a:ext uri="{FF2B5EF4-FFF2-40B4-BE49-F238E27FC236}">
                      <a16:creationId xmlns:a16="http://schemas.microsoft.com/office/drawing/2014/main" id="{8D3E0672-2F8A-B948-9454-93F597182C93}"/>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93" name="Straight Connector 592">
                  <a:extLst>
                    <a:ext uri="{FF2B5EF4-FFF2-40B4-BE49-F238E27FC236}">
                      <a16:creationId xmlns:a16="http://schemas.microsoft.com/office/drawing/2014/main" id="{8D2F48EB-4CEE-D44B-8209-C126FF35BBE2}"/>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0248C143-6367-CE41-9442-465AEAB8C7A6}"/>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1" name="Group 460">
              <a:extLst>
                <a:ext uri="{FF2B5EF4-FFF2-40B4-BE49-F238E27FC236}">
                  <a16:creationId xmlns:a16="http://schemas.microsoft.com/office/drawing/2014/main" id="{D0C86AC5-6FCF-FF4A-BC5F-A236021B8F1A}"/>
                </a:ext>
              </a:extLst>
            </p:cNvPr>
            <p:cNvGrpSpPr/>
            <p:nvPr/>
          </p:nvGrpSpPr>
          <p:grpSpPr>
            <a:xfrm>
              <a:off x="9554792" y="4299763"/>
              <a:ext cx="571917" cy="630904"/>
              <a:chOff x="9554792" y="4299763"/>
              <a:chExt cx="571917" cy="630904"/>
            </a:xfrm>
          </p:grpSpPr>
          <p:sp>
            <p:nvSpPr>
              <p:cNvPr id="595" name="Freeform 917">
                <a:extLst>
                  <a:ext uri="{FF2B5EF4-FFF2-40B4-BE49-F238E27FC236}">
                    <a16:creationId xmlns:a16="http://schemas.microsoft.com/office/drawing/2014/main" id="{5ED6F1FC-EC2E-3248-A181-32D9CFD8B2B9}"/>
                  </a:ext>
                </a:extLst>
              </p:cNvPr>
              <p:cNvSpPr>
                <a:spLocks/>
              </p:cNvSpPr>
              <p:nvPr/>
            </p:nvSpPr>
            <p:spPr bwMode="auto">
              <a:xfrm>
                <a:off x="9598301" y="4724405"/>
                <a:ext cx="466702" cy="20626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4237">
                    <a:moveTo>
                      <a:pt x="434" y="14237"/>
                    </a:moveTo>
                    <a:cubicBezTo>
                      <a:pt x="306" y="11978"/>
                      <a:pt x="179" y="9720"/>
                      <a:pt x="51" y="7461"/>
                    </a:cubicBezTo>
                    <a:cubicBezTo>
                      <a:pt x="-117" y="4751"/>
                      <a:pt x="199" y="2710"/>
                      <a:pt x="30" y="0"/>
                    </a:cubicBezTo>
                    <a:lnTo>
                      <a:pt x="10000" y="6"/>
                    </a:lnTo>
                    <a:lnTo>
                      <a:pt x="434" y="14237"/>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67" name="Group 566">
                <a:extLst>
                  <a:ext uri="{FF2B5EF4-FFF2-40B4-BE49-F238E27FC236}">
                    <a16:creationId xmlns:a16="http://schemas.microsoft.com/office/drawing/2014/main" id="{F3F36025-2038-BC49-AF0C-2475C376E0E9}"/>
                  </a:ext>
                </a:extLst>
              </p:cNvPr>
              <p:cNvGrpSpPr/>
              <p:nvPr/>
            </p:nvGrpSpPr>
            <p:grpSpPr>
              <a:xfrm>
                <a:off x="9554792" y="4299763"/>
                <a:ext cx="571917" cy="461666"/>
                <a:chOff x="9980560" y="726571"/>
                <a:chExt cx="659732" cy="461666"/>
              </a:xfrm>
            </p:grpSpPr>
            <p:sp>
              <p:nvSpPr>
                <p:cNvPr id="568" name="Rectangle 228">
                  <a:extLst>
                    <a:ext uri="{FF2B5EF4-FFF2-40B4-BE49-F238E27FC236}">
                      <a16:creationId xmlns:a16="http://schemas.microsoft.com/office/drawing/2014/main" id="{ED5E50F7-5461-574C-9AF9-CB79813E9BB7}"/>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9" name="Rectangle 229">
                  <a:extLst>
                    <a:ext uri="{FF2B5EF4-FFF2-40B4-BE49-F238E27FC236}">
                      <a16:creationId xmlns:a16="http://schemas.microsoft.com/office/drawing/2014/main" id="{2F7C9861-2086-4945-8713-75641140A371}"/>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0" name="Text Box 230">
                  <a:extLst>
                    <a:ext uri="{FF2B5EF4-FFF2-40B4-BE49-F238E27FC236}">
                      <a16:creationId xmlns:a16="http://schemas.microsoft.com/office/drawing/2014/main" id="{12582F5C-7D7F-2140-8A3F-3E4115557DF4}"/>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71" name="Straight Connector 570">
                  <a:extLst>
                    <a:ext uri="{FF2B5EF4-FFF2-40B4-BE49-F238E27FC236}">
                      <a16:creationId xmlns:a16="http://schemas.microsoft.com/office/drawing/2014/main" id="{4562A11B-D98F-9E4C-8877-765050F91F2E}"/>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2" name="Straight Connector 571">
                  <a:extLst>
                    <a:ext uri="{FF2B5EF4-FFF2-40B4-BE49-F238E27FC236}">
                      <a16:creationId xmlns:a16="http://schemas.microsoft.com/office/drawing/2014/main" id="{2D978BF9-AAF0-644C-A151-30CDCA01EAA8}"/>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2" name="Group 461">
              <a:extLst>
                <a:ext uri="{FF2B5EF4-FFF2-40B4-BE49-F238E27FC236}">
                  <a16:creationId xmlns:a16="http://schemas.microsoft.com/office/drawing/2014/main" id="{22F3DB9F-6BFB-3D4D-9EE3-40BAB140C142}"/>
                </a:ext>
              </a:extLst>
            </p:cNvPr>
            <p:cNvGrpSpPr/>
            <p:nvPr/>
          </p:nvGrpSpPr>
          <p:grpSpPr>
            <a:xfrm>
              <a:off x="10153753" y="4577638"/>
              <a:ext cx="628869" cy="576513"/>
              <a:chOff x="10153753" y="4577638"/>
              <a:chExt cx="628869" cy="576513"/>
            </a:xfrm>
          </p:grpSpPr>
          <p:sp>
            <p:nvSpPr>
              <p:cNvPr id="596" name="Freeform 917">
                <a:extLst>
                  <a:ext uri="{FF2B5EF4-FFF2-40B4-BE49-F238E27FC236}">
                    <a16:creationId xmlns:a16="http://schemas.microsoft.com/office/drawing/2014/main" id="{879A7AD4-7015-EA48-8AC1-1D4830161CB6}"/>
                  </a:ext>
                </a:extLst>
              </p:cNvPr>
              <p:cNvSpPr>
                <a:spLocks/>
              </p:cNvSpPr>
              <p:nvPr/>
            </p:nvSpPr>
            <p:spPr bwMode="auto">
              <a:xfrm>
                <a:off x="10153753" y="5002899"/>
                <a:ext cx="590332" cy="15125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 name="connsiteX0" fmla="*/ 434 w 12908"/>
                  <a:gd name="connsiteY0" fmla="*/ 14237 h 14237"/>
                  <a:gd name="connsiteX1" fmla="*/ 51 w 12908"/>
                  <a:gd name="connsiteY1" fmla="*/ 7461 h 14237"/>
                  <a:gd name="connsiteX2" fmla="*/ 30 w 12908"/>
                  <a:gd name="connsiteY2" fmla="*/ 0 h 14237"/>
                  <a:gd name="connsiteX3" fmla="*/ 12908 w 12908"/>
                  <a:gd name="connsiteY3" fmla="*/ 3797 h 14237"/>
                  <a:gd name="connsiteX4" fmla="*/ 434 w 12908"/>
                  <a:gd name="connsiteY4" fmla="*/ 14237 h 14237"/>
                  <a:gd name="connsiteX0" fmla="*/ 391 w 12865"/>
                  <a:gd name="connsiteY0" fmla="*/ 10892 h 10892"/>
                  <a:gd name="connsiteX1" fmla="*/ 8 w 12865"/>
                  <a:gd name="connsiteY1" fmla="*/ 4116 h 10892"/>
                  <a:gd name="connsiteX2" fmla="*/ 2479 w 12865"/>
                  <a:gd name="connsiteY2" fmla="*/ 0 h 10892"/>
                  <a:gd name="connsiteX3" fmla="*/ 12865 w 12865"/>
                  <a:gd name="connsiteY3" fmla="*/ 452 h 10892"/>
                  <a:gd name="connsiteX4" fmla="*/ 391 w 12865"/>
                  <a:gd name="connsiteY4" fmla="*/ 10892 h 10892"/>
                  <a:gd name="connsiteX0" fmla="*/ 183 w 12657"/>
                  <a:gd name="connsiteY0" fmla="*/ 10892 h 10892"/>
                  <a:gd name="connsiteX1" fmla="*/ 8 w 12657"/>
                  <a:gd name="connsiteY1" fmla="*/ 7238 h 10892"/>
                  <a:gd name="connsiteX2" fmla="*/ 2271 w 12657"/>
                  <a:gd name="connsiteY2" fmla="*/ 0 h 10892"/>
                  <a:gd name="connsiteX3" fmla="*/ 12657 w 12657"/>
                  <a:gd name="connsiteY3" fmla="*/ 452 h 10892"/>
                  <a:gd name="connsiteX4" fmla="*/ 183 w 12657"/>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440 h 10440"/>
                  <a:gd name="connsiteX1" fmla="*/ 0 w 12649"/>
                  <a:gd name="connsiteY1" fmla="*/ 6786 h 10440"/>
                  <a:gd name="connsiteX2" fmla="*/ 2263 w 12649"/>
                  <a:gd name="connsiteY2" fmla="*/ 217 h 10440"/>
                  <a:gd name="connsiteX3" fmla="*/ 12649 w 12649"/>
                  <a:gd name="connsiteY3" fmla="*/ 0 h 10440"/>
                  <a:gd name="connsiteX4" fmla="*/ 175 w 12649"/>
                  <a:gd name="connsiteY4" fmla="*/ 10440 h 10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9" h="10440">
                    <a:moveTo>
                      <a:pt x="175" y="10440"/>
                    </a:moveTo>
                    <a:cubicBezTo>
                      <a:pt x="47" y="8181"/>
                      <a:pt x="128" y="9045"/>
                      <a:pt x="0" y="6786"/>
                    </a:cubicBezTo>
                    <a:cubicBezTo>
                      <a:pt x="1563" y="2515"/>
                      <a:pt x="1463" y="3373"/>
                      <a:pt x="2263" y="217"/>
                    </a:cubicBezTo>
                    <a:lnTo>
                      <a:pt x="12649" y="0"/>
                    </a:lnTo>
                    <a:lnTo>
                      <a:pt x="175" y="1044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61" name="Group 560">
                <a:extLst>
                  <a:ext uri="{FF2B5EF4-FFF2-40B4-BE49-F238E27FC236}">
                    <a16:creationId xmlns:a16="http://schemas.microsoft.com/office/drawing/2014/main" id="{C29EA216-1A13-4648-B304-50B3793355C6}"/>
                  </a:ext>
                </a:extLst>
              </p:cNvPr>
              <p:cNvGrpSpPr/>
              <p:nvPr/>
            </p:nvGrpSpPr>
            <p:grpSpPr>
              <a:xfrm>
                <a:off x="10210705" y="4577638"/>
                <a:ext cx="571917" cy="461666"/>
                <a:chOff x="9980560" y="726571"/>
                <a:chExt cx="659732" cy="461666"/>
              </a:xfrm>
            </p:grpSpPr>
            <p:sp>
              <p:nvSpPr>
                <p:cNvPr id="562" name="Rectangle 228">
                  <a:extLst>
                    <a:ext uri="{FF2B5EF4-FFF2-40B4-BE49-F238E27FC236}">
                      <a16:creationId xmlns:a16="http://schemas.microsoft.com/office/drawing/2014/main" id="{DE075DD4-ED42-6A4D-AE73-7FF16B94014F}"/>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3" name="Rectangle 229">
                  <a:extLst>
                    <a:ext uri="{FF2B5EF4-FFF2-40B4-BE49-F238E27FC236}">
                      <a16:creationId xmlns:a16="http://schemas.microsoft.com/office/drawing/2014/main" id="{F7259EAC-8796-1E43-A2F4-D2BFE8251B24}"/>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4" name="Text Box 230">
                  <a:extLst>
                    <a:ext uri="{FF2B5EF4-FFF2-40B4-BE49-F238E27FC236}">
                      <a16:creationId xmlns:a16="http://schemas.microsoft.com/office/drawing/2014/main" id="{1FFEDBB2-C626-674C-897C-7265632ACAB1}"/>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65" name="Straight Connector 564">
                  <a:extLst>
                    <a:ext uri="{FF2B5EF4-FFF2-40B4-BE49-F238E27FC236}">
                      <a16:creationId xmlns:a16="http://schemas.microsoft.com/office/drawing/2014/main" id="{219CCEA3-E9D0-E24D-8DA6-838694003D85}"/>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6" name="Straight Connector 565">
                  <a:extLst>
                    <a:ext uri="{FF2B5EF4-FFF2-40B4-BE49-F238E27FC236}">
                      <a16:creationId xmlns:a16="http://schemas.microsoft.com/office/drawing/2014/main" id="{3166A4C7-E5AA-FA45-9EA8-29BB7351E88B}"/>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457" name="Freeform 456">
            <a:extLst>
              <a:ext uri="{FF2B5EF4-FFF2-40B4-BE49-F238E27FC236}">
                <a16:creationId xmlns:a16="http://schemas.microsoft.com/office/drawing/2014/main" id="{C29E3841-9511-CE48-9C97-7A796907B706}"/>
              </a:ext>
            </a:extLst>
          </p:cNvPr>
          <p:cNvSpPr/>
          <p:nvPr/>
        </p:nvSpPr>
        <p:spPr>
          <a:xfrm>
            <a:off x="7288696" y="3114260"/>
            <a:ext cx="3064097" cy="2683755"/>
          </a:xfrm>
          <a:custGeom>
            <a:avLst/>
            <a:gdLst>
              <a:gd name="connsiteX0" fmla="*/ 0 w 2769704"/>
              <a:gd name="connsiteY0" fmla="*/ 0 h 2637182"/>
              <a:gd name="connsiteX1" fmla="*/ 980661 w 2769704"/>
              <a:gd name="connsiteY1" fmla="*/ 1007165 h 2637182"/>
              <a:gd name="connsiteX2" fmla="*/ 2014330 w 2769704"/>
              <a:gd name="connsiteY2" fmla="*/ 993913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621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998374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753026 w 2769704"/>
              <a:gd name="connsiteY5" fmla="*/ 2050143 h 2637182"/>
              <a:gd name="connsiteX6" fmla="*/ 2769704 w 2769704"/>
              <a:gd name="connsiteY6" fmla="*/ 2637182 h 2637182"/>
              <a:gd name="connsiteX0" fmla="*/ 0 w 2753026"/>
              <a:gd name="connsiteY0" fmla="*/ 0 h 2628261"/>
              <a:gd name="connsiteX1" fmla="*/ 980661 w 2753026"/>
              <a:gd name="connsiteY1" fmla="*/ 1007165 h 2628261"/>
              <a:gd name="connsiteX2" fmla="*/ 2014330 w 2753026"/>
              <a:gd name="connsiteY2" fmla="*/ 1011756 h 2628261"/>
              <a:gd name="connsiteX3" fmla="*/ 2478156 w 2753026"/>
              <a:gd name="connsiteY3" fmla="*/ 1007165 h 2628261"/>
              <a:gd name="connsiteX4" fmla="*/ 2054087 w 2753026"/>
              <a:gd name="connsiteY4" fmla="*/ 1709530 h 2628261"/>
              <a:gd name="connsiteX5" fmla="*/ 2753026 w 2753026"/>
              <a:gd name="connsiteY5" fmla="*/ 2050143 h 2628261"/>
              <a:gd name="connsiteX6" fmla="*/ 2742942 w 2753026"/>
              <a:gd name="connsiteY6" fmla="*/ 2628261 h 2628261"/>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4 w 2760784"/>
              <a:gd name="connsiteY6" fmla="*/ 2820062 h 2820062"/>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3 w 2760784"/>
              <a:gd name="connsiteY6" fmla="*/ 2639768 h 2820062"/>
              <a:gd name="connsiteX7" fmla="*/ 2760784 w 2760784"/>
              <a:gd name="connsiteY7" fmla="*/ 2820062 h 2820062"/>
              <a:gd name="connsiteX0" fmla="*/ 0 w 3188991"/>
              <a:gd name="connsiteY0" fmla="*/ 0 h 2681787"/>
              <a:gd name="connsiteX1" fmla="*/ 980661 w 3188991"/>
              <a:gd name="connsiteY1" fmla="*/ 1007165 h 2681787"/>
              <a:gd name="connsiteX2" fmla="*/ 2014330 w 3188991"/>
              <a:gd name="connsiteY2" fmla="*/ 1011756 h 2681787"/>
              <a:gd name="connsiteX3" fmla="*/ 2478156 w 3188991"/>
              <a:gd name="connsiteY3" fmla="*/ 1007165 h 2681787"/>
              <a:gd name="connsiteX4" fmla="*/ 2054087 w 3188991"/>
              <a:gd name="connsiteY4" fmla="*/ 1709530 h 2681787"/>
              <a:gd name="connsiteX5" fmla="*/ 2753026 w 3188991"/>
              <a:gd name="connsiteY5" fmla="*/ 2050143 h 2681787"/>
              <a:gd name="connsiteX6" fmla="*/ 2760783 w 3188991"/>
              <a:gd name="connsiteY6" fmla="*/ 2639768 h 2681787"/>
              <a:gd name="connsiteX7" fmla="*/ 3188991 w 3188991"/>
              <a:gd name="connsiteY7" fmla="*/ 2681787 h 2681787"/>
              <a:gd name="connsiteX0" fmla="*/ 0 w 3188991"/>
              <a:gd name="connsiteY0" fmla="*/ 0 h 2691285"/>
              <a:gd name="connsiteX1" fmla="*/ 980661 w 3188991"/>
              <a:gd name="connsiteY1" fmla="*/ 1007165 h 2691285"/>
              <a:gd name="connsiteX2" fmla="*/ 2014330 w 3188991"/>
              <a:gd name="connsiteY2" fmla="*/ 1011756 h 2691285"/>
              <a:gd name="connsiteX3" fmla="*/ 2478156 w 3188991"/>
              <a:gd name="connsiteY3" fmla="*/ 1007165 h 2691285"/>
              <a:gd name="connsiteX4" fmla="*/ 2054087 w 3188991"/>
              <a:gd name="connsiteY4" fmla="*/ 1709530 h 2691285"/>
              <a:gd name="connsiteX5" fmla="*/ 2753026 w 3188991"/>
              <a:gd name="connsiteY5" fmla="*/ 2050143 h 2691285"/>
              <a:gd name="connsiteX6" fmla="*/ 2760783 w 3188991"/>
              <a:gd name="connsiteY6" fmla="*/ 2639768 h 2691285"/>
              <a:gd name="connsiteX7" fmla="*/ 3188991 w 3188991"/>
              <a:gd name="connsiteY7" fmla="*/ 2681787 h 2691285"/>
              <a:gd name="connsiteX0" fmla="*/ 0 w 3188991"/>
              <a:gd name="connsiteY0" fmla="*/ 0 h 2700394"/>
              <a:gd name="connsiteX1" fmla="*/ 980661 w 3188991"/>
              <a:gd name="connsiteY1" fmla="*/ 1007165 h 2700394"/>
              <a:gd name="connsiteX2" fmla="*/ 2014330 w 3188991"/>
              <a:gd name="connsiteY2" fmla="*/ 1011756 h 2700394"/>
              <a:gd name="connsiteX3" fmla="*/ 2478156 w 3188991"/>
              <a:gd name="connsiteY3" fmla="*/ 1007165 h 2700394"/>
              <a:gd name="connsiteX4" fmla="*/ 2054087 w 3188991"/>
              <a:gd name="connsiteY4" fmla="*/ 1709530 h 2700394"/>
              <a:gd name="connsiteX5" fmla="*/ 2753026 w 3188991"/>
              <a:gd name="connsiteY5" fmla="*/ 2050143 h 2700394"/>
              <a:gd name="connsiteX6" fmla="*/ 2765243 w 3188991"/>
              <a:gd name="connsiteY6" fmla="*/ 2662071 h 2700394"/>
              <a:gd name="connsiteX7" fmla="*/ 3188991 w 3188991"/>
              <a:gd name="connsiteY7" fmla="*/ 2681787 h 2700394"/>
              <a:gd name="connsiteX0" fmla="*/ 0 w 3188991"/>
              <a:gd name="connsiteY0" fmla="*/ 0 h 2686921"/>
              <a:gd name="connsiteX1" fmla="*/ 980661 w 3188991"/>
              <a:gd name="connsiteY1" fmla="*/ 1007165 h 2686921"/>
              <a:gd name="connsiteX2" fmla="*/ 2014330 w 3188991"/>
              <a:gd name="connsiteY2" fmla="*/ 1011756 h 2686921"/>
              <a:gd name="connsiteX3" fmla="*/ 2478156 w 3188991"/>
              <a:gd name="connsiteY3" fmla="*/ 1007165 h 2686921"/>
              <a:gd name="connsiteX4" fmla="*/ 2054087 w 3188991"/>
              <a:gd name="connsiteY4" fmla="*/ 1709530 h 2686921"/>
              <a:gd name="connsiteX5" fmla="*/ 2753026 w 3188991"/>
              <a:gd name="connsiteY5" fmla="*/ 2050143 h 2686921"/>
              <a:gd name="connsiteX6" fmla="*/ 2765243 w 3188991"/>
              <a:gd name="connsiteY6" fmla="*/ 2662071 h 2686921"/>
              <a:gd name="connsiteX7" fmla="*/ 3188991 w 3188991"/>
              <a:gd name="connsiteY7" fmla="*/ 2681787 h 2686921"/>
              <a:gd name="connsiteX0" fmla="*/ 0 w 3188991"/>
              <a:gd name="connsiteY0" fmla="*/ 0 h 2689619"/>
              <a:gd name="connsiteX1" fmla="*/ 980661 w 3188991"/>
              <a:gd name="connsiteY1" fmla="*/ 1007165 h 2689619"/>
              <a:gd name="connsiteX2" fmla="*/ 2014330 w 3188991"/>
              <a:gd name="connsiteY2" fmla="*/ 1011756 h 2689619"/>
              <a:gd name="connsiteX3" fmla="*/ 2478156 w 3188991"/>
              <a:gd name="connsiteY3" fmla="*/ 1007165 h 2689619"/>
              <a:gd name="connsiteX4" fmla="*/ 2054087 w 3188991"/>
              <a:gd name="connsiteY4" fmla="*/ 1709530 h 2689619"/>
              <a:gd name="connsiteX5" fmla="*/ 2753026 w 3188991"/>
              <a:gd name="connsiteY5" fmla="*/ 2050143 h 2689619"/>
              <a:gd name="connsiteX6" fmla="*/ 2769703 w 3188991"/>
              <a:gd name="connsiteY6" fmla="*/ 2675452 h 2689619"/>
              <a:gd name="connsiteX7" fmla="*/ 3188991 w 3188991"/>
              <a:gd name="connsiteY7" fmla="*/ 2681787 h 2689619"/>
              <a:gd name="connsiteX0" fmla="*/ 0 w 3188991"/>
              <a:gd name="connsiteY0" fmla="*/ 0 h 2681967"/>
              <a:gd name="connsiteX1" fmla="*/ 980661 w 3188991"/>
              <a:gd name="connsiteY1" fmla="*/ 1007165 h 2681967"/>
              <a:gd name="connsiteX2" fmla="*/ 2014330 w 3188991"/>
              <a:gd name="connsiteY2" fmla="*/ 1011756 h 2681967"/>
              <a:gd name="connsiteX3" fmla="*/ 2478156 w 3188991"/>
              <a:gd name="connsiteY3" fmla="*/ 1007165 h 2681967"/>
              <a:gd name="connsiteX4" fmla="*/ 2054087 w 3188991"/>
              <a:gd name="connsiteY4" fmla="*/ 1709530 h 2681967"/>
              <a:gd name="connsiteX5" fmla="*/ 2753026 w 3188991"/>
              <a:gd name="connsiteY5" fmla="*/ 2050143 h 2681967"/>
              <a:gd name="connsiteX6" fmla="*/ 2769703 w 3188991"/>
              <a:gd name="connsiteY6" fmla="*/ 2675452 h 2681967"/>
              <a:gd name="connsiteX7" fmla="*/ 3188991 w 3188991"/>
              <a:gd name="connsiteY7" fmla="*/ 2681787 h 2681967"/>
              <a:gd name="connsiteX0" fmla="*/ 0 w 3188991"/>
              <a:gd name="connsiteY0" fmla="*/ 0 h 2687647"/>
              <a:gd name="connsiteX1" fmla="*/ 980661 w 3188991"/>
              <a:gd name="connsiteY1" fmla="*/ 1007165 h 2687647"/>
              <a:gd name="connsiteX2" fmla="*/ 2014330 w 3188991"/>
              <a:gd name="connsiteY2" fmla="*/ 1011756 h 2687647"/>
              <a:gd name="connsiteX3" fmla="*/ 2478156 w 3188991"/>
              <a:gd name="connsiteY3" fmla="*/ 1007165 h 2687647"/>
              <a:gd name="connsiteX4" fmla="*/ 2054087 w 3188991"/>
              <a:gd name="connsiteY4" fmla="*/ 1709530 h 2687647"/>
              <a:gd name="connsiteX5" fmla="*/ 2753026 w 3188991"/>
              <a:gd name="connsiteY5" fmla="*/ 2050143 h 2687647"/>
              <a:gd name="connsiteX6" fmla="*/ 2769703 w 3188991"/>
              <a:gd name="connsiteY6" fmla="*/ 2675452 h 2687647"/>
              <a:gd name="connsiteX7" fmla="*/ 3188991 w 3188991"/>
              <a:gd name="connsiteY7" fmla="*/ 2681787 h 2687647"/>
              <a:gd name="connsiteX0" fmla="*/ 0 w 3064097"/>
              <a:gd name="connsiteY0" fmla="*/ 0 h 2687647"/>
              <a:gd name="connsiteX1" fmla="*/ 980661 w 3064097"/>
              <a:gd name="connsiteY1" fmla="*/ 1007165 h 2687647"/>
              <a:gd name="connsiteX2" fmla="*/ 2014330 w 3064097"/>
              <a:gd name="connsiteY2" fmla="*/ 1011756 h 2687647"/>
              <a:gd name="connsiteX3" fmla="*/ 2478156 w 3064097"/>
              <a:gd name="connsiteY3" fmla="*/ 1007165 h 2687647"/>
              <a:gd name="connsiteX4" fmla="*/ 2054087 w 3064097"/>
              <a:gd name="connsiteY4" fmla="*/ 1709530 h 2687647"/>
              <a:gd name="connsiteX5" fmla="*/ 2753026 w 3064097"/>
              <a:gd name="connsiteY5" fmla="*/ 2050143 h 2687647"/>
              <a:gd name="connsiteX6" fmla="*/ 2769703 w 3064097"/>
              <a:gd name="connsiteY6" fmla="*/ 2675452 h 2687647"/>
              <a:gd name="connsiteX7" fmla="*/ 3064097 w 3064097"/>
              <a:gd name="connsiteY7" fmla="*/ 2681787 h 2687647"/>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64097" h="2683755">
                <a:moveTo>
                  <a:pt x="0" y="0"/>
                </a:moveTo>
                <a:lnTo>
                  <a:pt x="980661" y="1007165"/>
                </a:lnTo>
                <a:lnTo>
                  <a:pt x="2014330" y="1011756"/>
                </a:lnTo>
                <a:lnTo>
                  <a:pt x="2478156" y="1007165"/>
                </a:lnTo>
                <a:lnTo>
                  <a:pt x="2054087" y="1709530"/>
                </a:lnTo>
                <a:lnTo>
                  <a:pt x="2753026" y="2050143"/>
                </a:lnTo>
                <a:lnTo>
                  <a:pt x="2769703" y="2675452"/>
                </a:lnTo>
                <a:cubicBezTo>
                  <a:pt x="2903519" y="2686485"/>
                  <a:pt x="2930284" y="2684136"/>
                  <a:pt x="3064097" y="2681787"/>
                </a:cubicBezTo>
              </a:path>
            </a:pathLst>
          </a:custGeom>
          <a:noFill/>
          <a:ln w="31750">
            <a:solidFill>
              <a:srgbClr val="C0000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B7C8E70B-CD71-5344-8A10-A97CD4A21DD6}"/>
              </a:ext>
            </a:extLst>
          </p:cNvPr>
          <p:cNvGrpSpPr/>
          <p:nvPr/>
        </p:nvGrpSpPr>
        <p:grpSpPr>
          <a:xfrm>
            <a:off x="6543892" y="2922262"/>
            <a:ext cx="3175" cy="379738"/>
            <a:chOff x="6543892" y="2922262"/>
            <a:chExt cx="3175" cy="379738"/>
          </a:xfrm>
        </p:grpSpPr>
        <p:cxnSp>
          <p:nvCxnSpPr>
            <p:cNvPr id="4" name="Straight Arrow Connector 3">
              <a:extLst>
                <a:ext uri="{FF2B5EF4-FFF2-40B4-BE49-F238E27FC236}">
                  <a16:creationId xmlns:a16="http://schemas.microsoft.com/office/drawing/2014/main" id="{6BDA0B02-D308-914F-B9AF-9B30A608DC39}"/>
                </a:ext>
              </a:extLst>
            </p:cNvPr>
            <p:cNvCxnSpPr>
              <a:cxnSpLocks/>
            </p:cNvCxnSpPr>
            <p:nvPr/>
          </p:nvCxnSpPr>
          <p:spPr>
            <a:xfrm flipV="1">
              <a:off x="6543892" y="2922262"/>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539" name="Straight Arrow Connector 538">
              <a:extLst>
                <a:ext uri="{FF2B5EF4-FFF2-40B4-BE49-F238E27FC236}">
                  <a16:creationId xmlns:a16="http://schemas.microsoft.com/office/drawing/2014/main" id="{57B8E898-44FB-B841-AE65-AE09A8A0CFEB}"/>
                </a:ext>
              </a:extLst>
            </p:cNvPr>
            <p:cNvCxnSpPr>
              <a:cxnSpLocks/>
            </p:cNvCxnSpPr>
            <p:nvPr/>
          </p:nvCxnSpPr>
          <p:spPr>
            <a:xfrm>
              <a:off x="6547067" y="3154037"/>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41" name="Group 540">
            <a:extLst>
              <a:ext uri="{FF2B5EF4-FFF2-40B4-BE49-F238E27FC236}">
                <a16:creationId xmlns:a16="http://schemas.microsoft.com/office/drawing/2014/main" id="{B56D1341-8122-3F4B-B605-EEF86D2EC3FE}"/>
              </a:ext>
            </a:extLst>
          </p:cNvPr>
          <p:cNvGrpSpPr/>
          <p:nvPr/>
        </p:nvGrpSpPr>
        <p:grpSpPr>
          <a:xfrm>
            <a:off x="11233367" y="5608312"/>
            <a:ext cx="3175" cy="379738"/>
            <a:chOff x="6543892" y="2922262"/>
            <a:chExt cx="3175" cy="379738"/>
          </a:xfrm>
        </p:grpSpPr>
        <p:cxnSp>
          <p:nvCxnSpPr>
            <p:cNvPr id="542" name="Straight Arrow Connector 541">
              <a:extLst>
                <a:ext uri="{FF2B5EF4-FFF2-40B4-BE49-F238E27FC236}">
                  <a16:creationId xmlns:a16="http://schemas.microsoft.com/office/drawing/2014/main" id="{8548ACDB-2213-B74B-9620-96BE011EBED2}"/>
                </a:ext>
              </a:extLst>
            </p:cNvPr>
            <p:cNvCxnSpPr>
              <a:cxnSpLocks/>
            </p:cNvCxnSpPr>
            <p:nvPr/>
          </p:nvCxnSpPr>
          <p:spPr>
            <a:xfrm flipV="1">
              <a:off x="6543892" y="2922262"/>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543" name="Straight Arrow Connector 542">
              <a:extLst>
                <a:ext uri="{FF2B5EF4-FFF2-40B4-BE49-F238E27FC236}">
                  <a16:creationId xmlns:a16="http://schemas.microsoft.com/office/drawing/2014/main" id="{B997A270-0B54-B346-940E-141C5BCBA349}"/>
                </a:ext>
              </a:extLst>
            </p:cNvPr>
            <p:cNvCxnSpPr>
              <a:cxnSpLocks/>
            </p:cNvCxnSpPr>
            <p:nvPr/>
          </p:nvCxnSpPr>
          <p:spPr>
            <a:xfrm>
              <a:off x="6547067" y="3154037"/>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sp>
        <p:nvSpPr>
          <p:cNvPr id="544" name="Slide Number Placeholder 4">
            <a:extLst>
              <a:ext uri="{FF2B5EF4-FFF2-40B4-BE49-F238E27FC236}">
                <a16:creationId xmlns:a16="http://schemas.microsoft.com/office/drawing/2014/main" id="{78A6B799-8B01-D64E-9924-2C0FA4115D5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a:t>
            </a:fld>
            <a:endParaRPr lang="en-US" dirty="0"/>
          </a:p>
        </p:txBody>
      </p:sp>
    </p:spTree>
    <p:extLst>
      <p:ext uri="{BB962C8B-B14F-4D97-AF65-F5344CB8AC3E}">
        <p14:creationId xmlns:p14="http://schemas.microsoft.com/office/powerpoint/2010/main" val="27728691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par>
                                <p:cTn id="8" presetID="22" presetClass="entr" presetSubtype="2" fill="hold" nodeType="withEffect">
                                  <p:stCondLst>
                                    <p:cond delay="0"/>
                                  </p:stCondLst>
                                  <p:childTnLst>
                                    <p:set>
                                      <p:cBhvr>
                                        <p:cTn id="9" dur="1" fill="hold">
                                          <p:stCondLst>
                                            <p:cond delay="0"/>
                                          </p:stCondLst>
                                        </p:cTn>
                                        <p:tgtEl>
                                          <p:spTgt spid="474"/>
                                        </p:tgtEl>
                                        <p:attrNameLst>
                                          <p:attrName>style.visibility</p:attrName>
                                        </p:attrNameLst>
                                      </p:cBhvr>
                                      <p:to>
                                        <p:strVal val="visible"/>
                                      </p:to>
                                    </p:set>
                                    <p:animEffect transition="in" filter="wipe(right)">
                                      <p:cBhvr>
                                        <p:cTn id="10" dur="500"/>
                                        <p:tgtEl>
                                          <p:spTgt spid="474"/>
                                        </p:tgtEl>
                                      </p:cBhvr>
                                    </p:animEffect>
                                  </p:childTnLst>
                                </p:cTn>
                              </p:par>
                              <p:par>
                                <p:cTn id="11" presetID="22" presetClass="entr" presetSubtype="8" fill="hold" nodeType="withEffect">
                                  <p:stCondLst>
                                    <p:cond delay="0"/>
                                  </p:stCondLst>
                                  <p:childTnLst>
                                    <p:set>
                                      <p:cBhvr>
                                        <p:cTn id="12" dur="1" fill="hold">
                                          <p:stCondLst>
                                            <p:cond delay="0"/>
                                          </p:stCondLst>
                                        </p:cTn>
                                        <p:tgtEl>
                                          <p:spTgt spid="464"/>
                                        </p:tgtEl>
                                        <p:attrNameLst>
                                          <p:attrName>style.visibility</p:attrName>
                                        </p:attrNameLst>
                                      </p:cBhvr>
                                      <p:to>
                                        <p:strVal val="visible"/>
                                      </p:to>
                                    </p:set>
                                    <p:animEffect transition="in" filter="wipe(left)">
                                      <p:cBhvr>
                                        <p:cTn id="13" dur="500"/>
                                        <p:tgtEl>
                                          <p:spTgt spid="464"/>
                                        </p:tgtEl>
                                      </p:cBhvr>
                                    </p:animEffect>
                                  </p:childTnLst>
                                </p:cTn>
                              </p:par>
                              <p:par>
                                <p:cTn id="14" presetID="9" presetClass="entr" presetSubtype="0" fill="hold" nodeType="withEffect">
                                  <p:stCondLst>
                                    <p:cond delay="0"/>
                                  </p:stCondLst>
                                  <p:childTnLst>
                                    <p:set>
                                      <p:cBhvr>
                                        <p:cTn id="15" dur="1" fill="hold">
                                          <p:stCondLst>
                                            <p:cond delay="0"/>
                                          </p:stCondLst>
                                        </p:cTn>
                                        <p:tgtEl>
                                          <p:spTgt spid="6">
                                            <p:txEl>
                                              <p:pRg st="1" end="1"/>
                                            </p:txEl>
                                          </p:spTgt>
                                        </p:tgtEl>
                                        <p:attrNameLst>
                                          <p:attrName>style.visibility</p:attrName>
                                        </p:attrNameLst>
                                      </p:cBhvr>
                                      <p:to>
                                        <p:strVal val="visible"/>
                                      </p:to>
                                    </p:set>
                                    <p:animEffect transition="in" filter="dissolve">
                                      <p:cBhvr>
                                        <p:cTn id="16" dur="500"/>
                                        <p:tgtEl>
                                          <p:spTgt spid="6">
                                            <p:txEl>
                                              <p:pRg st="1" end="1"/>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6">
                                            <p:txEl>
                                              <p:pRg st="2" end="2"/>
                                            </p:txEl>
                                          </p:spTgt>
                                        </p:tgtEl>
                                        <p:attrNameLst>
                                          <p:attrName>style.visibility</p:attrName>
                                        </p:attrNameLst>
                                      </p:cBhvr>
                                      <p:to>
                                        <p:strVal val="visible"/>
                                      </p:to>
                                    </p:set>
                                    <p:animEffect transition="in" filter="dissolve">
                                      <p:cBhvr>
                                        <p:cTn id="19" dur="500"/>
                                        <p:tgtEl>
                                          <p:spTgt spid="6">
                                            <p:txEl>
                                              <p:pRg st="2" end="2"/>
                                            </p:txEl>
                                          </p:spTgt>
                                        </p:tgtEl>
                                      </p:cBhvr>
                                    </p:animEffect>
                                  </p:childTnLst>
                                </p:cTn>
                              </p:par>
                              <p:par>
                                <p:cTn id="20" presetID="9" presetClass="entr" presetSubtype="0" fill="hold" nodeType="with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dissolve">
                                      <p:cBhvr>
                                        <p:cTn id="22" dur="500"/>
                                        <p:tgtEl>
                                          <p:spTgt spid="7"/>
                                        </p:tgtEl>
                                      </p:cBhvr>
                                    </p:animEffect>
                                  </p:childTnLst>
                                </p:cTn>
                              </p:par>
                              <p:par>
                                <p:cTn id="23" presetID="9" presetClass="entr" presetSubtype="0" fill="hold" nodeType="withEffect">
                                  <p:stCondLst>
                                    <p:cond delay="0"/>
                                  </p:stCondLst>
                                  <p:childTnLst>
                                    <p:set>
                                      <p:cBhvr>
                                        <p:cTn id="24" dur="1" fill="hold">
                                          <p:stCondLst>
                                            <p:cond delay="0"/>
                                          </p:stCondLst>
                                        </p:cTn>
                                        <p:tgtEl>
                                          <p:spTgt spid="541"/>
                                        </p:tgtEl>
                                        <p:attrNameLst>
                                          <p:attrName>style.visibility</p:attrName>
                                        </p:attrNameLst>
                                      </p:cBhvr>
                                      <p:to>
                                        <p:strVal val="visible"/>
                                      </p:to>
                                    </p:set>
                                    <p:animEffect transition="in" filter="dissolve">
                                      <p:cBhvr>
                                        <p:cTn id="25" dur="500"/>
                                        <p:tgtEl>
                                          <p:spTgt spid="541"/>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6">
                                            <p:txEl>
                                              <p:pRg st="3" end="3"/>
                                            </p:txEl>
                                          </p:spTgt>
                                        </p:tgtEl>
                                        <p:attrNameLst>
                                          <p:attrName>style.visibility</p:attrName>
                                        </p:attrNameLst>
                                      </p:cBhvr>
                                      <p:to>
                                        <p:strVal val="visible"/>
                                      </p:to>
                                    </p:set>
                                    <p:animEffect transition="in" filter="dissolve">
                                      <p:cBhvr>
                                        <p:cTn id="30" dur="500"/>
                                        <p:tgtEl>
                                          <p:spTgt spid="6">
                                            <p:txEl>
                                              <p:pRg st="3" end="3"/>
                                            </p:txEl>
                                          </p:spTgt>
                                        </p:tgtEl>
                                      </p:cBhvr>
                                    </p:animEffect>
                                  </p:childTnLst>
                                </p:cTn>
                              </p:par>
                            </p:childTnLst>
                          </p:cTn>
                        </p:par>
                        <p:par>
                          <p:cTn id="31" fill="hold">
                            <p:stCondLst>
                              <p:cond delay="500"/>
                            </p:stCondLst>
                            <p:childTnLst>
                              <p:par>
                                <p:cTn id="32" presetID="9" presetClass="entr" presetSubtype="0" fill="hold" nodeType="afterEffect">
                                  <p:stCondLst>
                                    <p:cond delay="0"/>
                                  </p:stCondLst>
                                  <p:childTnLst>
                                    <p:set>
                                      <p:cBhvr>
                                        <p:cTn id="33" dur="1" fill="hold">
                                          <p:stCondLst>
                                            <p:cond delay="0"/>
                                          </p:stCondLst>
                                        </p:cTn>
                                        <p:tgtEl>
                                          <p:spTgt spid="473"/>
                                        </p:tgtEl>
                                        <p:attrNameLst>
                                          <p:attrName>style.visibility</p:attrName>
                                        </p:attrNameLst>
                                      </p:cBhvr>
                                      <p:to>
                                        <p:strVal val="visible"/>
                                      </p:to>
                                    </p:set>
                                    <p:animEffect transition="in" filter="dissolve">
                                      <p:cBhvr>
                                        <p:cTn id="34" dur="1000"/>
                                        <p:tgtEl>
                                          <p:spTgt spid="473"/>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nodeType="clickEffect">
                                  <p:stCondLst>
                                    <p:cond delay="0"/>
                                  </p:stCondLst>
                                  <p:childTnLst>
                                    <p:set>
                                      <p:cBhvr>
                                        <p:cTn id="38" dur="1" fill="hold">
                                          <p:stCondLst>
                                            <p:cond delay="0"/>
                                          </p:stCondLst>
                                        </p:cTn>
                                        <p:tgtEl>
                                          <p:spTgt spid="6">
                                            <p:txEl>
                                              <p:pRg st="4" end="4"/>
                                            </p:txEl>
                                          </p:spTgt>
                                        </p:tgtEl>
                                        <p:attrNameLst>
                                          <p:attrName>style.visibility</p:attrName>
                                        </p:attrNameLst>
                                      </p:cBhvr>
                                      <p:to>
                                        <p:strVal val="visible"/>
                                      </p:to>
                                    </p:set>
                                    <p:animEffect transition="in" filter="dissolve">
                                      <p:cBhvr>
                                        <p:cTn id="39" dur="500"/>
                                        <p:tgtEl>
                                          <p:spTgt spid="6">
                                            <p:txEl>
                                              <p:pRg st="4" end="4"/>
                                            </p:txEl>
                                          </p:spTgt>
                                        </p:tgtEl>
                                      </p:cBhvr>
                                    </p:animEffect>
                                  </p:childTnLst>
                                </p:cTn>
                              </p:par>
                            </p:childTnLst>
                          </p:cTn>
                        </p:par>
                        <p:par>
                          <p:cTn id="40" fill="hold">
                            <p:stCondLst>
                              <p:cond delay="500"/>
                            </p:stCondLst>
                            <p:childTnLst>
                              <p:par>
                                <p:cTn id="41" presetID="9" presetClass="entr" presetSubtype="0" fill="hold" grpId="0" nodeType="afterEffect">
                                  <p:stCondLst>
                                    <p:cond delay="0"/>
                                  </p:stCondLst>
                                  <p:childTnLst>
                                    <p:set>
                                      <p:cBhvr>
                                        <p:cTn id="42" dur="1" fill="hold">
                                          <p:stCondLst>
                                            <p:cond delay="0"/>
                                          </p:stCondLst>
                                        </p:cTn>
                                        <p:tgtEl>
                                          <p:spTgt spid="457"/>
                                        </p:tgtEl>
                                        <p:attrNameLst>
                                          <p:attrName>style.visibility</p:attrName>
                                        </p:attrNameLst>
                                      </p:cBhvr>
                                      <p:to>
                                        <p:strVal val="visible"/>
                                      </p:to>
                                    </p:set>
                                    <p:animEffect transition="in" filter="dissolve">
                                      <p:cBhvr>
                                        <p:cTn id="43" dur="1000"/>
                                        <p:tgtEl>
                                          <p:spTgt spid="457"/>
                                        </p:tgtEl>
                                      </p:cBhvr>
                                    </p:animEffect>
                                  </p:childTnLst>
                                </p:cTn>
                              </p:par>
                              <p:par>
                                <p:cTn id="44" presetID="9" presetClass="entr" presetSubtype="0" fill="hold" nodeType="withEffect">
                                  <p:stCondLst>
                                    <p:cond delay="0"/>
                                  </p:stCondLst>
                                  <p:childTnLst>
                                    <p:set>
                                      <p:cBhvr>
                                        <p:cTn id="45" dur="1" fill="hold">
                                          <p:stCondLst>
                                            <p:cond delay="0"/>
                                          </p:stCondLst>
                                        </p:cTn>
                                        <p:tgtEl>
                                          <p:spTgt spid="6">
                                            <p:txEl>
                                              <p:pRg st="5" end="5"/>
                                            </p:txEl>
                                          </p:spTgt>
                                        </p:tgtEl>
                                        <p:attrNameLst>
                                          <p:attrName>style.visibility</p:attrName>
                                        </p:attrNameLst>
                                      </p:cBhvr>
                                      <p:to>
                                        <p:strVal val="visible"/>
                                      </p:to>
                                    </p:set>
                                    <p:animEffect transition="in" filter="dissolve">
                                      <p:cBhvr>
                                        <p:cTn id="46" dur="500"/>
                                        <p:tgtEl>
                                          <p:spTgt spid="6">
                                            <p:txEl>
                                              <p:pRg st="5" end="5"/>
                                            </p:txEl>
                                          </p:spTgt>
                                        </p:tgtEl>
                                      </p:cBhvr>
                                    </p:animEffect>
                                  </p:childTnLst>
                                </p:cTn>
                              </p:par>
                              <p:par>
                                <p:cTn id="47" presetID="9" presetClass="entr" presetSubtype="0" fill="hold" nodeType="withEffect">
                                  <p:stCondLst>
                                    <p:cond delay="0"/>
                                  </p:stCondLst>
                                  <p:childTnLst>
                                    <p:set>
                                      <p:cBhvr>
                                        <p:cTn id="48" dur="1" fill="hold">
                                          <p:stCondLst>
                                            <p:cond delay="0"/>
                                          </p:stCondLst>
                                        </p:cTn>
                                        <p:tgtEl>
                                          <p:spTgt spid="6">
                                            <p:txEl>
                                              <p:pRg st="6" end="6"/>
                                            </p:txEl>
                                          </p:spTgt>
                                        </p:tgtEl>
                                        <p:attrNameLst>
                                          <p:attrName>style.visibility</p:attrName>
                                        </p:attrNameLst>
                                      </p:cBhvr>
                                      <p:to>
                                        <p:strVal val="visible"/>
                                      </p:to>
                                    </p:set>
                                    <p:animEffect transition="in" filter="dissolve">
                                      <p:cBhvr>
                                        <p:cTn id="49" dur="500"/>
                                        <p:tgtEl>
                                          <p:spTgt spid="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7"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Two key network-layer functions</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877956" y="1666601"/>
            <a:ext cx="5181600" cy="1890791"/>
          </a:xfrm>
        </p:spPr>
        <p:txBody>
          <a:bodyPr/>
          <a:lstStyle/>
          <a:p>
            <a:pPr marL="0" indent="0">
              <a:spcBef>
                <a:spcPts val="600"/>
              </a:spcBef>
              <a:buNone/>
            </a:pPr>
            <a:r>
              <a:rPr lang="en-US" altLang="en-US" sz="3200" dirty="0">
                <a:solidFill>
                  <a:srgbClr val="CC0000"/>
                </a:solidFill>
                <a:ea typeface="ＭＳ Ｐゴシック" panose="020B0600070205080204" pitchFamily="34" charset="-128"/>
                <a:cs typeface="ＭＳ Ｐゴシック" panose="020B0600070205080204" pitchFamily="34" charset="-128"/>
              </a:rPr>
              <a:t>network-layer functions:</a:t>
            </a:r>
          </a:p>
          <a:p>
            <a:pPr indent="-234950">
              <a:spcBef>
                <a:spcPts val="600"/>
              </a:spcBef>
            </a:pPr>
            <a:r>
              <a:rPr lang="en-US" altLang="en-US" i="1" dirty="0">
                <a:solidFill>
                  <a:srgbClr val="000099"/>
                </a:solidFill>
                <a:ea typeface="ＭＳ Ｐゴシック" panose="020B0600070205080204" pitchFamily="34" charset="-128"/>
                <a:cs typeface="ＭＳ Ｐゴシック" panose="020B0600070205080204" pitchFamily="34" charset="-128"/>
              </a:rPr>
              <a:t>forwarding:</a:t>
            </a:r>
            <a:r>
              <a:rPr lang="en-US" altLang="en-US" dirty="0">
                <a:ea typeface="ＭＳ Ｐゴシック" panose="020B0600070205080204" pitchFamily="34" charset="-128"/>
                <a:cs typeface="ＭＳ Ｐゴシック" panose="020B0600070205080204" pitchFamily="34" charset="-128"/>
              </a:rPr>
              <a:t> move packets from a router’</a:t>
            </a:r>
            <a:r>
              <a:rPr lang="en-US" altLang="ja-JP" dirty="0">
                <a:ea typeface="ＭＳ Ｐゴシック" panose="020B0600070205080204" pitchFamily="34" charset="-128"/>
                <a:cs typeface="ＭＳ Ｐゴシック" panose="020B0600070205080204" pitchFamily="34" charset="-128"/>
              </a:rPr>
              <a:t>s input link to appropriate router output link</a:t>
            </a:r>
          </a:p>
          <a:p>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172200" y="1693105"/>
            <a:ext cx="5181600" cy="4351338"/>
          </a:xfrm>
        </p:spPr>
        <p:txBody>
          <a:bodyPr/>
          <a:lstStyle/>
          <a:p>
            <a:pPr marL="342900" indent="-342900">
              <a:lnSpc>
                <a:spcPct val="85000"/>
              </a:lnSpc>
              <a:spcBef>
                <a:spcPts val="600"/>
              </a:spcBef>
              <a:buClr>
                <a:srgbClr val="000099"/>
              </a:buClr>
              <a:buSzPct val="65000"/>
              <a:buFont typeface="Wingdings" charset="0"/>
              <a:buNone/>
              <a:defRPr/>
            </a:pPr>
            <a:r>
              <a:rPr lang="en-US" sz="3200" dirty="0">
                <a:solidFill>
                  <a:srgbClr val="CC0000"/>
                </a:solidFill>
                <a:ea typeface="ＭＳ Ｐゴシック" charset="0"/>
                <a:cs typeface="ＭＳ Ｐゴシック" charset="0"/>
              </a:rPr>
              <a:t>analogy: taking a trip</a:t>
            </a:r>
          </a:p>
          <a:p>
            <a:pPr indent="-234950">
              <a:lnSpc>
                <a:spcPct val="85000"/>
              </a:lnSpc>
              <a:spcBef>
                <a:spcPts val="600"/>
              </a:spcBef>
              <a:buClr>
                <a:srgbClr val="000099"/>
              </a:buClr>
              <a:buSzPct val="100000"/>
              <a:buFont typeface="Wingdings" charset="2"/>
              <a:buChar char="§"/>
              <a:defRPr/>
            </a:pPr>
            <a:r>
              <a:rPr lang="en-US" i="1" dirty="0">
                <a:solidFill>
                  <a:srgbClr val="000099"/>
                </a:solidFill>
                <a:ea typeface="ＭＳ Ｐゴシック" charset="0"/>
                <a:cs typeface="ＭＳ Ｐゴシック" charset="0"/>
              </a:rPr>
              <a:t>forwarding</a:t>
            </a:r>
            <a:r>
              <a:rPr lang="en-US" i="1" dirty="0">
                <a:solidFill>
                  <a:schemeClr val="accent2"/>
                </a:solidFill>
                <a:ea typeface="ＭＳ Ｐゴシック" charset="0"/>
                <a:cs typeface="ＭＳ Ｐゴシック" charset="0"/>
              </a:rPr>
              <a:t>:</a:t>
            </a:r>
            <a:r>
              <a:rPr lang="en-US" dirty="0">
                <a:ea typeface="ＭＳ Ｐゴシック" charset="0"/>
                <a:cs typeface="ＭＳ Ｐゴシック" charset="0"/>
              </a:rPr>
              <a:t> process of getting through single interchange</a:t>
            </a:r>
          </a:p>
          <a:p>
            <a:pPr marL="130175" indent="0">
              <a:buNone/>
            </a:pPr>
            <a:endParaRPr lang="en-US" dirty="0"/>
          </a:p>
        </p:txBody>
      </p:sp>
      <p:grpSp>
        <p:nvGrpSpPr>
          <p:cNvPr id="12" name="Group 11">
            <a:extLst>
              <a:ext uri="{FF2B5EF4-FFF2-40B4-BE49-F238E27FC236}">
                <a16:creationId xmlns:a16="http://schemas.microsoft.com/office/drawing/2014/main" id="{68371013-A5FC-6449-8EBD-FFD24F88C1EA}"/>
              </a:ext>
            </a:extLst>
          </p:cNvPr>
          <p:cNvGrpSpPr/>
          <p:nvPr/>
        </p:nvGrpSpPr>
        <p:grpSpPr>
          <a:xfrm>
            <a:off x="6519334" y="4075932"/>
            <a:ext cx="2227101" cy="1745933"/>
            <a:chOff x="6519334" y="4075932"/>
            <a:chExt cx="2227101" cy="1745933"/>
          </a:xfrm>
        </p:grpSpPr>
        <p:pic>
          <p:nvPicPr>
            <p:cNvPr id="7" name="Picture 4" descr="Why traffic apps make congestion worse | Berkeley News">
              <a:extLst>
                <a:ext uri="{FF2B5EF4-FFF2-40B4-BE49-F238E27FC236}">
                  <a16:creationId xmlns:a16="http://schemas.microsoft.com/office/drawing/2014/main" id="{CD6CA999-26EA-C043-A05F-7FF647C236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06213" y="4075932"/>
              <a:ext cx="2140222" cy="1426815"/>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id="{D296BA12-D229-844C-A5E1-61D8CC428F53}"/>
                </a:ext>
              </a:extLst>
            </p:cNvPr>
            <p:cNvSpPr txBox="1"/>
            <p:nvPr/>
          </p:nvSpPr>
          <p:spPr>
            <a:xfrm>
              <a:off x="6519334" y="5452533"/>
              <a:ext cx="12092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forwarding</a:t>
              </a:r>
            </a:p>
          </p:txBody>
        </p:sp>
      </p:grpSp>
      <p:grpSp>
        <p:nvGrpSpPr>
          <p:cNvPr id="13" name="Group 12">
            <a:extLst>
              <a:ext uri="{FF2B5EF4-FFF2-40B4-BE49-F238E27FC236}">
                <a16:creationId xmlns:a16="http://schemas.microsoft.com/office/drawing/2014/main" id="{88DBC121-CDA2-B741-8F45-B80ACE3E69DE}"/>
              </a:ext>
            </a:extLst>
          </p:cNvPr>
          <p:cNvGrpSpPr/>
          <p:nvPr/>
        </p:nvGrpSpPr>
        <p:grpSpPr>
          <a:xfrm>
            <a:off x="8314267" y="4706696"/>
            <a:ext cx="2953118" cy="1640102"/>
            <a:chOff x="8314267" y="4706696"/>
            <a:chExt cx="2953118" cy="1640102"/>
          </a:xfrm>
        </p:grpSpPr>
        <p:pic>
          <p:nvPicPr>
            <p:cNvPr id="9" name="Picture 8">
              <a:extLst>
                <a:ext uri="{FF2B5EF4-FFF2-40B4-BE49-F238E27FC236}">
                  <a16:creationId xmlns:a16="http://schemas.microsoft.com/office/drawing/2014/main" id="{7884099A-DDCA-7547-BE60-5A9CFCE7F631}"/>
                </a:ext>
              </a:extLst>
            </p:cNvPr>
            <p:cNvPicPr>
              <a:picLocks noChangeAspect="1"/>
            </p:cNvPicPr>
            <p:nvPr/>
          </p:nvPicPr>
          <p:blipFill>
            <a:blip r:embed="rId4"/>
            <a:stretch>
              <a:fillRect/>
            </a:stretch>
          </p:blipFill>
          <p:spPr>
            <a:xfrm>
              <a:off x="8415131" y="4706696"/>
              <a:ext cx="2852254" cy="1323319"/>
            </a:xfrm>
            <a:prstGeom prst="rect">
              <a:avLst/>
            </a:prstGeom>
          </p:spPr>
        </p:pic>
        <p:sp>
          <p:nvSpPr>
            <p:cNvPr id="10" name="TextBox 9">
              <a:extLst>
                <a:ext uri="{FF2B5EF4-FFF2-40B4-BE49-F238E27FC236}">
                  <a16:creationId xmlns:a16="http://schemas.microsoft.com/office/drawing/2014/main" id="{781A4B5F-43BE-FB43-AF10-E92F839A199B}"/>
                </a:ext>
              </a:extLst>
            </p:cNvPr>
            <p:cNvSpPr txBox="1"/>
            <p:nvPr/>
          </p:nvSpPr>
          <p:spPr>
            <a:xfrm>
              <a:off x="8314267" y="5977466"/>
              <a:ext cx="86543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routing</a:t>
              </a:r>
            </a:p>
          </p:txBody>
        </p:sp>
      </p:grpSp>
      <p:sp>
        <p:nvSpPr>
          <p:cNvPr id="11" name="Content Placeholder 3">
            <a:extLst>
              <a:ext uri="{FF2B5EF4-FFF2-40B4-BE49-F238E27FC236}">
                <a16:creationId xmlns:a16="http://schemas.microsoft.com/office/drawing/2014/main" id="{D007BA21-27F4-4642-B902-0EF872DFA1E0}"/>
              </a:ext>
            </a:extLst>
          </p:cNvPr>
          <p:cNvSpPr txBox="1">
            <a:spLocks/>
          </p:cNvSpPr>
          <p:nvPr/>
        </p:nvSpPr>
        <p:spPr>
          <a:xfrm>
            <a:off x="6183682" y="3026965"/>
            <a:ext cx="5181600" cy="8792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349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routing:</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 process of planning trip from source to destination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Content Placeholder 2">
            <a:extLst>
              <a:ext uri="{FF2B5EF4-FFF2-40B4-BE49-F238E27FC236}">
                <a16:creationId xmlns:a16="http://schemas.microsoft.com/office/drawing/2014/main" id="{E9D472C9-435D-D347-A485-D65E6F2FE2CE}"/>
              </a:ext>
            </a:extLst>
          </p:cNvPr>
          <p:cNvSpPr txBox="1">
            <a:spLocks/>
          </p:cNvSpPr>
          <p:nvPr/>
        </p:nvSpPr>
        <p:spPr>
          <a:xfrm>
            <a:off x="880044" y="3441526"/>
            <a:ext cx="5181600" cy="185698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349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routing: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determine route taken by packets from source to destination</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routing algorithms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Slide Number Placeholder 4">
            <a:extLst>
              <a:ext uri="{FF2B5EF4-FFF2-40B4-BE49-F238E27FC236}">
                <a16:creationId xmlns:a16="http://schemas.microsoft.com/office/drawing/2014/main" id="{5320A79B-30CD-5748-9442-313B2CD2B8B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a:t>
            </a:fld>
            <a:endParaRPr lang="en-US" dirty="0"/>
          </a:p>
        </p:txBody>
      </p:sp>
    </p:spTree>
    <p:extLst>
      <p:ext uri="{BB962C8B-B14F-4D97-AF65-F5344CB8AC3E}">
        <p14:creationId xmlns:p14="http://schemas.microsoft.com/office/powerpoint/2010/main" val="9122559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ssolv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par>
                                <p:cTn id="13" presetID="9"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dissolve">
                                      <p:cBhvr>
                                        <p:cTn id="20" dur="500"/>
                                        <p:tgtEl>
                                          <p:spTgt spid="11"/>
                                        </p:tgtEl>
                                      </p:cBhvr>
                                    </p:animEffect>
                                  </p:childTnLst>
                                </p:cTn>
                              </p:par>
                              <p:par>
                                <p:cTn id="21" presetID="9" presetClass="entr" presetSubtype="0" fill="hold" nodeType="with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dissolve">
                                      <p:cBhvr>
                                        <p:cTn id="23"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1" grpId="0"/>
      <p:bldP spid="14"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Network layer: data plane, control plane</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771938" y="1534078"/>
            <a:ext cx="4621697" cy="4351338"/>
          </a:xfrm>
        </p:spPr>
        <p:txBody>
          <a:bodyPr>
            <a:normAutofit/>
          </a:bodyPr>
          <a:lstStyle/>
          <a:p>
            <a:pPr marL="0" indent="0">
              <a:buFont typeface="Wingdings" charset="2"/>
              <a:buNone/>
              <a:defRPr/>
            </a:pPr>
            <a:r>
              <a:rPr lang="en-US" sz="3200" dirty="0">
                <a:solidFill>
                  <a:srgbClr val="CC0000"/>
                </a:solidFill>
              </a:rPr>
              <a:t>Data plane:</a:t>
            </a:r>
          </a:p>
          <a:p>
            <a:pPr marL="292100" indent="-292100">
              <a:spcBef>
                <a:spcPts val="600"/>
              </a:spcBef>
              <a:buFont typeface="Wingdings" charset="2"/>
              <a:buChar char="§"/>
              <a:defRPr/>
            </a:pPr>
            <a:r>
              <a:rPr lang="en-US" i="1" dirty="0">
                <a:solidFill>
                  <a:srgbClr val="0000A3"/>
                </a:solidFill>
              </a:rPr>
              <a:t>local</a:t>
            </a:r>
            <a:r>
              <a:rPr lang="en-US" dirty="0"/>
              <a:t>, per-router function</a:t>
            </a:r>
          </a:p>
          <a:p>
            <a:pPr marL="292100" indent="-292100">
              <a:spcBef>
                <a:spcPts val="600"/>
              </a:spcBef>
              <a:buFont typeface="Wingdings" charset="2"/>
              <a:buChar char="§"/>
              <a:defRPr/>
            </a:pPr>
            <a:r>
              <a:rPr lang="en-US" dirty="0"/>
              <a:t>determines how datagram arriving on router input port is forwarded to router output port</a:t>
            </a:r>
          </a:p>
          <a:p>
            <a:pPr marL="130175" indent="0">
              <a:buNone/>
            </a:pPr>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278216" y="1547331"/>
            <a:ext cx="5502965" cy="4614932"/>
          </a:xfrm>
        </p:spPr>
        <p:txBody>
          <a:bodyPr>
            <a:normAutofit/>
          </a:bodyPr>
          <a:lstStyle/>
          <a:p>
            <a:pPr marL="0" indent="0">
              <a:buFont typeface="Wingdings" charset="2"/>
              <a:buNone/>
              <a:defRPr/>
            </a:pPr>
            <a:r>
              <a:rPr lang="en-US" sz="3200" dirty="0">
                <a:solidFill>
                  <a:srgbClr val="CC0000"/>
                </a:solidFill>
              </a:rPr>
              <a:t>Control plane</a:t>
            </a:r>
          </a:p>
          <a:p>
            <a:pPr marL="228600" indent="-228600">
              <a:spcBef>
                <a:spcPts val="600"/>
              </a:spcBef>
              <a:defRPr/>
            </a:pPr>
            <a:r>
              <a:rPr lang="en-US" i="1" dirty="0">
                <a:solidFill>
                  <a:srgbClr val="0000A3"/>
                </a:solidFill>
              </a:rPr>
              <a:t>network-wide</a:t>
            </a:r>
            <a:r>
              <a:rPr lang="en-US" dirty="0"/>
              <a:t> logic</a:t>
            </a:r>
          </a:p>
          <a:p>
            <a:pPr marL="228600" indent="-228600">
              <a:spcBef>
                <a:spcPts val="600"/>
              </a:spcBef>
              <a:defRPr/>
            </a:pPr>
            <a:r>
              <a:rPr lang="en-US" dirty="0"/>
              <a:t>determines how datagram is routed among routers along end-end path from source host to destination host</a:t>
            </a:r>
          </a:p>
          <a:p>
            <a:endParaRPr lang="en-US" dirty="0"/>
          </a:p>
        </p:txBody>
      </p:sp>
      <p:grpSp>
        <p:nvGrpSpPr>
          <p:cNvPr id="34" name="Group 8">
            <a:extLst>
              <a:ext uri="{FF2B5EF4-FFF2-40B4-BE49-F238E27FC236}">
                <a16:creationId xmlns:a16="http://schemas.microsoft.com/office/drawing/2014/main" id="{A631C563-0189-334C-BAD6-5E7863CB03FA}"/>
              </a:ext>
            </a:extLst>
          </p:cNvPr>
          <p:cNvGrpSpPr>
            <a:grpSpLocks/>
          </p:cNvGrpSpPr>
          <p:nvPr/>
        </p:nvGrpSpPr>
        <p:grpSpPr bwMode="auto">
          <a:xfrm>
            <a:off x="1181100" y="4260145"/>
            <a:ext cx="3643313" cy="1582738"/>
            <a:chOff x="842050" y="4767952"/>
            <a:chExt cx="3644169" cy="1582996"/>
          </a:xfrm>
        </p:grpSpPr>
        <p:sp>
          <p:nvSpPr>
            <p:cNvPr id="35" name="Freeform 2">
              <a:extLst>
                <a:ext uri="{FF2B5EF4-FFF2-40B4-BE49-F238E27FC236}">
                  <a16:creationId xmlns:a16="http://schemas.microsoft.com/office/drawing/2014/main" id="{4BAC525B-86C4-444C-8006-DE0779B6AF01}"/>
                </a:ext>
              </a:extLst>
            </p:cNvPr>
            <p:cNvSpPr>
              <a:spLocks/>
            </p:cNvSpPr>
            <p:nvPr/>
          </p:nvSpPr>
          <p:spPr bwMode="auto">
            <a:xfrm>
              <a:off x="2591886" y="5436399"/>
              <a:ext cx="1894333" cy="914549"/>
            </a:xfrm>
            <a:custGeom>
              <a:avLst/>
              <a:gdLst>
                <a:gd name="T0" fmla="*/ 1611 w 10001"/>
                <a:gd name="T1" fmla="*/ 374679 h 10125"/>
                <a:gd name="T2" fmla="*/ 287991 w 10001"/>
                <a:gd name="T3" fmla="*/ 147961 h 10125"/>
                <a:gd name="T4" fmla="*/ 1260716 w 10001"/>
                <a:gd name="T5" fmla="*/ 93322 h 10125"/>
                <a:gd name="T6" fmla="*/ 2011909 w 10001"/>
                <a:gd name="T7" fmla="*/ 0 h 10125"/>
                <a:gd name="T8" fmla="*/ 2706712 w 10001"/>
                <a:gd name="T9" fmla="*/ 93600 h 10125"/>
                <a:gd name="T10" fmla="*/ 3255305 w 10001"/>
                <a:gd name="T11" fmla="*/ 46104 h 10125"/>
                <a:gd name="T12" fmla="*/ 4023415 w 10001"/>
                <a:gd name="T13" fmla="*/ 277276 h 10125"/>
                <a:gd name="T14" fmla="*/ 3463544 w 10001"/>
                <a:gd name="T15" fmla="*/ 630526 h 10125"/>
                <a:gd name="T16" fmla="*/ 2817478 w 10001"/>
                <a:gd name="T17" fmla="*/ 864758 h 10125"/>
                <a:gd name="T18" fmla="*/ 2137577 w 10001"/>
                <a:gd name="T19" fmla="*/ 820324 h 10125"/>
                <a:gd name="T20" fmla="*/ 1760571 w 10001"/>
                <a:gd name="T21" fmla="*/ 919490 h 10125"/>
                <a:gd name="T22" fmla="*/ 1264743 w 10001"/>
                <a:gd name="T23" fmla="*/ 929416 h 10125"/>
                <a:gd name="T24" fmla="*/ 877667 w 10001"/>
                <a:gd name="T25" fmla="*/ 732382 h 10125"/>
                <a:gd name="T26" fmla="*/ 478105 w 10001"/>
                <a:gd name="T27" fmla="*/ 695276 h 10125"/>
                <a:gd name="T28" fmla="*/ 1611 w 10001"/>
                <a:gd name="T29" fmla="*/ 374679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gradFill flip="none" rotWithShape="1">
              <a:gsLst>
                <a:gs pos="0">
                  <a:srgbClr val="66CCFF"/>
                </a:gs>
                <a:gs pos="100000">
                  <a:srgbClr val="FFFFFF"/>
                </a:gs>
                <a:gs pos="50000">
                  <a:srgbClr val="FFFFFF"/>
                </a:gs>
              </a:gsLst>
              <a:lin ang="0" scaled="1"/>
              <a:tileRect/>
            </a:gra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cxnSp>
          <p:nvCxnSpPr>
            <p:cNvPr id="36" name="Straight Connector 35">
              <a:extLst>
                <a:ext uri="{FF2B5EF4-FFF2-40B4-BE49-F238E27FC236}">
                  <a16:creationId xmlns:a16="http://schemas.microsoft.com/office/drawing/2014/main" id="{7D15FAE8-03F8-BA4A-951E-9D4D23E6D586}"/>
                </a:ext>
              </a:extLst>
            </p:cNvPr>
            <p:cNvCxnSpPr/>
            <p:nvPr/>
          </p:nvCxnSpPr>
          <p:spPr>
            <a:xfrm flipV="1">
              <a:off x="3261968" y="5558656"/>
              <a:ext cx="500180" cy="157189"/>
            </a:xfrm>
            <a:prstGeom prst="line">
              <a:avLst/>
            </a:prstGeom>
            <a:noFill/>
            <a:ln w="12700" cap="flat" cmpd="sng" algn="ctr">
              <a:solidFill>
                <a:srgbClr val="000000"/>
              </a:solidFill>
              <a:prstDash val="solid"/>
            </a:ln>
            <a:effectLst/>
          </p:spPr>
        </p:cxnSp>
        <p:cxnSp>
          <p:nvCxnSpPr>
            <p:cNvPr id="37" name="Straight Connector 36">
              <a:extLst>
                <a:ext uri="{FF2B5EF4-FFF2-40B4-BE49-F238E27FC236}">
                  <a16:creationId xmlns:a16="http://schemas.microsoft.com/office/drawing/2014/main" id="{2744B5FC-216C-3645-866B-ECC6E4613BA8}"/>
                </a:ext>
              </a:extLst>
            </p:cNvPr>
            <p:cNvCxnSpPr/>
            <p:nvPr/>
          </p:nvCxnSpPr>
          <p:spPr>
            <a:xfrm>
              <a:off x="3111121" y="5774591"/>
              <a:ext cx="862215" cy="104792"/>
            </a:xfrm>
            <a:prstGeom prst="line">
              <a:avLst/>
            </a:prstGeom>
            <a:noFill/>
            <a:ln w="12700" cap="flat" cmpd="sng" algn="ctr">
              <a:solidFill>
                <a:srgbClr val="000000"/>
              </a:solidFill>
              <a:prstDash val="solid"/>
            </a:ln>
            <a:effectLst/>
          </p:spPr>
        </p:cxnSp>
        <p:cxnSp>
          <p:nvCxnSpPr>
            <p:cNvPr id="38" name="Straight Connector 37">
              <a:extLst>
                <a:ext uri="{FF2B5EF4-FFF2-40B4-BE49-F238E27FC236}">
                  <a16:creationId xmlns:a16="http://schemas.microsoft.com/office/drawing/2014/main" id="{6AF9B2C2-7AB9-604B-B4AE-5D6F8CA0DFF9}"/>
                </a:ext>
              </a:extLst>
            </p:cNvPr>
            <p:cNvCxnSpPr/>
            <p:nvPr/>
          </p:nvCxnSpPr>
          <p:spPr>
            <a:xfrm>
              <a:off x="3123824" y="5880971"/>
              <a:ext cx="714543" cy="274682"/>
            </a:xfrm>
            <a:prstGeom prst="line">
              <a:avLst/>
            </a:prstGeom>
            <a:noFill/>
            <a:ln w="12700" cap="flat" cmpd="sng" algn="ctr">
              <a:solidFill>
                <a:srgbClr val="000000"/>
              </a:solidFill>
              <a:prstDash val="solid"/>
            </a:ln>
            <a:effectLst/>
          </p:spPr>
        </p:cxnSp>
        <p:cxnSp>
          <p:nvCxnSpPr>
            <p:cNvPr id="39" name="Straight Connector 38">
              <a:extLst>
                <a:ext uri="{FF2B5EF4-FFF2-40B4-BE49-F238E27FC236}">
                  <a16:creationId xmlns:a16="http://schemas.microsoft.com/office/drawing/2014/main" id="{650A0971-27B1-0A40-B11B-F30D52475911}"/>
                </a:ext>
              </a:extLst>
            </p:cNvPr>
            <p:cNvCxnSpPr/>
            <p:nvPr/>
          </p:nvCxnSpPr>
          <p:spPr>
            <a:xfrm flipH="1">
              <a:off x="1283479" y="5801583"/>
              <a:ext cx="1506892" cy="1587"/>
            </a:xfrm>
            <a:prstGeom prst="line">
              <a:avLst/>
            </a:prstGeom>
            <a:noFill/>
            <a:ln w="9525" cap="flat" cmpd="sng" algn="ctr">
              <a:solidFill>
                <a:srgbClr val="000000"/>
              </a:solidFill>
              <a:prstDash val="solid"/>
            </a:ln>
            <a:effectLst/>
          </p:spPr>
        </p:cxnSp>
        <p:sp>
          <p:nvSpPr>
            <p:cNvPr id="40" name="TextBox 265">
              <a:extLst>
                <a:ext uri="{FF2B5EF4-FFF2-40B4-BE49-F238E27FC236}">
                  <a16:creationId xmlns:a16="http://schemas.microsoft.com/office/drawing/2014/main" id="{4BD8D488-F9B4-5D47-8E0A-48546209837D}"/>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41" name="TextBox 281">
              <a:extLst>
                <a:ext uri="{FF2B5EF4-FFF2-40B4-BE49-F238E27FC236}">
                  <a16:creationId xmlns:a16="http://schemas.microsoft.com/office/drawing/2014/main" id="{AD5D47CA-82AD-DC4E-A2CC-F6555ADBB73E}"/>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sp>
          <p:nvSpPr>
            <p:cNvPr id="42" name="TextBox 282">
              <a:extLst>
                <a:ext uri="{FF2B5EF4-FFF2-40B4-BE49-F238E27FC236}">
                  <a16:creationId xmlns:a16="http://schemas.microsoft.com/office/drawing/2014/main" id="{755C7E60-8A5C-5B4E-BCD3-83EC372268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grpSp>
          <p:nvGrpSpPr>
            <p:cNvPr id="43" name="Group 5">
              <a:extLst>
                <a:ext uri="{FF2B5EF4-FFF2-40B4-BE49-F238E27FC236}">
                  <a16:creationId xmlns:a16="http://schemas.microsoft.com/office/drawing/2014/main" id="{DA838191-9D78-6E40-B146-38B5229893F5}"/>
                </a:ext>
              </a:extLst>
            </p:cNvPr>
            <p:cNvGrpSpPr>
              <a:grpSpLocks/>
            </p:cNvGrpSpPr>
            <p:nvPr/>
          </p:nvGrpSpPr>
          <p:grpSpPr bwMode="auto">
            <a:xfrm>
              <a:off x="938213" y="5237163"/>
              <a:ext cx="1616075" cy="487362"/>
              <a:chOff x="-4079003" y="2717403"/>
              <a:chExt cx="1616718" cy="488475"/>
            </a:xfrm>
          </p:grpSpPr>
          <p:sp>
            <p:nvSpPr>
              <p:cNvPr id="56" name="Rectangle 97">
                <a:extLst>
                  <a:ext uri="{FF2B5EF4-FFF2-40B4-BE49-F238E27FC236}">
                    <a16:creationId xmlns:a16="http://schemas.microsoft.com/office/drawing/2014/main" id="{79AE2BC3-C380-EE40-9462-41F3726CC38E}"/>
                  </a:ext>
                </a:extLst>
              </p:cNvPr>
              <p:cNvSpPr>
                <a:spLocks noChangeArrowheads="1"/>
              </p:cNvSpPr>
              <p:nvPr/>
            </p:nvSpPr>
            <p:spPr bwMode="auto">
              <a:xfrm>
                <a:off x="-4052413" y="2965119"/>
                <a:ext cx="1290538" cy="208750"/>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Rectangle 98">
                <a:extLst>
                  <a:ext uri="{FF2B5EF4-FFF2-40B4-BE49-F238E27FC236}">
                    <a16:creationId xmlns:a16="http://schemas.microsoft.com/office/drawing/2014/main" id="{2D568618-D5B3-354C-974C-0C2355EDED34}"/>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Line 99">
                <a:extLst>
                  <a:ext uri="{FF2B5EF4-FFF2-40B4-BE49-F238E27FC236}">
                    <a16:creationId xmlns:a16="http://schemas.microsoft.com/office/drawing/2014/main" id="{D67E4958-4052-B649-83B2-2706B277FB1C}"/>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Rectangle 104">
                <a:extLst>
                  <a:ext uri="{FF2B5EF4-FFF2-40B4-BE49-F238E27FC236}">
                    <a16:creationId xmlns:a16="http://schemas.microsoft.com/office/drawing/2014/main" id="{A6E72E22-A826-4E49-AA53-8A5FCBA23E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0" name="Text Box 105">
                <a:extLst>
                  <a:ext uri="{FF2B5EF4-FFF2-40B4-BE49-F238E27FC236}">
                    <a16:creationId xmlns:a16="http://schemas.microsoft.com/office/drawing/2014/main" id="{1BBEBC69-F691-7B4E-AA1F-3F1CFFF5C6D1}"/>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61" name="Line 119">
                <a:extLst>
                  <a:ext uri="{FF2B5EF4-FFF2-40B4-BE49-F238E27FC236}">
                    <a16:creationId xmlns:a16="http://schemas.microsoft.com/office/drawing/2014/main" id="{4522617A-F9E8-6C4D-890C-B40CD1F2DA2B}"/>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 name="TextBox 6">
              <a:extLst>
                <a:ext uri="{FF2B5EF4-FFF2-40B4-BE49-F238E27FC236}">
                  <a16:creationId xmlns:a16="http://schemas.microsoft.com/office/drawing/2014/main" id="{E04647EA-CE57-8E43-979A-6EBC3F213DDC}"/>
                </a:ext>
              </a:extLst>
            </p:cNvPr>
            <p:cNvSpPr txBox="1">
              <a:spLocks noChangeArrowheads="1"/>
            </p:cNvSpPr>
            <p:nvPr/>
          </p:nvSpPr>
          <p:spPr bwMode="auto">
            <a:xfrm>
              <a:off x="842050" y="4767952"/>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5" name="Group 357">
              <a:extLst>
                <a:ext uri="{FF2B5EF4-FFF2-40B4-BE49-F238E27FC236}">
                  <a16:creationId xmlns:a16="http://schemas.microsoft.com/office/drawing/2014/main" id="{09AF8C17-7E42-874A-B83C-5931470E1EC4}"/>
                </a:ext>
              </a:extLst>
            </p:cNvPr>
            <p:cNvGrpSpPr>
              <a:grpSpLocks/>
            </p:cNvGrpSpPr>
            <p:nvPr/>
          </p:nvGrpSpPr>
          <p:grpSpPr bwMode="auto">
            <a:xfrm>
              <a:off x="2714625" y="5659438"/>
              <a:ext cx="565150" cy="293687"/>
              <a:chOff x="1871277" y="1576300"/>
              <a:chExt cx="1128371" cy="437861"/>
            </a:xfrm>
          </p:grpSpPr>
          <p:sp>
            <p:nvSpPr>
              <p:cNvPr id="47" name="Oval 46">
                <a:extLst>
                  <a:ext uri="{FF2B5EF4-FFF2-40B4-BE49-F238E27FC236}">
                    <a16:creationId xmlns:a16="http://schemas.microsoft.com/office/drawing/2014/main" id="{442B41FA-D8CE-DA4F-BCCC-0C4BA14A7880}"/>
                  </a:ext>
                </a:extLst>
              </p:cNvPr>
              <p:cNvSpPr>
                <a:spLocks noChangeArrowheads="1"/>
              </p:cNvSpPr>
              <p:nvPr/>
            </p:nvSpPr>
            <p:spPr bwMode="auto">
              <a:xfrm flipV="1">
                <a:off x="1873504" y="1693538"/>
                <a:ext cx="1125467" cy="319572"/>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8" name="Rectangle 47">
                <a:extLst>
                  <a:ext uri="{FF2B5EF4-FFF2-40B4-BE49-F238E27FC236}">
                    <a16:creationId xmlns:a16="http://schemas.microsoft.com/office/drawing/2014/main" id="{A77B4157-033B-B042-B386-C7E81265D594}"/>
                  </a:ext>
                </a:extLst>
              </p:cNvPr>
              <p:cNvSpPr/>
              <p:nvPr/>
            </p:nvSpPr>
            <p:spPr bwMode="auto">
              <a:xfrm>
                <a:off x="1870334" y="1738514"/>
                <a:ext cx="1128637" cy="11599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9" name="Oval 48">
                <a:extLst>
                  <a:ext uri="{FF2B5EF4-FFF2-40B4-BE49-F238E27FC236}">
                    <a16:creationId xmlns:a16="http://schemas.microsoft.com/office/drawing/2014/main" id="{2D486A47-1979-CC46-BE7C-FE1EE9FB3502}"/>
                  </a:ext>
                </a:extLst>
              </p:cNvPr>
              <p:cNvSpPr>
                <a:spLocks noChangeArrowheads="1"/>
              </p:cNvSpPr>
              <p:nvPr/>
            </p:nvSpPr>
            <p:spPr bwMode="auto">
              <a:xfrm flipV="1">
                <a:off x="1870334" y="1575177"/>
                <a:ext cx="1125465" cy="319572"/>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0" name="Freeform 49">
                <a:extLst>
                  <a:ext uri="{FF2B5EF4-FFF2-40B4-BE49-F238E27FC236}">
                    <a16:creationId xmlns:a16="http://schemas.microsoft.com/office/drawing/2014/main" id="{573261F5-AADE-5B49-B26C-73A061CB4A13}"/>
                  </a:ext>
                </a:extLst>
              </p:cNvPr>
              <p:cNvSpPr/>
              <p:nvPr/>
            </p:nvSpPr>
            <p:spPr bwMode="auto">
              <a:xfrm>
                <a:off x="2158833" y="1672232"/>
                <a:ext cx="548468" cy="16097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1" name="Freeform 50">
                <a:extLst>
                  <a:ext uri="{FF2B5EF4-FFF2-40B4-BE49-F238E27FC236}">
                    <a16:creationId xmlns:a16="http://schemas.microsoft.com/office/drawing/2014/main" id="{1AFE4CA0-422C-BB45-8378-5923AFA3A2D6}"/>
                  </a:ext>
                </a:extLst>
              </p:cNvPr>
              <p:cNvSpPr>
                <a:spLocks/>
              </p:cNvSpPr>
              <p:nvPr/>
            </p:nvSpPr>
            <p:spPr bwMode="auto">
              <a:xfrm>
                <a:off x="2101767" y="1631990"/>
                <a:ext cx="662599" cy="111258"/>
              </a:xfrm>
              <a:custGeom>
                <a:avLst/>
                <a:gdLst>
                  <a:gd name="T0" fmla="*/ 0 w 3723451"/>
                  <a:gd name="T1" fmla="*/ 27219 h 932950"/>
                  <a:gd name="T2" fmla="*/ 116589 w 3723451"/>
                  <a:gd name="T3" fmla="*/ 321 h 932950"/>
                  <a:gd name="T4" fmla="*/ 330241 w 3723451"/>
                  <a:gd name="T5" fmla="*/ 62079 h 932950"/>
                  <a:gd name="T6" fmla="*/ 534068 w 3723451"/>
                  <a:gd name="T7" fmla="*/ 0 h 932950"/>
                  <a:gd name="T8" fmla="*/ 662599 w 3723451"/>
                  <a:gd name="T9" fmla="*/ 24703 h 932950"/>
                  <a:gd name="T10" fmla="*/ 566972 w 3723451"/>
                  <a:gd name="T11" fmla="*/ 55080 h 932950"/>
                  <a:gd name="T12" fmla="*/ 536184 w 3723451"/>
                  <a:gd name="T13" fmla="*/ 46891 h 932950"/>
                  <a:gd name="T14" fmla="*/ 333995 w 3723451"/>
                  <a:gd name="T15" fmla="*/ 111258 h 932950"/>
                  <a:gd name="T16" fmla="*/ 126634 w 3723451"/>
                  <a:gd name="T17" fmla="*/ 49258 h 932950"/>
                  <a:gd name="T18" fmla="*/ 93107 w 3723451"/>
                  <a:gd name="T19" fmla="*/ 55950 h 932950"/>
                  <a:gd name="T20" fmla="*/ 0 w 3723451"/>
                  <a:gd name="T21" fmla="*/ 27219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Freeform 51">
                <a:extLst>
                  <a:ext uri="{FF2B5EF4-FFF2-40B4-BE49-F238E27FC236}">
                    <a16:creationId xmlns:a16="http://schemas.microsoft.com/office/drawing/2014/main" id="{C2270E51-2490-C240-AD5F-825154ECC122}"/>
                  </a:ext>
                </a:extLst>
              </p:cNvPr>
              <p:cNvSpPr>
                <a:spLocks/>
              </p:cNvSpPr>
              <p:nvPr/>
            </p:nvSpPr>
            <p:spPr bwMode="auto">
              <a:xfrm>
                <a:off x="2536103" y="1726678"/>
                <a:ext cx="244114" cy="97055"/>
              </a:xfrm>
              <a:custGeom>
                <a:avLst/>
                <a:gdLst>
                  <a:gd name="T0" fmla="*/ 0 w 1366596"/>
                  <a:gd name="T1" fmla="*/ 0 h 809868"/>
                  <a:gd name="T2" fmla="*/ 244114 w 1366596"/>
                  <a:gd name="T3" fmla="*/ 74997 h 809868"/>
                  <a:gd name="T4" fmla="*/ 154523 w 1366596"/>
                  <a:gd name="T5" fmla="*/ 97055 h 809868"/>
                  <a:gd name="T6" fmla="*/ 822 w 1366596"/>
                  <a:gd name="T7" fmla="*/ 5128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 name="Freeform 52">
                <a:extLst>
                  <a:ext uri="{FF2B5EF4-FFF2-40B4-BE49-F238E27FC236}">
                    <a16:creationId xmlns:a16="http://schemas.microsoft.com/office/drawing/2014/main" id="{008859F4-DF2D-4347-8249-C929496F3B2F}"/>
                  </a:ext>
                </a:extLst>
              </p:cNvPr>
              <p:cNvSpPr>
                <a:spLocks/>
              </p:cNvSpPr>
              <p:nvPr/>
            </p:nvSpPr>
            <p:spPr bwMode="auto">
              <a:xfrm>
                <a:off x="2089086" y="1729045"/>
                <a:ext cx="240945" cy="97056"/>
              </a:xfrm>
              <a:custGeom>
                <a:avLst/>
                <a:gdLst>
                  <a:gd name="T0" fmla="*/ 237656 w 1348191"/>
                  <a:gd name="T1" fmla="*/ 0 h 791462"/>
                  <a:gd name="T2" fmla="*/ 240945 w 1348191"/>
                  <a:gd name="T3" fmla="*/ 46835 h 791462"/>
                  <a:gd name="T4" fmla="*/ 87168 w 1348191"/>
                  <a:gd name="T5" fmla="*/ 97056 h 791462"/>
                  <a:gd name="T6" fmla="*/ 0 w 1348191"/>
                  <a:gd name="T7" fmla="*/ 75049 h 791462"/>
                  <a:gd name="T8" fmla="*/ 237656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4" name="Straight Connector 53">
                <a:extLst>
                  <a:ext uri="{FF2B5EF4-FFF2-40B4-BE49-F238E27FC236}">
                    <a16:creationId xmlns:a16="http://schemas.microsoft.com/office/drawing/2014/main" id="{8255DA76-192D-044B-8762-92700C24A73E}"/>
                  </a:ext>
                </a:extLst>
              </p:cNvPr>
              <p:cNvCxnSpPr>
                <a:cxnSpLocks noChangeShapeType="1"/>
                <a:endCxn id="49" idx="2"/>
              </p:cNvCxnSpPr>
              <p:nvPr/>
            </p:nvCxnSpPr>
            <p:spPr bwMode="auto">
              <a:xfrm flipH="1" flipV="1">
                <a:off x="1870334" y="1736147"/>
                <a:ext cx="3169" cy="12309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5" name="Straight Connector 54">
                <a:extLst>
                  <a:ext uri="{FF2B5EF4-FFF2-40B4-BE49-F238E27FC236}">
                    <a16:creationId xmlns:a16="http://schemas.microsoft.com/office/drawing/2014/main" id="{B8121134-CF29-9643-A097-AC1724B9BC6C}"/>
                  </a:ext>
                </a:extLst>
              </p:cNvPr>
              <p:cNvCxnSpPr>
                <a:cxnSpLocks noChangeShapeType="1"/>
              </p:cNvCxnSpPr>
              <p:nvPr/>
            </p:nvCxnSpPr>
            <p:spPr bwMode="auto">
              <a:xfrm flipH="1" flipV="1">
                <a:off x="2995800" y="1733779"/>
                <a:ext cx="3171" cy="12309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46" name="Freeform 120">
              <a:extLst>
                <a:ext uri="{FF2B5EF4-FFF2-40B4-BE49-F238E27FC236}">
                  <a16:creationId xmlns:a16="http://schemas.microsoft.com/office/drawing/2014/main" id="{AA8DABE2-7520-5C45-941C-F8EFCE33F9A2}"/>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Content Placeholder 3">
            <a:extLst>
              <a:ext uri="{FF2B5EF4-FFF2-40B4-BE49-F238E27FC236}">
                <a16:creationId xmlns:a16="http://schemas.microsoft.com/office/drawing/2014/main" id="{A06F5D4D-83A2-064D-AF5B-6B67A6A12AB8}"/>
              </a:ext>
            </a:extLst>
          </p:cNvPr>
          <p:cNvSpPr txBox="1">
            <a:spLocks/>
          </p:cNvSpPr>
          <p:nvPr/>
        </p:nvSpPr>
        <p:spPr>
          <a:xfrm>
            <a:off x="6255252" y="4142307"/>
            <a:ext cx="5502965" cy="209565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two control-plane approaches: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1" u="none" strike="noStrike" kern="1200" cap="none" spc="0" normalizeH="0" baseline="0" noProof="0" dirty="0">
                <a:ln>
                  <a:noFill/>
                </a:ln>
                <a:solidFill>
                  <a:srgbClr val="000090"/>
                </a:solidFill>
                <a:effectLst/>
                <a:uLnTx/>
                <a:uFillTx/>
                <a:latin typeface="Calibri" panose="020F0502020204030204"/>
                <a:ea typeface="+mn-ea"/>
                <a:cs typeface="+mn-cs"/>
              </a:rPr>
              <a:t>traditional routing algorithms: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implemented in 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1" u="none" strike="noStrike" kern="1200" cap="none" spc="0" normalizeH="0" baseline="0" noProof="0" dirty="0">
                <a:ln>
                  <a:noFill/>
                </a:ln>
                <a:solidFill>
                  <a:srgbClr val="000090"/>
                </a:solidFill>
                <a:effectLst/>
                <a:uLnTx/>
                <a:uFillTx/>
                <a:latin typeface="Calibri" panose="020F0502020204030204"/>
                <a:ea typeface="+mn-ea"/>
                <a:cs typeface="+mn-cs"/>
              </a:rPr>
              <a:t>software-defined networking (SDN)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implemented in (remote) servers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Slide Number Placeholder 4">
            <a:extLst>
              <a:ext uri="{FF2B5EF4-FFF2-40B4-BE49-F238E27FC236}">
                <a16:creationId xmlns:a16="http://schemas.microsoft.com/office/drawing/2014/main" id="{E1DA7C3D-A185-DD42-9D1C-17140F6215E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a:t>
            </a:fld>
            <a:endParaRPr lang="en-US" dirty="0"/>
          </a:p>
        </p:txBody>
      </p:sp>
    </p:spTree>
    <p:extLst>
      <p:ext uri="{BB962C8B-B14F-4D97-AF65-F5344CB8AC3E}">
        <p14:creationId xmlns:p14="http://schemas.microsoft.com/office/powerpoint/2010/main" val="8045020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2"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Input port functions</a:t>
            </a:r>
            <a:endParaRPr lang="en-US" sz="4800" dirty="0"/>
          </a:p>
        </p:txBody>
      </p:sp>
      <p:sp>
        <p:nvSpPr>
          <p:cNvPr id="91" name="Rectangle 12">
            <a:extLst>
              <a:ext uri="{FF2B5EF4-FFF2-40B4-BE49-F238E27FC236}">
                <a16:creationId xmlns:a16="http://schemas.microsoft.com/office/drawing/2014/main" id="{C1168DD7-29CD-D740-BA24-DFE4997DEAF2}"/>
              </a:ext>
            </a:extLst>
          </p:cNvPr>
          <p:cNvSpPr>
            <a:spLocks noChangeArrowheads="1"/>
          </p:cNvSpPr>
          <p:nvPr/>
        </p:nvSpPr>
        <p:spPr bwMode="auto">
          <a:xfrm>
            <a:off x="2275508" y="1350908"/>
            <a:ext cx="4568825" cy="1836737"/>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3">
            <a:extLst>
              <a:ext uri="{FF2B5EF4-FFF2-40B4-BE49-F238E27FC236}">
                <a16:creationId xmlns:a16="http://schemas.microsoft.com/office/drawing/2014/main" id="{FA527A42-DFE8-B84B-AE0F-B6C04FC91BDC}"/>
              </a:ext>
            </a:extLst>
          </p:cNvPr>
          <p:cNvSpPr>
            <a:spLocks noChangeArrowheads="1"/>
          </p:cNvSpPr>
          <p:nvPr/>
        </p:nvSpPr>
        <p:spPr bwMode="auto">
          <a:xfrm>
            <a:off x="2431083" y="1865258"/>
            <a:ext cx="1417638"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termination</a:t>
            </a:r>
          </a:p>
        </p:txBody>
      </p:sp>
      <p:sp>
        <p:nvSpPr>
          <p:cNvPr id="94" name="Rectangle 15">
            <a:extLst>
              <a:ext uri="{FF2B5EF4-FFF2-40B4-BE49-F238E27FC236}">
                <a16:creationId xmlns:a16="http://schemas.microsoft.com/office/drawing/2014/main" id="{90BCF5CF-E087-0C43-9B12-173780FEE91B}"/>
              </a:ext>
            </a:extLst>
          </p:cNvPr>
          <p:cNvSpPr>
            <a:spLocks noChangeArrowheads="1"/>
          </p:cNvSpPr>
          <p:nvPr/>
        </p:nvSpPr>
        <p:spPr bwMode="auto">
          <a:xfrm>
            <a:off x="5406058" y="1487433"/>
            <a:ext cx="1247775" cy="1504950"/>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Line 16">
            <a:extLst>
              <a:ext uri="{FF2B5EF4-FFF2-40B4-BE49-F238E27FC236}">
                <a16:creationId xmlns:a16="http://schemas.microsoft.com/office/drawing/2014/main" id="{273874E2-0AAC-C144-B2A5-D7EF20CCA17E}"/>
              </a:ext>
            </a:extLst>
          </p:cNvPr>
          <p:cNvSpPr>
            <a:spLocks noChangeShapeType="1"/>
          </p:cNvSpPr>
          <p:nvPr/>
        </p:nvSpPr>
        <p:spPr bwMode="auto">
          <a:xfrm>
            <a:off x="1999283" y="2276420"/>
            <a:ext cx="42386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Line 30">
            <a:extLst>
              <a:ext uri="{FF2B5EF4-FFF2-40B4-BE49-F238E27FC236}">
                <a16:creationId xmlns:a16="http://schemas.microsoft.com/office/drawing/2014/main" id="{B6E9D844-FAAD-2A4E-88E0-E214101BBD4C}"/>
              </a:ext>
            </a:extLst>
          </p:cNvPr>
          <p:cNvSpPr>
            <a:spLocks noChangeShapeType="1"/>
          </p:cNvSpPr>
          <p:nvPr/>
        </p:nvSpPr>
        <p:spPr bwMode="auto">
          <a:xfrm>
            <a:off x="3867771" y="225578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Line 31">
            <a:extLst>
              <a:ext uri="{FF2B5EF4-FFF2-40B4-BE49-F238E27FC236}">
                <a16:creationId xmlns:a16="http://schemas.microsoft.com/office/drawing/2014/main" id="{8977AE01-852B-534D-A20E-EFF02DB5AA41}"/>
              </a:ext>
            </a:extLst>
          </p:cNvPr>
          <p:cNvSpPr>
            <a:spLocks noChangeShapeType="1"/>
          </p:cNvSpPr>
          <p:nvPr/>
        </p:nvSpPr>
        <p:spPr bwMode="auto">
          <a:xfrm>
            <a:off x="5210796" y="2212920"/>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32">
            <a:extLst>
              <a:ext uri="{FF2B5EF4-FFF2-40B4-BE49-F238E27FC236}">
                <a16:creationId xmlns:a16="http://schemas.microsoft.com/office/drawing/2014/main" id="{13983755-8FAE-1741-9303-C0E4E248C694}"/>
              </a:ext>
            </a:extLst>
          </p:cNvPr>
          <p:cNvSpPr>
            <a:spLocks noChangeShapeType="1"/>
          </p:cNvSpPr>
          <p:nvPr/>
        </p:nvSpPr>
        <p:spPr bwMode="auto">
          <a:xfrm flipV="1">
            <a:off x="6601446" y="2254195"/>
            <a:ext cx="7366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Text Box 35">
            <a:extLst>
              <a:ext uri="{FF2B5EF4-FFF2-40B4-BE49-F238E27FC236}">
                <a16:creationId xmlns:a16="http://schemas.microsoft.com/office/drawing/2014/main" id="{926A7C49-4C7D-7F4F-9A0E-6A7815DA8608}"/>
              </a:ext>
            </a:extLst>
          </p:cNvPr>
          <p:cNvSpPr txBox="1">
            <a:spLocks noChangeArrowheads="1"/>
          </p:cNvSpPr>
          <p:nvPr/>
        </p:nvSpPr>
        <p:spPr bwMode="auto">
          <a:xfrm>
            <a:off x="5437808" y="1500133"/>
            <a:ext cx="1250950" cy="1465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lookup,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sp>
        <p:nvSpPr>
          <p:cNvPr id="101" name="Rectangle 4">
            <a:extLst>
              <a:ext uri="{FF2B5EF4-FFF2-40B4-BE49-F238E27FC236}">
                <a16:creationId xmlns:a16="http://schemas.microsoft.com/office/drawing/2014/main" id="{E1140E62-CB4B-6047-AA5C-851F17E9C398}"/>
              </a:ext>
            </a:extLst>
          </p:cNvPr>
          <p:cNvSpPr txBox="1">
            <a:spLocks noChangeArrowheads="1"/>
          </p:cNvSpPr>
          <p:nvPr/>
        </p:nvSpPr>
        <p:spPr bwMode="auto">
          <a:xfrm>
            <a:off x="3043064" y="3813424"/>
            <a:ext cx="9316576" cy="30445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None/>
              <a:tabLst/>
              <a:defRPr/>
            </a:pP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decentralized switching</a:t>
            </a:r>
            <a:r>
              <a:rPr kumimoji="0" lang="en-US" altLang="en-US" sz="2800" b="0" i="1"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2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using header field values, lookup output port using forwarding table in input port memory </a:t>
            </a:r>
            <a:r>
              <a:rPr kumimoji="0" lang="en-US" altLang="en-US" sz="2200" b="0" i="1"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(“match plus action</a:t>
            </a:r>
            <a:r>
              <a:rPr kumimoji="0" lang="en-US" altLang="en-US" sz="2200" b="0" i="1" u="none" strike="noStrike" kern="0" cap="none" spc="0" normalizeH="0" baseline="0" noProof="0" dirty="0" smtClean="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endParaRPr kumimoji="0" lang="en-US" altLang="en-US" sz="2200" b="0" i="1"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destination-based forwarding: </a:t>
            </a:r>
            <a:r>
              <a:rPr kumimoji="0" lang="en-US" altLang="en-US" sz="2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forward based only on </a:t>
            </a:r>
            <a:r>
              <a:rPr kumimoji="0" lang="en-US" altLang="en-US" sz="2200" b="0" i="0" u="none" strike="noStrike" kern="1200" cap="none" spc="0" normalizeH="0" baseline="0" noProof="0" dirty="0" smtClean="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destination IP address (</a:t>
            </a:r>
            <a:r>
              <a:rPr kumimoji="0" lang="en-US" altLang="en-US" sz="2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traditional</a:t>
            </a:r>
            <a:r>
              <a:rPr kumimoji="0" lang="en-US" altLang="en-US" sz="2200" b="0" i="0" u="none" strike="noStrike" kern="1200" cap="none" spc="0" normalizeH="0" baseline="0" noProof="0" dirty="0" smtClean="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endParaRPr kumimoji="0" lang="en-US" altLang="ja-JP" sz="2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lvl="0">
              <a:lnSpc>
                <a:spcPct val="90000"/>
              </a:lnSpc>
              <a:defRPr/>
            </a:pPr>
            <a:r>
              <a:rPr kumimoji="0" lang="en-US" altLang="en-US" sz="2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generalized forwarding: </a:t>
            </a:r>
            <a:r>
              <a:rPr kumimoji="0" lang="en-US" altLang="en-US" sz="2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forward based on any set of header field </a:t>
            </a:r>
            <a:r>
              <a:rPr lang="en-US" altLang="en-US" sz="2200" dirty="0">
                <a:solidFill>
                  <a:prstClr val="black"/>
                </a:solidFill>
                <a:ea typeface="ＭＳ Ｐゴシック" panose="020B0600070205080204" pitchFamily="34" charset="-128"/>
                <a:cs typeface="ＭＳ Ｐゴシック" panose="020B0600070205080204" pitchFamily="34" charset="-128"/>
              </a:rPr>
              <a:t>values (When a packet </a:t>
            </a:r>
            <a:r>
              <a:rPr lang="en-US" altLang="en-US" sz="2200" dirty="0" smtClean="0">
                <a:solidFill>
                  <a:prstClr val="black"/>
                </a:solidFill>
                <a:ea typeface="ＭＳ Ｐゴシック" panose="020B0600070205080204" pitchFamily="34" charset="-128"/>
                <a:cs typeface="ＭＳ Ｐゴシック" panose="020B0600070205080204" pitchFamily="34" charset="-128"/>
              </a:rPr>
              <a:t>arrives, </a:t>
            </a:r>
            <a:r>
              <a:rPr lang="en-US" altLang="en-US" sz="2200" dirty="0">
                <a:solidFill>
                  <a:prstClr val="black"/>
                </a:solidFill>
                <a:ea typeface="ＭＳ Ｐゴシック" panose="020B0600070205080204" pitchFamily="34" charset="-128"/>
                <a:cs typeface="ＭＳ Ｐゴシック" panose="020B0600070205080204" pitchFamily="34" charset="-128"/>
              </a:rPr>
              <a:t>the switch looks up these entries in the flow table and if a match is </a:t>
            </a:r>
            <a:r>
              <a:rPr lang="en-US" altLang="en-US" sz="2200" dirty="0" smtClean="0">
                <a:solidFill>
                  <a:prstClr val="black"/>
                </a:solidFill>
                <a:ea typeface="ＭＳ Ｐゴシック" panose="020B0600070205080204" pitchFamily="34" charset="-128"/>
                <a:cs typeface="ＭＳ Ｐゴシック" panose="020B0600070205080204" pitchFamily="34" charset="-128"/>
              </a:rPr>
              <a:t>found, </a:t>
            </a:r>
            <a:r>
              <a:rPr lang="en-US" altLang="en-US" sz="2200" dirty="0">
                <a:solidFill>
                  <a:prstClr val="black"/>
                </a:solidFill>
                <a:ea typeface="ＭＳ Ｐゴシック" panose="020B0600070205080204" pitchFamily="34" charset="-128"/>
                <a:cs typeface="ＭＳ Ｐゴシック" panose="020B0600070205080204" pitchFamily="34" charset="-128"/>
              </a:rPr>
              <a:t>the associated action is </a:t>
            </a:r>
            <a:r>
              <a:rPr lang="en-US" altLang="en-US" sz="2200" dirty="0" smtClean="0">
                <a:solidFill>
                  <a:prstClr val="black"/>
                </a:solidFill>
                <a:ea typeface="ＭＳ Ｐゴシック" panose="020B0600070205080204" pitchFamily="34" charset="-128"/>
                <a:cs typeface="ＭＳ Ｐゴシック" panose="020B0600070205080204" pitchFamily="34" charset="-128"/>
              </a:rPr>
              <a:t>executed. The </a:t>
            </a:r>
            <a:r>
              <a:rPr lang="en-US" altLang="en-US" sz="2200" dirty="0">
                <a:solidFill>
                  <a:prstClr val="black"/>
                </a:solidFill>
                <a:ea typeface="ＭＳ Ｐゴシック" panose="020B0600070205080204" pitchFamily="34" charset="-128"/>
                <a:cs typeface="ＭＳ Ｐゴシック" panose="020B0600070205080204" pitchFamily="34" charset="-128"/>
              </a:rPr>
              <a:t>action indicates the next hop for the </a:t>
            </a:r>
            <a:r>
              <a:rPr lang="en-US" altLang="en-US" sz="2200" dirty="0" smtClean="0">
                <a:solidFill>
                  <a:prstClr val="black"/>
                </a:solidFill>
                <a:ea typeface="ＭＳ Ｐゴシック" panose="020B0600070205080204" pitchFamily="34" charset="-128"/>
                <a:cs typeface="ＭＳ Ｐゴシック" panose="020B0600070205080204" pitchFamily="34" charset="-128"/>
              </a:rPr>
              <a:t>packet.)</a:t>
            </a:r>
            <a:endParaRPr kumimoji="0" lang="en-US" altLang="en-US" sz="2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02" name="Text Box 5">
            <a:extLst>
              <a:ext uri="{FF2B5EF4-FFF2-40B4-BE49-F238E27FC236}">
                <a16:creationId xmlns:a16="http://schemas.microsoft.com/office/drawing/2014/main" id="{CF874965-76FC-A440-815F-5C111BA47DB4}"/>
              </a:ext>
            </a:extLst>
          </p:cNvPr>
          <p:cNvSpPr txBox="1">
            <a:spLocks noChangeArrowheads="1"/>
          </p:cNvSpPr>
          <p:nvPr/>
        </p:nvSpPr>
        <p:spPr bwMode="auto">
          <a:xfrm>
            <a:off x="258938" y="3098745"/>
            <a:ext cx="247535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physical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bit-level reception</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04" name="Line 45">
            <a:extLst>
              <a:ext uri="{FF2B5EF4-FFF2-40B4-BE49-F238E27FC236}">
                <a16:creationId xmlns:a16="http://schemas.microsoft.com/office/drawing/2014/main" id="{C28D9927-E6BA-644D-AEC8-2218FA4AE8E5}"/>
              </a:ext>
            </a:extLst>
          </p:cNvPr>
          <p:cNvSpPr>
            <a:spLocks noChangeShapeType="1"/>
          </p:cNvSpPr>
          <p:nvPr/>
        </p:nvSpPr>
        <p:spPr bwMode="auto">
          <a:xfrm>
            <a:off x="7326933" y="734958"/>
            <a:ext cx="11113" cy="2865437"/>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46">
            <a:extLst>
              <a:ext uri="{FF2B5EF4-FFF2-40B4-BE49-F238E27FC236}">
                <a16:creationId xmlns:a16="http://schemas.microsoft.com/office/drawing/2014/main" id="{60DADEEF-0CD4-B448-8A66-E2060FA8C8D0}"/>
              </a:ext>
            </a:extLst>
          </p:cNvPr>
          <p:cNvSpPr>
            <a:spLocks noChangeArrowheads="1"/>
          </p:cNvSpPr>
          <p:nvPr/>
        </p:nvSpPr>
        <p:spPr bwMode="auto">
          <a:xfrm>
            <a:off x="7419008" y="1863670"/>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grpSp>
        <p:nvGrpSpPr>
          <p:cNvPr id="106" name="Group 56">
            <a:extLst>
              <a:ext uri="{FF2B5EF4-FFF2-40B4-BE49-F238E27FC236}">
                <a16:creationId xmlns:a16="http://schemas.microsoft.com/office/drawing/2014/main" id="{B68F5DD4-EE62-1647-8EBF-81CFFA9C7F14}"/>
              </a:ext>
            </a:extLst>
          </p:cNvPr>
          <p:cNvGrpSpPr>
            <a:grpSpLocks/>
          </p:cNvGrpSpPr>
          <p:nvPr/>
        </p:nvGrpSpPr>
        <p:grpSpPr bwMode="auto">
          <a:xfrm>
            <a:off x="5533058" y="2106558"/>
            <a:ext cx="993775" cy="468312"/>
            <a:chOff x="310" y="3526"/>
            <a:chExt cx="1040" cy="457"/>
          </a:xfrm>
        </p:grpSpPr>
        <p:sp>
          <p:nvSpPr>
            <p:cNvPr id="107" name="Rectangle 47">
              <a:extLst>
                <a:ext uri="{FF2B5EF4-FFF2-40B4-BE49-F238E27FC236}">
                  <a16:creationId xmlns:a16="http://schemas.microsoft.com/office/drawing/2014/main" id="{091252DD-E9F8-F043-8F13-9AD537E4563A}"/>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48">
              <a:extLst>
                <a:ext uri="{FF2B5EF4-FFF2-40B4-BE49-F238E27FC236}">
                  <a16:creationId xmlns:a16="http://schemas.microsoft.com/office/drawing/2014/main" id="{8B8D0A07-01A4-B34B-A4DB-264DA455871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Line 49">
              <a:extLst>
                <a:ext uri="{FF2B5EF4-FFF2-40B4-BE49-F238E27FC236}">
                  <a16:creationId xmlns:a16="http://schemas.microsoft.com/office/drawing/2014/main" id="{CCD0BAFD-2F01-BB4A-80D7-9DD3A63121BC}"/>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Line 50">
              <a:extLst>
                <a:ext uri="{FF2B5EF4-FFF2-40B4-BE49-F238E27FC236}">
                  <a16:creationId xmlns:a16="http://schemas.microsoft.com/office/drawing/2014/main" id="{7F30AE35-07B8-C647-93E6-FBCF5A109B29}"/>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51">
              <a:extLst>
                <a:ext uri="{FF2B5EF4-FFF2-40B4-BE49-F238E27FC236}">
                  <a16:creationId xmlns:a16="http://schemas.microsoft.com/office/drawing/2014/main" id="{F3DA64D2-455B-5648-BA10-FC52CD1311A7}"/>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52">
              <a:extLst>
                <a:ext uri="{FF2B5EF4-FFF2-40B4-BE49-F238E27FC236}">
                  <a16:creationId xmlns:a16="http://schemas.microsoft.com/office/drawing/2014/main" id="{106B00DE-F07D-CE47-8C50-C1CD1CD0A09F}"/>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53">
              <a:extLst>
                <a:ext uri="{FF2B5EF4-FFF2-40B4-BE49-F238E27FC236}">
                  <a16:creationId xmlns:a16="http://schemas.microsoft.com/office/drawing/2014/main" id="{0DED29BC-7052-8643-8C69-2F8864DFA71F}"/>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Line 54">
              <a:extLst>
                <a:ext uri="{FF2B5EF4-FFF2-40B4-BE49-F238E27FC236}">
                  <a16:creationId xmlns:a16="http://schemas.microsoft.com/office/drawing/2014/main" id="{86C73DAC-8DDF-A54A-942C-8BC351167B6F}"/>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55">
              <a:extLst>
                <a:ext uri="{FF2B5EF4-FFF2-40B4-BE49-F238E27FC236}">
                  <a16:creationId xmlns:a16="http://schemas.microsoft.com/office/drawing/2014/main" id="{18BE7814-C3C9-1A4C-AD5B-3274395DD8E5}"/>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6" name="Line 58">
            <a:extLst>
              <a:ext uri="{FF2B5EF4-FFF2-40B4-BE49-F238E27FC236}">
                <a16:creationId xmlns:a16="http://schemas.microsoft.com/office/drawing/2014/main" id="{4B5F466A-2158-BD4D-B0D3-450398480C2C}"/>
              </a:ext>
            </a:extLst>
          </p:cNvPr>
          <p:cNvSpPr>
            <a:spLocks noChangeShapeType="1"/>
          </p:cNvSpPr>
          <p:nvPr/>
        </p:nvSpPr>
        <p:spPr bwMode="auto">
          <a:xfrm flipV="1">
            <a:off x="2743821" y="2787595"/>
            <a:ext cx="446087" cy="4905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8" name="Line 60">
            <a:extLst>
              <a:ext uri="{FF2B5EF4-FFF2-40B4-BE49-F238E27FC236}">
                <a16:creationId xmlns:a16="http://schemas.microsoft.com/office/drawing/2014/main" id="{FFF5D7A3-77C9-D34E-AC43-6A097D73FED3}"/>
              </a:ext>
            </a:extLst>
          </p:cNvPr>
          <p:cNvSpPr>
            <a:spLocks noChangeShapeType="1"/>
          </p:cNvSpPr>
          <p:nvPr/>
        </p:nvSpPr>
        <p:spPr bwMode="auto">
          <a:xfrm flipV="1">
            <a:off x="5267946" y="3114620"/>
            <a:ext cx="669925" cy="7905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 name="Group 31">
            <a:extLst>
              <a:ext uri="{FF2B5EF4-FFF2-40B4-BE49-F238E27FC236}">
                <a16:creationId xmlns:a16="http://schemas.microsoft.com/office/drawing/2014/main" id="{F18F2E2A-C657-CE42-826A-8464B8BEB733}"/>
              </a:ext>
            </a:extLst>
          </p:cNvPr>
          <p:cNvGrpSpPr/>
          <p:nvPr/>
        </p:nvGrpSpPr>
        <p:grpSpPr>
          <a:xfrm>
            <a:off x="871146" y="1496888"/>
            <a:ext cx="4336475" cy="3729630"/>
            <a:chOff x="871146" y="1664528"/>
            <a:chExt cx="4336475" cy="3729630"/>
          </a:xfrm>
        </p:grpSpPr>
        <p:sp>
          <p:nvSpPr>
            <p:cNvPr id="33" name="Rectangle 33">
              <a:extLst>
                <a:ext uri="{FF2B5EF4-FFF2-40B4-BE49-F238E27FC236}">
                  <a16:creationId xmlns:a16="http://schemas.microsoft.com/office/drawing/2014/main" id="{2EA30939-880D-1A4E-ADA4-26E2CC52164D}"/>
                </a:ext>
              </a:extLst>
            </p:cNvPr>
            <p:cNvSpPr>
              <a:spLocks noChangeArrowheads="1"/>
            </p:cNvSpPr>
            <p:nvPr/>
          </p:nvSpPr>
          <p:spPr bwMode="auto">
            <a:xfrm>
              <a:off x="4114937" y="1947588"/>
              <a:ext cx="1055688" cy="828675"/>
            </a:xfrm>
            <a:prstGeom prst="rect">
              <a:avLst/>
            </a:prstGeom>
            <a:no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a:t>
              </a:r>
            </a:p>
          </p:txBody>
        </p:sp>
        <p:grpSp>
          <p:nvGrpSpPr>
            <p:cNvPr id="34" name="Group 33">
              <a:extLst>
                <a:ext uri="{FF2B5EF4-FFF2-40B4-BE49-F238E27FC236}">
                  <a16:creationId xmlns:a16="http://schemas.microsoft.com/office/drawing/2014/main" id="{913133BD-446D-E742-B2AD-72DE39321A8A}"/>
                </a:ext>
              </a:extLst>
            </p:cNvPr>
            <p:cNvGrpSpPr/>
            <p:nvPr/>
          </p:nvGrpSpPr>
          <p:grpSpPr>
            <a:xfrm>
              <a:off x="871146" y="1664528"/>
              <a:ext cx="4336475" cy="3729630"/>
              <a:chOff x="871146" y="1664528"/>
              <a:chExt cx="4336475" cy="3729630"/>
            </a:xfrm>
          </p:grpSpPr>
          <p:sp>
            <p:nvSpPr>
              <p:cNvPr id="35" name="Rectangle 14">
                <a:extLst>
                  <a:ext uri="{FF2B5EF4-FFF2-40B4-BE49-F238E27FC236}">
                    <a16:creationId xmlns:a16="http://schemas.microsoft.com/office/drawing/2014/main" id="{79A46D4C-DBCD-A54B-9BA8-1AEED3D1385B}"/>
                  </a:ext>
                </a:extLst>
              </p:cNvPr>
              <p:cNvSpPr>
                <a:spLocks noChangeArrowheads="1"/>
              </p:cNvSpPr>
              <p:nvPr/>
            </p:nvSpPr>
            <p:spPr bwMode="auto">
              <a:xfrm>
                <a:off x="4055096" y="1664528"/>
                <a:ext cx="1152525" cy="1409700"/>
              </a:xfrm>
              <a:prstGeom prst="rect">
                <a:avLst/>
              </a:prstGeom>
              <a:no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Line 30">
                <a:extLst>
                  <a:ext uri="{FF2B5EF4-FFF2-40B4-BE49-F238E27FC236}">
                    <a16:creationId xmlns:a16="http://schemas.microsoft.com/office/drawing/2014/main" id="{42D89CE3-6D54-8D4C-A4FF-D8068693F459}"/>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 name="Text Box 6">
                <a:extLst>
                  <a:ext uri="{FF2B5EF4-FFF2-40B4-BE49-F238E27FC236}">
                    <a16:creationId xmlns:a16="http://schemas.microsoft.com/office/drawing/2014/main" id="{29D9E7A0-6D99-F942-B6C6-24EF09651BBA}"/>
                  </a:ext>
                </a:extLst>
              </p:cNvPr>
              <p:cNvSpPr txBox="1">
                <a:spLocks noChangeArrowheads="1"/>
              </p:cNvSpPr>
              <p:nvPr/>
            </p:nvSpPr>
            <p:spPr bwMode="auto">
              <a:xfrm>
                <a:off x="871146" y="4193829"/>
                <a:ext cx="187743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link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e.g., Ethernet</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(chapter 6)</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 name="Line 59">
                <a:extLst>
                  <a:ext uri="{FF2B5EF4-FFF2-40B4-BE49-F238E27FC236}">
                    <a16:creationId xmlns:a16="http://schemas.microsoft.com/office/drawing/2014/main" id="{67FB4697-6647-C242-8EBD-81171A3917C4}"/>
                  </a:ext>
                </a:extLst>
              </p:cNvPr>
              <p:cNvSpPr>
                <a:spLocks noChangeShapeType="1"/>
              </p:cNvSpPr>
              <p:nvPr/>
            </p:nvSpPr>
            <p:spPr bwMode="auto">
              <a:xfrm flipV="1">
                <a:off x="2762871" y="3152085"/>
                <a:ext cx="1193800" cy="1338263"/>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9" name="Slide Number Placeholder 4">
            <a:extLst>
              <a:ext uri="{FF2B5EF4-FFF2-40B4-BE49-F238E27FC236}">
                <a16:creationId xmlns:a16="http://schemas.microsoft.com/office/drawing/2014/main" id="{EA359BDC-8294-2A40-B5BE-B5E215B7EE41}"/>
              </a:ext>
            </a:extLst>
          </p:cNvPr>
          <p:cNvSpPr>
            <a:spLocks noGrp="1"/>
          </p:cNvSpPr>
          <p:nvPr>
            <p:ph type="sldNum" sz="quarter" idx="4"/>
          </p:nvPr>
        </p:nvSpPr>
        <p:spPr>
          <a:xfrm>
            <a:off x="-930224" y="6443089"/>
            <a:ext cx="2743200" cy="365125"/>
          </a:xfrm>
        </p:spPr>
        <p:txBody>
          <a:bodyPr/>
          <a:lstStyle/>
          <a:p>
            <a:r>
              <a:rPr lang="en-US" dirty="0"/>
              <a:t>Network Layer: 4-</a:t>
            </a:r>
            <a:fld id="{C4204591-24BD-A542-B9D5-F8D8A88D2FEE}" type="slidenum">
              <a:rPr lang="en-US" smtClean="0"/>
              <a:pPr/>
              <a:t>6</a:t>
            </a:fld>
            <a:endParaRPr lang="en-US" dirty="0"/>
          </a:p>
        </p:txBody>
      </p:sp>
    </p:spTree>
    <p:extLst>
      <p:ext uri="{BB962C8B-B14F-4D97-AF65-F5344CB8AC3E}">
        <p14:creationId xmlns:p14="http://schemas.microsoft.com/office/powerpoint/2010/main" val="827209832"/>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Text Box 12">
            <a:extLst>
              <a:ext uri="{FF2B5EF4-FFF2-40B4-BE49-F238E27FC236}">
                <a16:creationId xmlns:a16="http://schemas.microsoft.com/office/drawing/2014/main" id="{39713235-40E8-FD43-A0F7-09AF038C8856}"/>
              </a:ext>
            </a:extLst>
          </p:cNvPr>
          <p:cNvSpPr txBox="1">
            <a:spLocks noChangeArrowheads="1"/>
          </p:cNvSpPr>
          <p:nvPr/>
        </p:nvSpPr>
        <p:spPr bwMode="auto">
          <a:xfrm>
            <a:off x="1188002" y="6033604"/>
            <a:ext cx="732072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but what happens if ranges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divide up so nicely?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27" name="Picture 26">
            <a:extLst>
              <a:ext uri="{FF2B5EF4-FFF2-40B4-BE49-F238E27FC236}">
                <a16:creationId xmlns:a16="http://schemas.microsoft.com/office/drawing/2014/main" id="{26C911F9-D713-DF44-9F74-E50D01F6C43A}"/>
              </a:ext>
            </a:extLst>
          </p:cNvPr>
          <p:cNvPicPr>
            <a:picLocks noChangeAspect="1"/>
          </p:cNvPicPr>
          <p:nvPr/>
        </p:nvPicPr>
        <p:blipFill>
          <a:blip r:embed="rId3"/>
          <a:stretch>
            <a:fillRect/>
          </a:stretch>
        </p:blipFill>
        <p:spPr>
          <a:xfrm>
            <a:off x="1056411" y="3154505"/>
            <a:ext cx="9375866" cy="2779571"/>
          </a:xfrm>
          <a:prstGeom prst="rect">
            <a:avLst/>
          </a:prstGeom>
        </p:spPr>
      </p:pic>
      <p:grpSp>
        <p:nvGrpSpPr>
          <p:cNvPr id="7" name="Group 6">
            <a:extLst>
              <a:ext uri="{FF2B5EF4-FFF2-40B4-BE49-F238E27FC236}">
                <a16:creationId xmlns:a16="http://schemas.microsoft.com/office/drawing/2014/main" id="{625C7E65-E330-D54C-9458-A2526E45EE84}"/>
              </a:ext>
            </a:extLst>
          </p:cNvPr>
          <p:cNvGrpSpPr/>
          <p:nvPr/>
        </p:nvGrpSpPr>
        <p:grpSpPr>
          <a:xfrm>
            <a:off x="898734" y="1108364"/>
            <a:ext cx="9699993" cy="2044580"/>
            <a:chOff x="898734" y="1108364"/>
            <a:chExt cx="9699993" cy="2044580"/>
          </a:xfrm>
        </p:grpSpPr>
        <p:pic>
          <p:nvPicPr>
            <p:cNvPr id="28" name="Picture 27">
              <a:extLst>
                <a:ext uri="{FF2B5EF4-FFF2-40B4-BE49-F238E27FC236}">
                  <a16:creationId xmlns:a16="http://schemas.microsoft.com/office/drawing/2014/main" id="{AB2C9B1D-B13F-2A44-BFD7-FE059F60C03B}"/>
                </a:ext>
              </a:extLst>
            </p:cNvPr>
            <p:cNvPicPr>
              <a:picLocks noChangeAspect="1"/>
            </p:cNvPicPr>
            <p:nvPr/>
          </p:nvPicPr>
          <p:blipFill>
            <a:blip r:embed="rId4"/>
            <a:stretch>
              <a:fillRect/>
            </a:stretch>
          </p:blipFill>
          <p:spPr>
            <a:xfrm>
              <a:off x="898734" y="1186912"/>
              <a:ext cx="9594790" cy="1966032"/>
            </a:xfrm>
            <a:prstGeom prst="rect">
              <a:avLst/>
            </a:prstGeom>
          </p:spPr>
        </p:pic>
        <p:sp>
          <p:nvSpPr>
            <p:cNvPr id="5" name="Rectangle 4">
              <a:extLst>
                <a:ext uri="{FF2B5EF4-FFF2-40B4-BE49-F238E27FC236}">
                  <a16:creationId xmlns:a16="http://schemas.microsoft.com/office/drawing/2014/main" id="{1FAB1BC2-A9DF-384B-9E93-78C77805E9B5}"/>
                </a:ext>
              </a:extLst>
            </p:cNvPr>
            <p:cNvSpPr/>
            <p:nvPr/>
          </p:nvSpPr>
          <p:spPr>
            <a:xfrm>
              <a:off x="1039091" y="1108364"/>
              <a:ext cx="9559636" cy="2355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Destination-based forwarding</a:t>
            </a:r>
          </a:p>
        </p:txBody>
      </p:sp>
      <p:grpSp>
        <p:nvGrpSpPr>
          <p:cNvPr id="9" name="Group 8">
            <a:extLst>
              <a:ext uri="{FF2B5EF4-FFF2-40B4-BE49-F238E27FC236}">
                <a16:creationId xmlns:a16="http://schemas.microsoft.com/office/drawing/2014/main" id="{BDFBC640-7D8A-6C4E-A73D-113F295A0D69}"/>
              </a:ext>
            </a:extLst>
          </p:cNvPr>
          <p:cNvGrpSpPr/>
          <p:nvPr/>
        </p:nvGrpSpPr>
        <p:grpSpPr>
          <a:xfrm>
            <a:off x="1038514" y="2679128"/>
            <a:ext cx="9093336" cy="1283278"/>
            <a:chOff x="1038514" y="2679128"/>
            <a:chExt cx="9093336" cy="1283278"/>
          </a:xfrm>
        </p:grpSpPr>
        <p:pic>
          <p:nvPicPr>
            <p:cNvPr id="29" name="Picture 28">
              <a:extLst>
                <a:ext uri="{FF2B5EF4-FFF2-40B4-BE49-F238E27FC236}">
                  <a16:creationId xmlns:a16="http://schemas.microsoft.com/office/drawing/2014/main" id="{16512AEA-D127-3748-A1EB-EB563AC90228}"/>
                </a:ext>
              </a:extLst>
            </p:cNvPr>
            <p:cNvPicPr>
              <a:picLocks noChangeAspect="1"/>
            </p:cNvPicPr>
            <p:nvPr/>
          </p:nvPicPr>
          <p:blipFill>
            <a:blip r:embed="rId5"/>
            <a:stretch>
              <a:fillRect/>
            </a:stretch>
          </p:blipFill>
          <p:spPr>
            <a:xfrm>
              <a:off x="1038514" y="2679128"/>
              <a:ext cx="9093336" cy="1283278"/>
            </a:xfrm>
            <a:prstGeom prst="rect">
              <a:avLst/>
            </a:prstGeom>
          </p:spPr>
        </p:pic>
        <p:sp>
          <p:nvSpPr>
            <p:cNvPr id="8" name="TextBox 7">
              <a:extLst>
                <a:ext uri="{FF2B5EF4-FFF2-40B4-BE49-F238E27FC236}">
                  <a16:creationId xmlns:a16="http://schemas.microsoft.com/office/drawing/2014/main" id="{9EF59FBD-8B2C-9141-A4D8-C536B3311F8A}"/>
                </a:ext>
              </a:extLst>
            </p:cNvPr>
            <p:cNvSpPr txBox="1"/>
            <p:nvPr/>
          </p:nvSpPr>
          <p:spPr>
            <a:xfrm>
              <a:off x="8451272" y="3131128"/>
              <a:ext cx="886691" cy="430887"/>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grpSp>
      <p:sp>
        <p:nvSpPr>
          <p:cNvPr id="11" name="Slide Number Placeholder 4">
            <a:extLst>
              <a:ext uri="{FF2B5EF4-FFF2-40B4-BE49-F238E27FC236}">
                <a16:creationId xmlns:a16="http://schemas.microsoft.com/office/drawing/2014/main" id="{81C74D07-6178-E24A-9413-942CDFCE346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a:t>
            </a:fld>
            <a:endParaRPr lang="en-US" dirty="0"/>
          </a:p>
        </p:txBody>
      </p:sp>
    </p:spTree>
    <p:extLst>
      <p:ext uri="{BB962C8B-B14F-4D97-AF65-F5344CB8AC3E}">
        <p14:creationId xmlns:p14="http://schemas.microsoft.com/office/powerpoint/2010/main" val="36579125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42" presetClass="path" presetSubtype="0" accel="50000" decel="50000" fill="hold" nodeType="withEffect">
                                  <p:stCondLst>
                                    <p:cond delay="0"/>
                                  </p:stCondLst>
                                  <p:childTnLst>
                                    <p:animMotion origin="layout" path="M -3.75E-6 1.11022E-16 L 0.00052 0.10718 " pathEditMode="relative" rAng="0" ptsTypes="AA">
                                      <p:cBhvr>
                                        <p:cTn id="9" dur="2000" fill="hold"/>
                                        <p:tgtEl>
                                          <p:spTgt spid="27"/>
                                        </p:tgtEl>
                                        <p:attrNameLst>
                                          <p:attrName>ppt_x</p:attrName>
                                          <p:attrName>ppt_y</p:attrName>
                                        </p:attrNameLst>
                                      </p:cBhvr>
                                      <p:rCtr x="26" y="5347"/>
                                    </p:animMotion>
                                  </p:childTnLst>
                                </p:cTn>
                              </p:par>
                              <p:par>
                                <p:cTn id="10" presetID="42" presetClass="path" presetSubtype="0" accel="50000" decel="50000" fill="hold" nodeType="withEffect">
                                  <p:stCondLst>
                                    <p:cond delay="0"/>
                                  </p:stCondLst>
                                  <p:childTnLst>
                                    <p:animMotion origin="layout" path="M -4.375E-6 1.85185E-6 L 0.00013 -0.05417 " pathEditMode="relative" rAng="0" ptsTypes="AA">
                                      <p:cBhvr>
                                        <p:cTn id="11" dur="2000" fill="hold"/>
                                        <p:tgtEl>
                                          <p:spTgt spid="7"/>
                                        </p:tgtEl>
                                        <p:attrNameLst>
                                          <p:attrName>ppt_x</p:attrName>
                                          <p:attrName>ppt_y</p:attrName>
                                        </p:attrNameLst>
                                      </p:cBhvr>
                                      <p:rCtr x="0" y="-2708"/>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grpSp>
        <p:nvGrpSpPr>
          <p:cNvPr id="3" name="Group 2">
            <a:extLst>
              <a:ext uri="{FF2B5EF4-FFF2-40B4-BE49-F238E27FC236}">
                <a16:creationId xmlns:a16="http://schemas.microsoft.com/office/drawing/2014/main" id="{03D13401-BB00-AB4B-8905-3EDC38C55E44}"/>
              </a:ext>
            </a:extLst>
          </p:cNvPr>
          <p:cNvGrpSpPr/>
          <p:nvPr/>
        </p:nvGrpSpPr>
        <p:grpSpPr>
          <a:xfrm>
            <a:off x="2674601" y="3416024"/>
            <a:ext cx="7479325" cy="2180038"/>
            <a:chOff x="2674601" y="3416024"/>
            <a:chExt cx="7479325" cy="2180038"/>
          </a:xfrm>
        </p:grpSpPr>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grpSp>
      <p:grpSp>
        <p:nvGrpSpPr>
          <p:cNvPr id="4" name="Group 3">
            <a:extLst>
              <a:ext uri="{FF2B5EF4-FFF2-40B4-BE49-F238E27FC236}">
                <a16:creationId xmlns:a16="http://schemas.microsoft.com/office/drawing/2014/main" id="{F655AE30-180F-9548-B5CE-B9911AA53A47}"/>
              </a:ext>
            </a:extLst>
          </p:cNvPr>
          <p:cNvGrpSpPr/>
          <p:nvPr/>
        </p:nvGrpSpPr>
        <p:grpSpPr>
          <a:xfrm>
            <a:off x="789703" y="5747609"/>
            <a:ext cx="9305341" cy="903606"/>
            <a:chOff x="789703" y="5747609"/>
            <a:chExt cx="9305341" cy="903606"/>
          </a:xfrm>
        </p:grpSpPr>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sp>
        <p:nvSpPr>
          <p:cNvPr id="31" name="Slide Number Placeholder 4">
            <a:extLst>
              <a:ext uri="{FF2B5EF4-FFF2-40B4-BE49-F238E27FC236}">
                <a16:creationId xmlns:a16="http://schemas.microsoft.com/office/drawing/2014/main" id="{EC760D1C-B9BF-9F46-BBE7-A444C5F6877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a:t>
            </a:fld>
            <a:endParaRPr lang="en-US" dirty="0"/>
          </a:p>
        </p:txBody>
      </p:sp>
    </p:spTree>
    <p:extLst>
      <p:ext uri="{BB962C8B-B14F-4D97-AF65-F5344CB8AC3E}">
        <p14:creationId xmlns:p14="http://schemas.microsoft.com/office/powerpoint/2010/main" val="14211897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03563" y="3297382"/>
            <a:ext cx="9670473" cy="3560618"/>
            <a:chOff x="803563" y="3297382"/>
            <a:chExt cx="9670473" cy="3560618"/>
          </a:xfrm>
        </p:grpSpPr>
        <p:sp>
          <p:nvSpPr>
            <p:cNvPr id="7" name="Freeform 6">
              <a:extLst>
                <a:ext uri="{FF2B5EF4-FFF2-40B4-BE49-F238E27FC236}">
                  <a16:creationId xmlns:a16="http://schemas.microsoft.com/office/drawing/2014/main" id="{A848FF30-7F47-EF40-9B21-6336F9996053}"/>
                </a:ext>
              </a:extLst>
            </p:cNvPr>
            <p:cNvSpPr/>
            <p:nvPr/>
          </p:nvSpPr>
          <p:spPr>
            <a:xfrm>
              <a:off x="845127" y="3297382"/>
              <a:ext cx="9628909" cy="1122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09" h="1122218">
                  <a:moveTo>
                    <a:pt x="110837" y="0"/>
                  </a:moveTo>
                  <a:lnTo>
                    <a:pt x="9628909" y="13854"/>
                  </a:lnTo>
                  <a:lnTo>
                    <a:pt x="9628909" y="1122218"/>
                  </a:lnTo>
                  <a:lnTo>
                    <a:pt x="5389418" y="1108364"/>
                  </a:lnTo>
                  <a:lnTo>
                    <a:pt x="5375564" y="665017"/>
                  </a:lnTo>
                  <a:lnTo>
                    <a:pt x="1856509" y="651163"/>
                  </a:lnTo>
                  <a:lnTo>
                    <a:pt x="1870364" y="1122218"/>
                  </a:lnTo>
                  <a:lnTo>
                    <a:pt x="0" y="1080654"/>
                  </a:lnTo>
                  <a:lnTo>
                    <a:pt x="110837"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1634837" y="4364180"/>
              <a:ext cx="8756072" cy="1399309"/>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803563" y="5735782"/>
              <a:ext cx="9628909" cy="1122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394363 w 9628909"/>
                <a:gd name="connsiteY4" fmla="*/ 668811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246 w 9628909"/>
                <a:gd name="connsiteY3" fmla="*/ 1094510 h 1122218"/>
                <a:gd name="connsiteX4" fmla="*/ 5394363 w 9628909"/>
                <a:gd name="connsiteY4" fmla="*/ 668811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09" h="1122218">
                  <a:moveTo>
                    <a:pt x="110837" y="0"/>
                  </a:moveTo>
                  <a:lnTo>
                    <a:pt x="9628909" y="13854"/>
                  </a:lnTo>
                  <a:lnTo>
                    <a:pt x="9628909" y="1122218"/>
                  </a:lnTo>
                  <a:lnTo>
                    <a:pt x="5389246" y="1094510"/>
                  </a:lnTo>
                  <a:cubicBezTo>
                    <a:pt x="5390952" y="952610"/>
                    <a:pt x="5392657" y="810711"/>
                    <a:pt x="5394363" y="668811"/>
                  </a:cubicBezTo>
                  <a:lnTo>
                    <a:pt x="1856509" y="651163"/>
                  </a:lnTo>
                  <a:lnTo>
                    <a:pt x="1870364" y="1122218"/>
                  </a:lnTo>
                  <a:lnTo>
                    <a:pt x="0" y="1080654"/>
                  </a:lnTo>
                  <a:lnTo>
                    <a:pt x="110837"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6" y="3972790"/>
            <a:ext cx="3505199" cy="2150919"/>
            <a:chOff x="2701636" y="3972790"/>
            <a:chExt cx="3505199" cy="2150919"/>
          </a:xfrm>
        </p:grpSpPr>
        <p:sp>
          <p:nvSpPr>
            <p:cNvPr id="3" name="Rectangle 2">
              <a:extLst>
                <a:ext uri="{FF2B5EF4-FFF2-40B4-BE49-F238E27FC236}">
                  <a16:creationId xmlns:a16="http://schemas.microsoft.com/office/drawing/2014/main" id="{0F0BC283-76C4-1340-944F-7C4D353D8FFC}"/>
                </a:ext>
              </a:extLst>
            </p:cNvPr>
            <p:cNvSpPr/>
            <p:nvPr/>
          </p:nvSpPr>
          <p:spPr>
            <a:xfrm>
              <a:off x="2701636" y="579120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397279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350327"/>
              <a:ext cx="290946" cy="1427018"/>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31673" y="4738255"/>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0AD153D5-F6CB-0E4F-AE80-7E6404A6B28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9</a:t>
            </a:fld>
            <a:endParaRPr lang="en-US" dirty="0"/>
          </a:p>
        </p:txBody>
      </p:sp>
    </p:spTree>
    <p:extLst>
      <p:ext uri="{BB962C8B-B14F-4D97-AF65-F5344CB8AC3E}">
        <p14:creationId xmlns:p14="http://schemas.microsoft.com/office/powerpoint/2010/main" val="4234177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58982" y="3297383"/>
            <a:ext cx="9628910" cy="3560617"/>
            <a:chOff x="858982" y="3297383"/>
            <a:chExt cx="9628910" cy="3560617"/>
          </a:xfrm>
        </p:grpSpPr>
        <p:sp>
          <p:nvSpPr>
            <p:cNvPr id="7" name="Freeform 6">
              <a:extLst>
                <a:ext uri="{FF2B5EF4-FFF2-40B4-BE49-F238E27FC236}">
                  <a16:creationId xmlns:a16="http://schemas.microsoft.com/office/drawing/2014/main" id="{A848FF30-7F47-EF40-9B21-6336F9996053}"/>
                </a:ext>
              </a:extLst>
            </p:cNvPr>
            <p:cNvSpPr/>
            <p:nvPr/>
          </p:nvSpPr>
          <p:spPr>
            <a:xfrm>
              <a:off x="858982" y="3297383"/>
              <a:ext cx="9628910" cy="1944054"/>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731818"/>
                <a:gd name="connsiteX1" fmla="*/ 9628909 w 9628909"/>
                <a:gd name="connsiteY1" fmla="*/ 13854 h 1731818"/>
                <a:gd name="connsiteX2" fmla="*/ 9628909 w 9628909"/>
                <a:gd name="connsiteY2" fmla="*/ 1122218 h 1731818"/>
                <a:gd name="connsiteX3" fmla="*/ 5389418 w 9628909"/>
                <a:gd name="connsiteY3" fmla="*/ 1108364 h 1731818"/>
                <a:gd name="connsiteX4" fmla="*/ 5375564 w 9628909"/>
                <a:gd name="connsiteY4" fmla="*/ 665017 h 1731818"/>
                <a:gd name="connsiteX5" fmla="*/ 1856509 w 9628909"/>
                <a:gd name="connsiteY5" fmla="*/ 651163 h 1731818"/>
                <a:gd name="connsiteX6" fmla="*/ 1828801 w 9628909"/>
                <a:gd name="connsiteY6" fmla="*/ 1731818 h 1731818"/>
                <a:gd name="connsiteX7" fmla="*/ 0 w 9628909"/>
                <a:gd name="connsiteY7" fmla="*/ 1080654 h 1731818"/>
                <a:gd name="connsiteX8" fmla="*/ 110837 w 9628909"/>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108364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306291 w 9518072"/>
                <a:gd name="connsiteY4" fmla="*/ 1510144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31927"/>
                <a:gd name="connsiteY0" fmla="*/ 0 h 1925782"/>
                <a:gd name="connsiteX1" fmla="*/ 9518072 w 9531927"/>
                <a:gd name="connsiteY1" fmla="*/ 13854 h 1925782"/>
                <a:gd name="connsiteX2" fmla="*/ 9531927 w 9531927"/>
                <a:gd name="connsiteY2" fmla="*/ 1925782 h 1925782"/>
                <a:gd name="connsiteX3" fmla="*/ 5278581 w 9531927"/>
                <a:gd name="connsiteY3" fmla="*/ 1662545 h 1925782"/>
                <a:gd name="connsiteX4" fmla="*/ 5306291 w 9531927"/>
                <a:gd name="connsiteY4" fmla="*/ 1510144 h 1925782"/>
                <a:gd name="connsiteX5" fmla="*/ 1759526 w 9531927"/>
                <a:gd name="connsiteY5" fmla="*/ 1482436 h 1925782"/>
                <a:gd name="connsiteX6" fmla="*/ 1717964 w 9531927"/>
                <a:gd name="connsiteY6" fmla="*/ 1731818 h 1925782"/>
                <a:gd name="connsiteX7" fmla="*/ 152399 w 9531927"/>
                <a:gd name="connsiteY7" fmla="*/ 1634836 h 1925782"/>
                <a:gd name="connsiteX8" fmla="*/ 0 w 9531927"/>
                <a:gd name="connsiteY8" fmla="*/ 0 h 1925782"/>
                <a:gd name="connsiteX0" fmla="*/ 0 w 9531927"/>
                <a:gd name="connsiteY0" fmla="*/ 0 h 1939636"/>
                <a:gd name="connsiteX1" fmla="*/ 9518072 w 9531927"/>
                <a:gd name="connsiteY1" fmla="*/ 13854 h 1939636"/>
                <a:gd name="connsiteX2" fmla="*/ 9531927 w 9531927"/>
                <a:gd name="connsiteY2" fmla="*/ 1925782 h 1939636"/>
                <a:gd name="connsiteX3" fmla="*/ 5292436 w 9531927"/>
                <a:gd name="connsiteY3" fmla="*/ 1939636 h 1939636"/>
                <a:gd name="connsiteX4" fmla="*/ 5306291 w 9531927"/>
                <a:gd name="connsiteY4" fmla="*/ 1510144 h 1939636"/>
                <a:gd name="connsiteX5" fmla="*/ 1759526 w 9531927"/>
                <a:gd name="connsiteY5" fmla="*/ 1482436 h 1939636"/>
                <a:gd name="connsiteX6" fmla="*/ 1717964 w 9531927"/>
                <a:gd name="connsiteY6" fmla="*/ 1731818 h 1939636"/>
                <a:gd name="connsiteX7" fmla="*/ 152399 w 9531927"/>
                <a:gd name="connsiteY7" fmla="*/ 1634836 h 1939636"/>
                <a:gd name="connsiteX8" fmla="*/ 0 w 9531927"/>
                <a:gd name="connsiteY8" fmla="*/ 0 h 1939636"/>
                <a:gd name="connsiteX0" fmla="*/ 0 w 9531927"/>
                <a:gd name="connsiteY0" fmla="*/ 0 h 1939637"/>
                <a:gd name="connsiteX1" fmla="*/ 9518072 w 9531927"/>
                <a:gd name="connsiteY1" fmla="*/ 13854 h 1939637"/>
                <a:gd name="connsiteX2" fmla="*/ 9531927 w 9531927"/>
                <a:gd name="connsiteY2" fmla="*/ 1925782 h 1939637"/>
                <a:gd name="connsiteX3" fmla="*/ 5292436 w 9531927"/>
                <a:gd name="connsiteY3" fmla="*/ 1939636 h 1939637"/>
                <a:gd name="connsiteX4" fmla="*/ 5306291 w 9531927"/>
                <a:gd name="connsiteY4" fmla="*/ 1510144 h 1939637"/>
                <a:gd name="connsiteX5" fmla="*/ 1759526 w 9531927"/>
                <a:gd name="connsiteY5" fmla="*/ 1482436 h 1939637"/>
                <a:gd name="connsiteX6" fmla="*/ 1704109 w 9531927"/>
                <a:gd name="connsiteY6" fmla="*/ 1939637 h 1939637"/>
                <a:gd name="connsiteX7" fmla="*/ 152399 w 9531927"/>
                <a:gd name="connsiteY7" fmla="*/ 1634836 h 1939637"/>
                <a:gd name="connsiteX8" fmla="*/ 0 w 9531927"/>
                <a:gd name="connsiteY8" fmla="*/ 0 h 1939637"/>
                <a:gd name="connsiteX0" fmla="*/ 96983 w 9628910"/>
                <a:gd name="connsiteY0" fmla="*/ 0 h 1939637"/>
                <a:gd name="connsiteX1" fmla="*/ 9615055 w 9628910"/>
                <a:gd name="connsiteY1" fmla="*/ 13854 h 1939637"/>
                <a:gd name="connsiteX2" fmla="*/ 9628910 w 9628910"/>
                <a:gd name="connsiteY2" fmla="*/ 1925782 h 1939637"/>
                <a:gd name="connsiteX3" fmla="*/ 5389419 w 9628910"/>
                <a:gd name="connsiteY3" fmla="*/ 1939636 h 1939637"/>
                <a:gd name="connsiteX4" fmla="*/ 5403274 w 9628910"/>
                <a:gd name="connsiteY4" fmla="*/ 1510144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403274 w 9628910"/>
                <a:gd name="connsiteY4" fmla="*/ 1510144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341431 w 9628910"/>
                <a:gd name="connsiteY4" fmla="*/ 1505726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10" h="1944054">
                  <a:moveTo>
                    <a:pt x="96983" y="0"/>
                  </a:moveTo>
                  <a:lnTo>
                    <a:pt x="9615055" y="13854"/>
                  </a:lnTo>
                  <a:lnTo>
                    <a:pt x="9628910" y="1925782"/>
                  </a:lnTo>
                  <a:lnTo>
                    <a:pt x="5349662" y="1944054"/>
                  </a:lnTo>
                  <a:lnTo>
                    <a:pt x="5341431" y="1505726"/>
                  </a:lnTo>
                  <a:lnTo>
                    <a:pt x="1856509" y="1482436"/>
                  </a:lnTo>
                  <a:lnTo>
                    <a:pt x="1801092" y="1939637"/>
                  </a:lnTo>
                  <a:lnTo>
                    <a:pt x="0" y="1884218"/>
                  </a:lnTo>
                  <a:lnTo>
                    <a:pt x="96983"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2299855" y="5112326"/>
              <a:ext cx="8118764" cy="1052948"/>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900546" y="5915892"/>
              <a:ext cx="9531927" cy="94210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6650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080654"/>
                <a:gd name="connsiteX1" fmla="*/ 9628909 w 9628909"/>
                <a:gd name="connsiteY1" fmla="*/ 13854 h 1080654"/>
                <a:gd name="connsiteX2" fmla="*/ 9628909 w 9628909"/>
                <a:gd name="connsiteY2" fmla="*/ 665018 h 1080654"/>
                <a:gd name="connsiteX3" fmla="*/ 5417127 w 9628909"/>
                <a:gd name="connsiteY3" fmla="*/ 692728 h 1080654"/>
                <a:gd name="connsiteX4" fmla="*/ 5430982 w 9628909"/>
                <a:gd name="connsiteY4" fmla="*/ 207817 h 1080654"/>
                <a:gd name="connsiteX5" fmla="*/ 1884218 w 9628909"/>
                <a:gd name="connsiteY5" fmla="*/ 138545 h 1080654"/>
                <a:gd name="connsiteX6" fmla="*/ 1884219 w 9628909"/>
                <a:gd name="connsiteY6" fmla="*/ 665018 h 1080654"/>
                <a:gd name="connsiteX7" fmla="*/ 0 w 9628909"/>
                <a:gd name="connsiteY7" fmla="*/ 1080654 h 1080654"/>
                <a:gd name="connsiteX8" fmla="*/ 110837 w 9628909"/>
                <a:gd name="connsiteY8" fmla="*/ 0 h 1080654"/>
                <a:gd name="connsiteX0" fmla="*/ 69274 w 9587346"/>
                <a:gd name="connsiteY0" fmla="*/ 0 h 692728"/>
                <a:gd name="connsiteX1" fmla="*/ 9587346 w 9587346"/>
                <a:gd name="connsiteY1" fmla="*/ 13854 h 692728"/>
                <a:gd name="connsiteX2" fmla="*/ 9587346 w 9587346"/>
                <a:gd name="connsiteY2" fmla="*/ 665018 h 692728"/>
                <a:gd name="connsiteX3" fmla="*/ 5375564 w 9587346"/>
                <a:gd name="connsiteY3" fmla="*/ 692728 h 692728"/>
                <a:gd name="connsiteX4" fmla="*/ 5389419 w 9587346"/>
                <a:gd name="connsiteY4" fmla="*/ 207817 h 692728"/>
                <a:gd name="connsiteX5" fmla="*/ 1842655 w 9587346"/>
                <a:gd name="connsiteY5" fmla="*/ 138545 h 692728"/>
                <a:gd name="connsiteX6" fmla="*/ 1842656 w 9587346"/>
                <a:gd name="connsiteY6" fmla="*/ 665018 h 692728"/>
                <a:gd name="connsiteX7" fmla="*/ 0 w 9587346"/>
                <a:gd name="connsiteY7" fmla="*/ 526472 h 692728"/>
                <a:gd name="connsiteX8" fmla="*/ 69274 w 9587346"/>
                <a:gd name="connsiteY8" fmla="*/ 0 h 69272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87237 w 9531927"/>
                <a:gd name="connsiteY6" fmla="*/ 665018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748145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298661 w 9531927"/>
                <a:gd name="connsiteY4" fmla="*/ 198982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1927" h="942108">
                  <a:moveTo>
                    <a:pt x="13855" y="0"/>
                  </a:moveTo>
                  <a:lnTo>
                    <a:pt x="9531927" y="13854"/>
                  </a:lnTo>
                  <a:lnTo>
                    <a:pt x="9531927" y="665018"/>
                  </a:lnTo>
                  <a:lnTo>
                    <a:pt x="5289224" y="652972"/>
                  </a:lnTo>
                  <a:lnTo>
                    <a:pt x="5298661" y="198982"/>
                  </a:lnTo>
                  <a:lnTo>
                    <a:pt x="1717964" y="221672"/>
                  </a:lnTo>
                  <a:cubicBezTo>
                    <a:pt x="1717964" y="397163"/>
                    <a:pt x="1759528" y="711200"/>
                    <a:pt x="1759528" y="886691"/>
                  </a:cubicBezTo>
                  <a:lnTo>
                    <a:pt x="0" y="942108"/>
                  </a:lnTo>
                  <a:lnTo>
                    <a:pt x="13855"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6" y="4804081"/>
            <a:ext cx="3505199" cy="1804550"/>
            <a:chOff x="2701636" y="4319159"/>
            <a:chExt cx="3505199" cy="1804550"/>
          </a:xfrm>
        </p:grpSpPr>
        <p:sp>
          <p:nvSpPr>
            <p:cNvPr id="3" name="Rectangle 2">
              <a:extLst>
                <a:ext uri="{FF2B5EF4-FFF2-40B4-BE49-F238E27FC236}">
                  <a16:creationId xmlns:a16="http://schemas.microsoft.com/office/drawing/2014/main" id="{0F0BC283-76C4-1340-944F-7C4D353D8FFC}"/>
                </a:ext>
              </a:extLst>
            </p:cNvPr>
            <p:cNvSpPr/>
            <p:nvPr/>
          </p:nvSpPr>
          <p:spPr>
            <a:xfrm>
              <a:off x="2701636" y="579120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4319159"/>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682823"/>
              <a:ext cx="290945" cy="1094521"/>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31673" y="5029209"/>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41B73FEC-A96A-8347-A60F-5E87D5B24CA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10</a:t>
            </a:fld>
            <a:endParaRPr lang="en-US" dirty="0"/>
          </a:p>
        </p:txBody>
      </p:sp>
    </p:spTree>
    <p:extLst>
      <p:ext uri="{BB962C8B-B14F-4D97-AF65-F5344CB8AC3E}">
        <p14:creationId xmlns:p14="http://schemas.microsoft.com/office/powerpoint/2010/main" val="22045319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58981" y="3297382"/>
            <a:ext cx="9615055" cy="3560618"/>
            <a:chOff x="858981" y="3297382"/>
            <a:chExt cx="9615055" cy="3560618"/>
          </a:xfrm>
        </p:grpSpPr>
        <p:sp>
          <p:nvSpPr>
            <p:cNvPr id="7" name="Freeform 6">
              <a:extLst>
                <a:ext uri="{FF2B5EF4-FFF2-40B4-BE49-F238E27FC236}">
                  <a16:creationId xmlns:a16="http://schemas.microsoft.com/office/drawing/2014/main" id="{A848FF30-7F47-EF40-9B21-6336F9996053}"/>
                </a:ext>
              </a:extLst>
            </p:cNvPr>
            <p:cNvSpPr/>
            <p:nvPr/>
          </p:nvSpPr>
          <p:spPr>
            <a:xfrm>
              <a:off x="858981" y="3297382"/>
              <a:ext cx="9615055" cy="1884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731818"/>
                <a:gd name="connsiteX1" fmla="*/ 9628909 w 9628909"/>
                <a:gd name="connsiteY1" fmla="*/ 13854 h 1731818"/>
                <a:gd name="connsiteX2" fmla="*/ 9628909 w 9628909"/>
                <a:gd name="connsiteY2" fmla="*/ 1122218 h 1731818"/>
                <a:gd name="connsiteX3" fmla="*/ 5389418 w 9628909"/>
                <a:gd name="connsiteY3" fmla="*/ 1108364 h 1731818"/>
                <a:gd name="connsiteX4" fmla="*/ 5375564 w 9628909"/>
                <a:gd name="connsiteY4" fmla="*/ 665017 h 1731818"/>
                <a:gd name="connsiteX5" fmla="*/ 1856509 w 9628909"/>
                <a:gd name="connsiteY5" fmla="*/ 651163 h 1731818"/>
                <a:gd name="connsiteX6" fmla="*/ 1828801 w 9628909"/>
                <a:gd name="connsiteY6" fmla="*/ 1731818 h 1731818"/>
                <a:gd name="connsiteX7" fmla="*/ 0 w 9628909"/>
                <a:gd name="connsiteY7" fmla="*/ 1080654 h 1731818"/>
                <a:gd name="connsiteX8" fmla="*/ 110837 w 9628909"/>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108364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306291 w 9518072"/>
                <a:gd name="connsiteY4" fmla="*/ 1510144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31927"/>
                <a:gd name="connsiteY0" fmla="*/ 0 h 1925782"/>
                <a:gd name="connsiteX1" fmla="*/ 9518072 w 9531927"/>
                <a:gd name="connsiteY1" fmla="*/ 13854 h 1925782"/>
                <a:gd name="connsiteX2" fmla="*/ 9531927 w 9531927"/>
                <a:gd name="connsiteY2" fmla="*/ 1925782 h 1925782"/>
                <a:gd name="connsiteX3" fmla="*/ 5278581 w 9531927"/>
                <a:gd name="connsiteY3" fmla="*/ 1662545 h 1925782"/>
                <a:gd name="connsiteX4" fmla="*/ 5306291 w 9531927"/>
                <a:gd name="connsiteY4" fmla="*/ 1510144 h 1925782"/>
                <a:gd name="connsiteX5" fmla="*/ 1759526 w 9531927"/>
                <a:gd name="connsiteY5" fmla="*/ 1482436 h 1925782"/>
                <a:gd name="connsiteX6" fmla="*/ 1717964 w 9531927"/>
                <a:gd name="connsiteY6" fmla="*/ 1731818 h 1925782"/>
                <a:gd name="connsiteX7" fmla="*/ 152399 w 9531927"/>
                <a:gd name="connsiteY7" fmla="*/ 1634836 h 1925782"/>
                <a:gd name="connsiteX8" fmla="*/ 0 w 9531927"/>
                <a:gd name="connsiteY8" fmla="*/ 0 h 1925782"/>
                <a:gd name="connsiteX0" fmla="*/ 0 w 9531927"/>
                <a:gd name="connsiteY0" fmla="*/ 0 h 1939636"/>
                <a:gd name="connsiteX1" fmla="*/ 9518072 w 9531927"/>
                <a:gd name="connsiteY1" fmla="*/ 13854 h 1939636"/>
                <a:gd name="connsiteX2" fmla="*/ 9531927 w 9531927"/>
                <a:gd name="connsiteY2" fmla="*/ 1925782 h 1939636"/>
                <a:gd name="connsiteX3" fmla="*/ 5292436 w 9531927"/>
                <a:gd name="connsiteY3" fmla="*/ 1939636 h 1939636"/>
                <a:gd name="connsiteX4" fmla="*/ 5306291 w 9531927"/>
                <a:gd name="connsiteY4" fmla="*/ 1510144 h 1939636"/>
                <a:gd name="connsiteX5" fmla="*/ 1759526 w 9531927"/>
                <a:gd name="connsiteY5" fmla="*/ 1482436 h 1939636"/>
                <a:gd name="connsiteX6" fmla="*/ 1717964 w 9531927"/>
                <a:gd name="connsiteY6" fmla="*/ 1731818 h 1939636"/>
                <a:gd name="connsiteX7" fmla="*/ 152399 w 9531927"/>
                <a:gd name="connsiteY7" fmla="*/ 1634836 h 1939636"/>
                <a:gd name="connsiteX8" fmla="*/ 0 w 9531927"/>
                <a:gd name="connsiteY8" fmla="*/ 0 h 1939636"/>
                <a:gd name="connsiteX0" fmla="*/ 0 w 9531927"/>
                <a:gd name="connsiteY0" fmla="*/ 0 h 1939637"/>
                <a:gd name="connsiteX1" fmla="*/ 9518072 w 9531927"/>
                <a:gd name="connsiteY1" fmla="*/ 13854 h 1939637"/>
                <a:gd name="connsiteX2" fmla="*/ 9531927 w 9531927"/>
                <a:gd name="connsiteY2" fmla="*/ 1925782 h 1939637"/>
                <a:gd name="connsiteX3" fmla="*/ 5292436 w 9531927"/>
                <a:gd name="connsiteY3" fmla="*/ 1939636 h 1939637"/>
                <a:gd name="connsiteX4" fmla="*/ 5306291 w 9531927"/>
                <a:gd name="connsiteY4" fmla="*/ 1510144 h 1939637"/>
                <a:gd name="connsiteX5" fmla="*/ 1759526 w 9531927"/>
                <a:gd name="connsiteY5" fmla="*/ 1482436 h 1939637"/>
                <a:gd name="connsiteX6" fmla="*/ 1704109 w 9531927"/>
                <a:gd name="connsiteY6" fmla="*/ 1939637 h 1939637"/>
                <a:gd name="connsiteX7" fmla="*/ 152399 w 9531927"/>
                <a:gd name="connsiteY7" fmla="*/ 1634836 h 1939637"/>
                <a:gd name="connsiteX8" fmla="*/ 0 w 9531927"/>
                <a:gd name="connsiteY8" fmla="*/ 0 h 1939637"/>
                <a:gd name="connsiteX0" fmla="*/ 96983 w 9628910"/>
                <a:gd name="connsiteY0" fmla="*/ 0 h 1939637"/>
                <a:gd name="connsiteX1" fmla="*/ 9615055 w 9628910"/>
                <a:gd name="connsiteY1" fmla="*/ 13854 h 1939637"/>
                <a:gd name="connsiteX2" fmla="*/ 9628910 w 9628910"/>
                <a:gd name="connsiteY2" fmla="*/ 1925782 h 1939637"/>
                <a:gd name="connsiteX3" fmla="*/ 5389419 w 9628910"/>
                <a:gd name="connsiteY3" fmla="*/ 1939636 h 1939637"/>
                <a:gd name="connsiteX4" fmla="*/ 5403274 w 9628910"/>
                <a:gd name="connsiteY4" fmla="*/ 1510144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403274 w 9628910"/>
                <a:gd name="connsiteY4" fmla="*/ 1510144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341431 w 9628910"/>
                <a:gd name="connsiteY4" fmla="*/ 1505726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39637"/>
                <a:gd name="connsiteX1" fmla="*/ 9615055 w 9628910"/>
                <a:gd name="connsiteY1" fmla="*/ 13854 h 1939637"/>
                <a:gd name="connsiteX2" fmla="*/ 9628910 w 9628910"/>
                <a:gd name="connsiteY2" fmla="*/ 1925782 h 1939637"/>
                <a:gd name="connsiteX3" fmla="*/ 5848426 w 9628910"/>
                <a:gd name="connsiteY3" fmla="*/ 1500709 h 1939637"/>
                <a:gd name="connsiteX4" fmla="*/ 5341431 w 9628910"/>
                <a:gd name="connsiteY4" fmla="*/ 1505726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341431 w 9615055"/>
                <a:gd name="connsiteY4" fmla="*/ 1505726 h 1939637"/>
                <a:gd name="connsiteX5" fmla="*/ 1856509 w 9615055"/>
                <a:gd name="connsiteY5" fmla="*/ 1482436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826340 w 9615055"/>
                <a:gd name="connsiteY4" fmla="*/ 1006963 h 1939637"/>
                <a:gd name="connsiteX5" fmla="*/ 1856509 w 9615055"/>
                <a:gd name="connsiteY5" fmla="*/ 1482436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826340 w 9615055"/>
                <a:gd name="connsiteY4" fmla="*/ 1006963 h 1939637"/>
                <a:gd name="connsiteX5" fmla="*/ 1856509 w 9615055"/>
                <a:gd name="connsiteY5" fmla="*/ 1066799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884218"/>
                <a:gd name="connsiteX1" fmla="*/ 9615055 w 9615055"/>
                <a:gd name="connsiteY1" fmla="*/ 13854 h 1884218"/>
                <a:gd name="connsiteX2" fmla="*/ 9545783 w 9615055"/>
                <a:gd name="connsiteY2" fmla="*/ 1510146 h 1884218"/>
                <a:gd name="connsiteX3" fmla="*/ 5848426 w 9615055"/>
                <a:gd name="connsiteY3" fmla="*/ 1500709 h 1884218"/>
                <a:gd name="connsiteX4" fmla="*/ 5826340 w 9615055"/>
                <a:gd name="connsiteY4" fmla="*/ 1006963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848426 w 9615055"/>
                <a:gd name="connsiteY3" fmla="*/ 1500709 h 1884218"/>
                <a:gd name="connsiteX4" fmla="*/ 5833928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833928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88397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37712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26330 w 9615055"/>
                <a:gd name="connsiteY6" fmla="*/ 1818740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26330 w 9615055"/>
                <a:gd name="connsiteY6" fmla="*/ 1818740 h 1884218"/>
                <a:gd name="connsiteX7" fmla="*/ 0 w 9615055"/>
                <a:gd name="connsiteY7" fmla="*/ 1884218 h 1884218"/>
                <a:gd name="connsiteX8" fmla="*/ 96983 w 9615055"/>
                <a:gd name="connsiteY8" fmla="*/ 0 h 1884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15055" h="1884218">
                  <a:moveTo>
                    <a:pt x="96983" y="0"/>
                  </a:moveTo>
                  <a:lnTo>
                    <a:pt x="9615055" y="13854"/>
                  </a:lnTo>
                  <a:lnTo>
                    <a:pt x="9545783" y="1510146"/>
                  </a:lnTo>
                  <a:lnTo>
                    <a:pt x="5787719" y="1504503"/>
                  </a:lnTo>
                  <a:cubicBezTo>
                    <a:pt x="5789210" y="1356363"/>
                    <a:pt x="5790700" y="1208222"/>
                    <a:pt x="5792191" y="1060082"/>
                  </a:cubicBezTo>
                  <a:lnTo>
                    <a:pt x="1829949" y="1063004"/>
                  </a:lnTo>
                  <a:cubicBezTo>
                    <a:pt x="1832537" y="1313651"/>
                    <a:pt x="1835125" y="1571887"/>
                    <a:pt x="1826330" y="1818740"/>
                  </a:cubicBezTo>
                  <a:lnTo>
                    <a:pt x="0" y="1884218"/>
                  </a:lnTo>
                  <a:lnTo>
                    <a:pt x="96983"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2299855" y="4764472"/>
              <a:ext cx="8118764" cy="1343892"/>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900546" y="5915892"/>
              <a:ext cx="9531927" cy="94210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6650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080654"/>
                <a:gd name="connsiteX1" fmla="*/ 9628909 w 9628909"/>
                <a:gd name="connsiteY1" fmla="*/ 13854 h 1080654"/>
                <a:gd name="connsiteX2" fmla="*/ 9628909 w 9628909"/>
                <a:gd name="connsiteY2" fmla="*/ 665018 h 1080654"/>
                <a:gd name="connsiteX3" fmla="*/ 5417127 w 9628909"/>
                <a:gd name="connsiteY3" fmla="*/ 692728 h 1080654"/>
                <a:gd name="connsiteX4" fmla="*/ 5430982 w 9628909"/>
                <a:gd name="connsiteY4" fmla="*/ 207817 h 1080654"/>
                <a:gd name="connsiteX5" fmla="*/ 1884218 w 9628909"/>
                <a:gd name="connsiteY5" fmla="*/ 138545 h 1080654"/>
                <a:gd name="connsiteX6" fmla="*/ 1884219 w 9628909"/>
                <a:gd name="connsiteY6" fmla="*/ 665018 h 1080654"/>
                <a:gd name="connsiteX7" fmla="*/ 0 w 9628909"/>
                <a:gd name="connsiteY7" fmla="*/ 1080654 h 1080654"/>
                <a:gd name="connsiteX8" fmla="*/ 110837 w 9628909"/>
                <a:gd name="connsiteY8" fmla="*/ 0 h 1080654"/>
                <a:gd name="connsiteX0" fmla="*/ 69274 w 9587346"/>
                <a:gd name="connsiteY0" fmla="*/ 0 h 692728"/>
                <a:gd name="connsiteX1" fmla="*/ 9587346 w 9587346"/>
                <a:gd name="connsiteY1" fmla="*/ 13854 h 692728"/>
                <a:gd name="connsiteX2" fmla="*/ 9587346 w 9587346"/>
                <a:gd name="connsiteY2" fmla="*/ 665018 h 692728"/>
                <a:gd name="connsiteX3" fmla="*/ 5375564 w 9587346"/>
                <a:gd name="connsiteY3" fmla="*/ 692728 h 692728"/>
                <a:gd name="connsiteX4" fmla="*/ 5389419 w 9587346"/>
                <a:gd name="connsiteY4" fmla="*/ 207817 h 692728"/>
                <a:gd name="connsiteX5" fmla="*/ 1842655 w 9587346"/>
                <a:gd name="connsiteY5" fmla="*/ 138545 h 692728"/>
                <a:gd name="connsiteX6" fmla="*/ 1842656 w 9587346"/>
                <a:gd name="connsiteY6" fmla="*/ 665018 h 692728"/>
                <a:gd name="connsiteX7" fmla="*/ 0 w 9587346"/>
                <a:gd name="connsiteY7" fmla="*/ 526472 h 692728"/>
                <a:gd name="connsiteX8" fmla="*/ 69274 w 9587346"/>
                <a:gd name="connsiteY8" fmla="*/ 0 h 69272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87237 w 9531927"/>
                <a:gd name="connsiteY6" fmla="*/ 665018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748145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298661 w 9531927"/>
                <a:gd name="connsiteY4" fmla="*/ 198982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728152 w 9531927"/>
                <a:gd name="connsiteY4" fmla="*/ 185128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760279 w 9531927"/>
                <a:gd name="connsiteY3" fmla="*/ 625263 h 942108"/>
                <a:gd name="connsiteX4" fmla="*/ 5728152 w 9531927"/>
                <a:gd name="connsiteY4" fmla="*/ 185128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1927" h="942108">
                  <a:moveTo>
                    <a:pt x="13855" y="0"/>
                  </a:moveTo>
                  <a:lnTo>
                    <a:pt x="9531927" y="13854"/>
                  </a:lnTo>
                  <a:lnTo>
                    <a:pt x="9531927" y="665018"/>
                  </a:lnTo>
                  <a:lnTo>
                    <a:pt x="5760279" y="625263"/>
                  </a:lnTo>
                  <a:lnTo>
                    <a:pt x="5728152" y="185128"/>
                  </a:lnTo>
                  <a:lnTo>
                    <a:pt x="1717964" y="221672"/>
                  </a:lnTo>
                  <a:cubicBezTo>
                    <a:pt x="1717964" y="397163"/>
                    <a:pt x="1759528" y="711200"/>
                    <a:pt x="1759528" y="886691"/>
                  </a:cubicBezTo>
                  <a:lnTo>
                    <a:pt x="0" y="942108"/>
                  </a:lnTo>
                  <a:lnTo>
                    <a:pt x="13855"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5" y="4388439"/>
            <a:ext cx="3934692" cy="2261743"/>
            <a:chOff x="2701635" y="3903517"/>
            <a:chExt cx="3934692" cy="2261743"/>
          </a:xfrm>
        </p:grpSpPr>
        <p:sp>
          <p:nvSpPr>
            <p:cNvPr id="3" name="Rectangle 2">
              <a:extLst>
                <a:ext uri="{FF2B5EF4-FFF2-40B4-BE49-F238E27FC236}">
                  <a16:creationId xmlns:a16="http://schemas.microsoft.com/office/drawing/2014/main" id="{0F0BC283-76C4-1340-944F-7C4D353D8FFC}"/>
                </a:ext>
              </a:extLst>
            </p:cNvPr>
            <p:cNvSpPr/>
            <p:nvPr/>
          </p:nvSpPr>
          <p:spPr>
            <a:xfrm>
              <a:off x="2701635" y="5791200"/>
              <a:ext cx="3934691" cy="374060"/>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3903517"/>
              <a:ext cx="3920838" cy="349816"/>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294897"/>
              <a:ext cx="346364" cy="1482448"/>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45528" y="4807539"/>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448BDD4C-3288-5747-9BB3-0F1BB4D2595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11</a:t>
            </a:fld>
            <a:endParaRPr lang="en-US" dirty="0"/>
          </a:p>
        </p:txBody>
      </p:sp>
    </p:spTree>
    <p:extLst>
      <p:ext uri="{BB962C8B-B14F-4D97-AF65-F5344CB8AC3E}">
        <p14:creationId xmlns:p14="http://schemas.microsoft.com/office/powerpoint/2010/main" val="3615323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p:txBody>
          <a:bodyPr/>
          <a:lstStyle/>
          <a:p>
            <a:pPr indent="-287338"/>
            <a:r>
              <a:rPr lang="en-US" altLang="en-US" sz="3200" dirty="0">
                <a:ea typeface="ＭＳ Ｐゴシック" panose="020B0600070205080204" pitchFamily="34" charset="-128"/>
                <a:cs typeface="ＭＳ Ｐゴシック" panose="020B0600070205080204" pitchFamily="34" charset="-128"/>
              </a:rPr>
              <a:t>we’ll see</a:t>
            </a:r>
            <a:r>
              <a:rPr lang="en-US" altLang="en-US" sz="3200" i="1" dirty="0">
                <a:solidFill>
                  <a:srgbClr val="000090"/>
                </a:solidFill>
                <a:ea typeface="ＭＳ Ｐゴシック" panose="020B0600070205080204" pitchFamily="34" charset="-128"/>
                <a:cs typeface="ＭＳ Ｐゴシック" panose="020B0600070205080204" pitchFamily="34" charset="-128"/>
              </a:rPr>
              <a:t> why </a:t>
            </a:r>
            <a:r>
              <a:rPr lang="en-US" altLang="en-US" sz="3200" dirty="0">
                <a:ea typeface="ＭＳ Ｐゴシック" panose="020B0600070205080204" pitchFamily="34" charset="-128"/>
                <a:cs typeface="ＭＳ Ｐゴシック" panose="020B0600070205080204" pitchFamily="34" charset="-128"/>
              </a:rPr>
              <a:t>longest prefix matching is used shortly, when we study addressing</a:t>
            </a:r>
          </a:p>
          <a:p>
            <a:pPr indent="-287338"/>
            <a:r>
              <a:rPr lang="en-US" altLang="en-US" sz="3200" dirty="0">
                <a:ea typeface="ＭＳ Ｐゴシック" panose="020B0600070205080204" pitchFamily="34" charset="-128"/>
                <a:cs typeface="ＭＳ Ｐゴシック" panose="020B0600070205080204" pitchFamily="34" charset="-128"/>
              </a:rPr>
              <a:t>longest prefix matching: often performed using ternary content addressable memories (TCAMs)</a:t>
            </a:r>
          </a:p>
          <a:p>
            <a:pPr lvl="1"/>
            <a:r>
              <a:rPr lang="en-US" altLang="en-US" sz="2800" i="1" dirty="0">
                <a:solidFill>
                  <a:srgbClr val="CC0000"/>
                </a:solidFill>
                <a:ea typeface="ＭＳ Ｐゴシック" panose="020B0600070205080204" pitchFamily="34" charset="-128"/>
              </a:rPr>
              <a:t>content addressable: </a:t>
            </a:r>
            <a:r>
              <a:rPr lang="en-US" altLang="en-US" sz="2800" dirty="0">
                <a:ea typeface="ＭＳ Ｐゴシック" panose="020B0600070205080204" pitchFamily="34" charset="-128"/>
              </a:rPr>
              <a:t>present address to TCAM: retrieve address in one clock cycle, regardless of table size</a:t>
            </a:r>
          </a:p>
          <a:p>
            <a:pPr lvl="1"/>
            <a:r>
              <a:rPr lang="en-US" altLang="en-US" sz="2800" dirty="0">
                <a:ea typeface="ＭＳ Ｐゴシック" panose="020B0600070205080204" pitchFamily="34" charset="-128"/>
              </a:rPr>
              <a:t>Cisco Catalyst:  ~1M routing table entries in TCAM</a:t>
            </a:r>
          </a:p>
          <a:p>
            <a:endParaRPr lang="en-US" dirty="0"/>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Longest prefix matching</a:t>
            </a:r>
          </a:p>
        </p:txBody>
      </p:sp>
      <p:sp>
        <p:nvSpPr>
          <p:cNvPr id="4" name="Slide Number Placeholder 4">
            <a:extLst>
              <a:ext uri="{FF2B5EF4-FFF2-40B4-BE49-F238E27FC236}">
                <a16:creationId xmlns:a16="http://schemas.microsoft.com/office/drawing/2014/main" id="{3FF29919-E30C-C848-A2A0-2376EB62D48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12</a:t>
            </a:fld>
            <a:endParaRPr lang="en-US" dirty="0"/>
          </a:p>
        </p:txBody>
      </p:sp>
    </p:spTree>
    <p:extLst>
      <p:ext uri="{BB962C8B-B14F-4D97-AF65-F5344CB8AC3E}">
        <p14:creationId xmlns:p14="http://schemas.microsoft.com/office/powerpoint/2010/main" val="3253087878"/>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Network Layer: Internet</a:t>
            </a:r>
            <a:endParaRPr lang="en-US" dirty="0"/>
          </a:p>
        </p:txBody>
      </p:sp>
      <p:sp>
        <p:nvSpPr>
          <p:cNvPr id="42" name="Rectangle 3">
            <a:extLst>
              <a:ext uri="{FF2B5EF4-FFF2-40B4-BE49-F238E27FC236}">
                <a16:creationId xmlns:a16="http://schemas.microsoft.com/office/drawing/2014/main" id="{54249E09-2CB1-514A-AC5F-40ADE00A2799}"/>
              </a:ext>
            </a:extLst>
          </p:cNvPr>
          <p:cNvSpPr>
            <a:spLocks noChangeArrowheads="1"/>
          </p:cNvSpPr>
          <p:nvPr/>
        </p:nvSpPr>
        <p:spPr bwMode="auto">
          <a:xfrm>
            <a:off x="3137317" y="2215552"/>
            <a:ext cx="7370788" cy="4076700"/>
          </a:xfrm>
          <a:prstGeom prst="rect">
            <a:avLst/>
          </a:prstGeom>
          <a:solidFill>
            <a:srgbClr val="FFFFFF"/>
          </a:solidFill>
          <a:ln w="19050">
            <a:solidFill>
              <a:srgbClr val="000000"/>
            </a:solidFill>
            <a:miter lim="800000"/>
            <a:headEnd/>
            <a:tailEnd/>
          </a:ln>
          <a:effectLst>
            <a:outerShdw blurRad="1651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 name="Rectangle 16">
            <a:extLst>
              <a:ext uri="{FF2B5EF4-FFF2-40B4-BE49-F238E27FC236}">
                <a16:creationId xmlns:a16="http://schemas.microsoft.com/office/drawing/2014/main" id="{B180F0D6-1F8C-804C-9B7D-8CC6486CAF5D}"/>
              </a:ext>
            </a:extLst>
          </p:cNvPr>
          <p:cNvSpPr txBox="1">
            <a:spLocks noChangeArrowheads="1"/>
          </p:cNvSpPr>
          <p:nvPr/>
        </p:nvSpPr>
        <p:spPr bwMode="auto">
          <a:xfrm>
            <a:off x="888584" y="1413891"/>
            <a:ext cx="7534275" cy="43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router network layer functions:</a:t>
            </a:r>
          </a:p>
        </p:txBody>
      </p:sp>
      <p:sp>
        <p:nvSpPr>
          <p:cNvPr id="54" name="Line 17">
            <a:extLst>
              <a:ext uri="{FF2B5EF4-FFF2-40B4-BE49-F238E27FC236}">
                <a16:creationId xmlns:a16="http://schemas.microsoft.com/office/drawing/2014/main" id="{C662B522-B91B-764B-B1C6-707D227F7B4D}"/>
              </a:ext>
            </a:extLst>
          </p:cNvPr>
          <p:cNvSpPr>
            <a:spLocks noChangeShapeType="1"/>
          </p:cNvSpPr>
          <p:nvPr/>
        </p:nvSpPr>
        <p:spPr bwMode="auto">
          <a:xfrm flipV="1">
            <a:off x="3127792" y="5768661"/>
            <a:ext cx="7395303" cy="108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 name="Line 18">
            <a:extLst>
              <a:ext uri="{FF2B5EF4-FFF2-40B4-BE49-F238E27FC236}">
                <a16:creationId xmlns:a16="http://schemas.microsoft.com/office/drawing/2014/main" id="{FF84D1AE-B7A3-194D-8C60-F60894071514}"/>
              </a:ext>
            </a:extLst>
          </p:cNvPr>
          <p:cNvSpPr>
            <a:spLocks noChangeShapeType="1"/>
          </p:cNvSpPr>
          <p:nvPr/>
        </p:nvSpPr>
        <p:spPr bwMode="auto">
          <a:xfrm flipV="1">
            <a:off x="3156367" y="524486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0" name="Group 24">
            <a:extLst>
              <a:ext uri="{FF2B5EF4-FFF2-40B4-BE49-F238E27FC236}">
                <a16:creationId xmlns:a16="http://schemas.microsoft.com/office/drawing/2014/main" id="{5EB605D2-4BE6-F84E-ADE0-AB4D2A7BF140}"/>
              </a:ext>
            </a:extLst>
          </p:cNvPr>
          <p:cNvGrpSpPr>
            <a:grpSpLocks/>
          </p:cNvGrpSpPr>
          <p:nvPr/>
        </p:nvGrpSpPr>
        <p:grpSpPr bwMode="auto">
          <a:xfrm>
            <a:off x="7184669" y="2927915"/>
            <a:ext cx="3136903" cy="1276350"/>
            <a:chOff x="102" y="1294"/>
            <a:chExt cx="1976" cy="804"/>
          </a:xfrm>
        </p:grpSpPr>
        <p:sp>
          <p:nvSpPr>
            <p:cNvPr id="62" name="Rectangle 26">
              <a:extLst>
                <a:ext uri="{FF2B5EF4-FFF2-40B4-BE49-F238E27FC236}">
                  <a16:creationId xmlns:a16="http://schemas.microsoft.com/office/drawing/2014/main" id="{2EDD264A-A709-3A4C-A00D-67F984963850}"/>
                </a:ext>
              </a:extLst>
            </p:cNvPr>
            <p:cNvSpPr>
              <a:spLocks noChangeArrowheads="1"/>
            </p:cNvSpPr>
            <p:nvPr/>
          </p:nvSpPr>
          <p:spPr bwMode="auto">
            <a:xfrm>
              <a:off x="102" y="1314"/>
              <a:ext cx="1976" cy="784"/>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 name="Text Box 27">
              <a:extLst>
                <a:ext uri="{FF2B5EF4-FFF2-40B4-BE49-F238E27FC236}">
                  <a16:creationId xmlns:a16="http://schemas.microsoft.com/office/drawing/2014/main" id="{0296BAAF-C3F3-6D4C-8BEA-A71228A41980}"/>
                </a:ext>
              </a:extLst>
            </p:cNvPr>
            <p:cNvSpPr txBox="1">
              <a:spLocks noChangeArrowheads="1"/>
            </p:cNvSpPr>
            <p:nvPr/>
          </p:nvSpPr>
          <p:spPr bwMode="auto">
            <a:xfrm>
              <a:off x="131" y="1294"/>
              <a:ext cx="1918" cy="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IP protocol</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datagram format</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addressing</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packet handling conventions</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5" name="Rectangle 30">
            <a:extLst>
              <a:ext uri="{FF2B5EF4-FFF2-40B4-BE49-F238E27FC236}">
                <a16:creationId xmlns:a16="http://schemas.microsoft.com/office/drawing/2014/main" id="{D53E8097-7EF9-9F40-A258-C7BAC9FB04F8}"/>
              </a:ext>
            </a:extLst>
          </p:cNvPr>
          <p:cNvSpPr>
            <a:spLocks noChangeArrowheads="1"/>
          </p:cNvSpPr>
          <p:nvPr/>
        </p:nvSpPr>
        <p:spPr bwMode="auto">
          <a:xfrm>
            <a:off x="7723368" y="4279825"/>
            <a:ext cx="2376099" cy="885011"/>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6" name="Text Box 31">
            <a:extLst>
              <a:ext uri="{FF2B5EF4-FFF2-40B4-BE49-F238E27FC236}">
                <a16:creationId xmlns:a16="http://schemas.microsoft.com/office/drawing/2014/main" id="{CA5FE275-A1EE-6149-A25B-AB47FE13C914}"/>
              </a:ext>
            </a:extLst>
          </p:cNvPr>
          <p:cNvSpPr txBox="1">
            <a:spLocks noChangeArrowheads="1"/>
          </p:cNvSpPr>
          <p:nvPr/>
        </p:nvSpPr>
        <p:spPr bwMode="auto">
          <a:xfrm>
            <a:off x="7779352" y="4233489"/>
            <a:ext cx="2455380" cy="969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5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ICMP protocol</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error reporting</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router “</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signaling”</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7" name="Line 32">
            <a:extLst>
              <a:ext uri="{FF2B5EF4-FFF2-40B4-BE49-F238E27FC236}">
                <a16:creationId xmlns:a16="http://schemas.microsoft.com/office/drawing/2014/main" id="{83D8B023-CCE3-A545-A900-2FBC5363CBA5}"/>
              </a:ext>
            </a:extLst>
          </p:cNvPr>
          <p:cNvSpPr>
            <a:spLocks noChangeShapeType="1"/>
          </p:cNvSpPr>
          <p:nvPr/>
        </p:nvSpPr>
        <p:spPr bwMode="auto">
          <a:xfrm flipV="1">
            <a:off x="3156367" y="282551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8" name="Text Box 33">
            <a:extLst>
              <a:ext uri="{FF2B5EF4-FFF2-40B4-BE49-F238E27FC236}">
                <a16:creationId xmlns:a16="http://schemas.microsoft.com/office/drawing/2014/main" id="{0FCECF46-65B8-9744-948E-304AC0DAC27D}"/>
              </a:ext>
            </a:extLst>
          </p:cNvPr>
          <p:cNvSpPr txBox="1">
            <a:spLocks noChangeArrowheads="1"/>
          </p:cNvSpPr>
          <p:nvPr/>
        </p:nvSpPr>
        <p:spPr bwMode="auto">
          <a:xfrm>
            <a:off x="5347325" y="2318922"/>
            <a:ext cx="28376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transport layer: TCP, UDP</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9" name="Text Box 34">
            <a:extLst>
              <a:ext uri="{FF2B5EF4-FFF2-40B4-BE49-F238E27FC236}">
                <a16:creationId xmlns:a16="http://schemas.microsoft.com/office/drawing/2014/main" id="{F0EDF1E8-9470-B34D-B8BA-67D4C38586E9}"/>
              </a:ext>
            </a:extLst>
          </p:cNvPr>
          <p:cNvSpPr txBox="1">
            <a:spLocks noChangeArrowheads="1"/>
          </p:cNvSpPr>
          <p:nvPr/>
        </p:nvSpPr>
        <p:spPr bwMode="auto">
          <a:xfrm>
            <a:off x="6161947" y="5335692"/>
            <a:ext cx="1128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link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0" name="Text Box 35">
            <a:extLst>
              <a:ext uri="{FF2B5EF4-FFF2-40B4-BE49-F238E27FC236}">
                <a16:creationId xmlns:a16="http://schemas.microsoft.com/office/drawing/2014/main" id="{DC66EFC2-D14F-D54B-94E4-C02AED9BE40C}"/>
              </a:ext>
            </a:extLst>
          </p:cNvPr>
          <p:cNvSpPr txBox="1">
            <a:spLocks noChangeArrowheads="1"/>
          </p:cNvSpPr>
          <p:nvPr/>
        </p:nvSpPr>
        <p:spPr bwMode="auto">
          <a:xfrm>
            <a:off x="6039527" y="5844577"/>
            <a:ext cx="15953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physical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1" name="Text Box 36">
            <a:extLst>
              <a:ext uri="{FF2B5EF4-FFF2-40B4-BE49-F238E27FC236}">
                <a16:creationId xmlns:a16="http://schemas.microsoft.com/office/drawing/2014/main" id="{443CA5C2-E267-9843-988A-10AA069D7A88}"/>
              </a:ext>
            </a:extLst>
          </p:cNvPr>
          <p:cNvSpPr txBox="1">
            <a:spLocks noChangeArrowheads="1"/>
          </p:cNvSpPr>
          <p:nvPr/>
        </p:nvSpPr>
        <p:spPr bwMode="auto">
          <a:xfrm>
            <a:off x="1664488" y="3618902"/>
            <a:ext cx="140615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layer</a:t>
            </a:r>
            <a:endParaRPr kumimoji="0" lang="en-US" altLang="en-US" sz="20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2" name="Line 37">
            <a:extLst>
              <a:ext uri="{FF2B5EF4-FFF2-40B4-BE49-F238E27FC236}">
                <a16:creationId xmlns:a16="http://schemas.microsoft.com/office/drawing/2014/main" id="{3FA09A96-5FBE-6E4C-B57D-75ADA055202E}"/>
              </a:ext>
            </a:extLst>
          </p:cNvPr>
          <p:cNvSpPr>
            <a:spLocks noChangeShapeType="1"/>
          </p:cNvSpPr>
          <p:nvPr/>
        </p:nvSpPr>
        <p:spPr bwMode="auto">
          <a:xfrm flipV="1">
            <a:off x="2880142" y="2845789"/>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3" name="Line 38">
            <a:extLst>
              <a:ext uri="{FF2B5EF4-FFF2-40B4-BE49-F238E27FC236}">
                <a16:creationId xmlns:a16="http://schemas.microsoft.com/office/drawing/2014/main" id="{F1A87A3C-ABBA-1445-B932-9F07DDB1DC8B}"/>
              </a:ext>
            </a:extLst>
          </p:cNvPr>
          <p:cNvSpPr>
            <a:spLocks noChangeShapeType="1"/>
          </p:cNvSpPr>
          <p:nvPr/>
        </p:nvSpPr>
        <p:spPr bwMode="auto">
          <a:xfrm>
            <a:off x="2894578" y="4512664"/>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C8E5DB8E-5758-7A40-B6B5-7D4AF5690956}"/>
              </a:ext>
            </a:extLst>
          </p:cNvPr>
          <p:cNvGrpSpPr/>
          <p:nvPr/>
        </p:nvGrpSpPr>
        <p:grpSpPr>
          <a:xfrm>
            <a:off x="3407866" y="3093438"/>
            <a:ext cx="3656521" cy="1988228"/>
            <a:chOff x="3407866" y="3093438"/>
            <a:chExt cx="3656521" cy="1988228"/>
          </a:xfrm>
        </p:grpSpPr>
        <p:grpSp>
          <p:nvGrpSpPr>
            <p:cNvPr id="43" name="Group 6">
              <a:extLst>
                <a:ext uri="{FF2B5EF4-FFF2-40B4-BE49-F238E27FC236}">
                  <a16:creationId xmlns:a16="http://schemas.microsoft.com/office/drawing/2014/main" id="{871F3AA1-3276-FB48-99A0-4DB2EA4E1228}"/>
                </a:ext>
              </a:extLst>
            </p:cNvPr>
            <p:cNvGrpSpPr>
              <a:grpSpLocks/>
            </p:cNvGrpSpPr>
            <p:nvPr/>
          </p:nvGrpSpPr>
          <p:grpSpPr bwMode="auto">
            <a:xfrm>
              <a:off x="5731569" y="3657572"/>
              <a:ext cx="1332818" cy="1171575"/>
              <a:chOff x="3972" y="2910"/>
              <a:chExt cx="649" cy="738"/>
            </a:xfrm>
          </p:grpSpPr>
          <p:sp>
            <p:nvSpPr>
              <p:cNvPr id="45" name="Rectangle 8">
                <a:extLst>
                  <a:ext uri="{FF2B5EF4-FFF2-40B4-BE49-F238E27FC236}">
                    <a16:creationId xmlns:a16="http://schemas.microsoft.com/office/drawing/2014/main" id="{BA7260F4-B2A7-AF47-BF92-9B85CFE6FC13}"/>
                  </a:ext>
                </a:extLst>
              </p:cNvPr>
              <p:cNvSpPr>
                <a:spLocks noChangeArrowheads="1"/>
              </p:cNvSpPr>
              <p:nvPr/>
            </p:nvSpPr>
            <p:spPr bwMode="auto">
              <a:xfrm>
                <a:off x="3996" y="2910"/>
                <a:ext cx="582" cy="73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6" name="Text Box 9">
                <a:extLst>
                  <a:ext uri="{FF2B5EF4-FFF2-40B4-BE49-F238E27FC236}">
                    <a16:creationId xmlns:a16="http://schemas.microsoft.com/office/drawing/2014/main" id="{C24F447E-295B-5343-A770-64A4288623FA}"/>
                  </a:ext>
                </a:extLst>
              </p:cNvPr>
              <p:cNvSpPr txBox="1">
                <a:spLocks noChangeArrowheads="1"/>
              </p:cNvSpPr>
              <p:nvPr/>
            </p:nvSpPr>
            <p:spPr bwMode="auto">
              <a:xfrm>
                <a:off x="3972" y="3071"/>
                <a:ext cx="649"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table</a:t>
                </a:r>
              </a:p>
            </p:txBody>
          </p:sp>
          <p:sp>
            <p:nvSpPr>
              <p:cNvPr id="47" name="Line 10">
                <a:extLst>
                  <a:ext uri="{FF2B5EF4-FFF2-40B4-BE49-F238E27FC236}">
                    <a16:creationId xmlns:a16="http://schemas.microsoft.com/office/drawing/2014/main" id="{A1A6378B-7AD4-9543-A13E-9D075DF319CB}"/>
                  </a:ext>
                </a:extLst>
              </p:cNvPr>
              <p:cNvSpPr>
                <a:spLocks noChangeShapeType="1"/>
              </p:cNvSpPr>
              <p:nvPr/>
            </p:nvSpPr>
            <p:spPr bwMode="auto">
              <a:xfrm>
                <a:off x="4065" y="2994"/>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8" name="Line 11">
                <a:extLst>
                  <a:ext uri="{FF2B5EF4-FFF2-40B4-BE49-F238E27FC236}">
                    <a16:creationId xmlns:a16="http://schemas.microsoft.com/office/drawing/2014/main" id="{AFF84EEF-BF82-EE46-A8CD-990D38D7B888}"/>
                  </a:ext>
                </a:extLst>
              </p:cNvPr>
              <p:cNvSpPr>
                <a:spLocks noChangeShapeType="1"/>
              </p:cNvSpPr>
              <p:nvPr/>
            </p:nvSpPr>
            <p:spPr bwMode="auto">
              <a:xfrm>
                <a:off x="4071" y="304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 name="Line 12">
                <a:extLst>
                  <a:ext uri="{FF2B5EF4-FFF2-40B4-BE49-F238E27FC236}">
                    <a16:creationId xmlns:a16="http://schemas.microsoft.com/office/drawing/2014/main" id="{F9BAE992-9BF7-104C-8ECA-81D34B658B5E}"/>
                  </a:ext>
                </a:extLst>
              </p:cNvPr>
              <p:cNvSpPr>
                <a:spLocks noChangeShapeType="1"/>
              </p:cNvSpPr>
              <p:nvPr/>
            </p:nvSpPr>
            <p:spPr bwMode="auto">
              <a:xfrm>
                <a:off x="4074" y="3102"/>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 name="Line 13">
                <a:extLst>
                  <a:ext uri="{FF2B5EF4-FFF2-40B4-BE49-F238E27FC236}">
                    <a16:creationId xmlns:a16="http://schemas.microsoft.com/office/drawing/2014/main" id="{3429694D-F679-004A-9DBC-A3A9033DE14F}"/>
                  </a:ext>
                </a:extLst>
              </p:cNvPr>
              <p:cNvSpPr>
                <a:spLocks noChangeShapeType="1"/>
              </p:cNvSpPr>
              <p:nvPr/>
            </p:nvSpPr>
            <p:spPr bwMode="auto">
              <a:xfrm>
                <a:off x="4065" y="3477"/>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 name="Line 14">
                <a:extLst>
                  <a:ext uri="{FF2B5EF4-FFF2-40B4-BE49-F238E27FC236}">
                    <a16:creationId xmlns:a16="http://schemas.microsoft.com/office/drawing/2014/main" id="{76EE42B6-BAC1-4944-9196-448650DA216C}"/>
                  </a:ext>
                </a:extLst>
              </p:cNvPr>
              <p:cNvSpPr>
                <a:spLocks noChangeShapeType="1"/>
              </p:cNvSpPr>
              <p:nvPr/>
            </p:nvSpPr>
            <p:spPr bwMode="auto">
              <a:xfrm>
                <a:off x="4068" y="352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 name="Line 15">
                <a:extLst>
                  <a:ext uri="{FF2B5EF4-FFF2-40B4-BE49-F238E27FC236}">
                    <a16:creationId xmlns:a16="http://schemas.microsoft.com/office/drawing/2014/main" id="{F59AD1B5-E124-0149-BDFB-A6D75F8BE6E8}"/>
                  </a:ext>
                </a:extLst>
              </p:cNvPr>
              <p:cNvSpPr>
                <a:spLocks noChangeShapeType="1"/>
              </p:cNvSpPr>
              <p:nvPr/>
            </p:nvSpPr>
            <p:spPr bwMode="auto">
              <a:xfrm>
                <a:off x="4071" y="3579"/>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7" name="Rectangle 21">
              <a:extLst>
                <a:ext uri="{FF2B5EF4-FFF2-40B4-BE49-F238E27FC236}">
                  <a16:creationId xmlns:a16="http://schemas.microsoft.com/office/drawing/2014/main" id="{D79EAD81-D7BF-7740-89CA-28286122F096}"/>
                </a:ext>
              </a:extLst>
            </p:cNvPr>
            <p:cNvSpPr>
              <a:spLocks noChangeArrowheads="1"/>
            </p:cNvSpPr>
            <p:nvPr/>
          </p:nvSpPr>
          <p:spPr bwMode="auto">
            <a:xfrm>
              <a:off x="3407866" y="3093438"/>
              <a:ext cx="2048551" cy="198822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 name="Text Box 22">
              <a:extLst>
                <a:ext uri="{FF2B5EF4-FFF2-40B4-BE49-F238E27FC236}">
                  <a16:creationId xmlns:a16="http://schemas.microsoft.com/office/drawing/2014/main" id="{468D56E5-617A-EB4B-A291-7109B25CF16E}"/>
                </a:ext>
              </a:extLst>
            </p:cNvPr>
            <p:cNvSpPr txBox="1">
              <a:spLocks noChangeArrowheads="1"/>
            </p:cNvSpPr>
            <p:nvPr/>
          </p:nvSpPr>
          <p:spPr bwMode="auto">
            <a:xfrm>
              <a:off x="3446596" y="3128879"/>
              <a:ext cx="2125210" cy="1846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Path-selection  algorithms: </a:t>
              </a:r>
              <a:r>
                <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implemented in </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routing protocols (OSPF, BGP)</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SDN controller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4" name="Bent Arrow 73">
              <a:extLst>
                <a:ext uri="{FF2B5EF4-FFF2-40B4-BE49-F238E27FC236}">
                  <a16:creationId xmlns:a16="http://schemas.microsoft.com/office/drawing/2014/main" id="{0C3DF2E4-3C65-BB46-9EC4-94CCFD39934B}"/>
                </a:ext>
              </a:extLst>
            </p:cNvPr>
            <p:cNvSpPr/>
            <p:nvPr/>
          </p:nvSpPr>
          <p:spPr>
            <a:xfrm rot="5400000">
              <a:off x="5728412" y="2923460"/>
              <a:ext cx="479687" cy="868680"/>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 name="Slide Number Placeholder 3">
            <a:extLst>
              <a:ext uri="{FF2B5EF4-FFF2-40B4-BE49-F238E27FC236}">
                <a16:creationId xmlns:a16="http://schemas.microsoft.com/office/drawing/2014/main" id="{2ED44C56-FED1-2249-B378-3FF1836635D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13</a:t>
            </a:fld>
            <a:endParaRPr lang="en-US" dirty="0"/>
          </a:p>
        </p:txBody>
      </p:sp>
    </p:spTree>
    <p:extLst>
      <p:ext uri="{BB962C8B-B14F-4D97-AF65-F5344CB8AC3E}">
        <p14:creationId xmlns:p14="http://schemas.microsoft.com/office/powerpoint/2010/main" val="37791507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0"/>
                                        </p:tgtEl>
                                        <p:attrNameLst>
                                          <p:attrName>style.visibility</p:attrName>
                                        </p:attrNameLst>
                                      </p:cBhvr>
                                      <p:to>
                                        <p:strVal val="visible"/>
                                      </p:to>
                                    </p:set>
                                    <p:animEffect transition="in" filter="dissolve">
                                      <p:cBhvr>
                                        <p:cTn id="12" dur="500"/>
                                        <p:tgtEl>
                                          <p:spTgt spid="6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5"/>
                                        </p:tgtEl>
                                        <p:attrNameLst>
                                          <p:attrName>style.visibility</p:attrName>
                                        </p:attrNameLst>
                                      </p:cBhvr>
                                      <p:to>
                                        <p:strVal val="visible"/>
                                      </p:to>
                                    </p:set>
                                    <p:animEffect transition="in" filter="dissolve">
                                      <p:cBhvr>
                                        <p:cTn id="17" dur="500"/>
                                        <p:tgtEl>
                                          <p:spTgt spid="65"/>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66"/>
                                        </p:tgtEl>
                                        <p:attrNameLst>
                                          <p:attrName>style.visibility</p:attrName>
                                        </p:attrNameLst>
                                      </p:cBhvr>
                                      <p:to>
                                        <p:strVal val="visible"/>
                                      </p:to>
                                    </p:set>
                                    <p:animEffect transition="in" filter="dissolve">
                                      <p:cBhvr>
                                        <p:cTn id="20"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6"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IP Datagram format</a:t>
            </a:r>
            <a:endParaRPr lang="en-US" dirty="0"/>
          </a:p>
        </p:txBody>
      </p:sp>
      <p:grpSp>
        <p:nvGrpSpPr>
          <p:cNvPr id="120" name="Group 55">
            <a:extLst>
              <a:ext uri="{FF2B5EF4-FFF2-40B4-BE49-F238E27FC236}">
                <a16:creationId xmlns:a16="http://schemas.microsoft.com/office/drawing/2014/main" id="{096C3C5A-67A4-3541-9E14-6812D63272DC}"/>
              </a:ext>
            </a:extLst>
          </p:cNvPr>
          <p:cNvGrpSpPr>
            <a:grpSpLocks/>
          </p:cNvGrpSpPr>
          <p:nvPr/>
        </p:nvGrpSpPr>
        <p:grpSpPr bwMode="auto">
          <a:xfrm>
            <a:off x="4441383" y="1263416"/>
            <a:ext cx="4040188" cy="5326062"/>
            <a:chOff x="1929" y="607"/>
            <a:chExt cx="2545" cy="3355"/>
          </a:xfrm>
        </p:grpSpPr>
        <p:sp>
          <p:nvSpPr>
            <p:cNvPr id="122" name="Rectangle 5">
              <a:extLst>
                <a:ext uri="{FF2B5EF4-FFF2-40B4-BE49-F238E27FC236}">
                  <a16:creationId xmlns:a16="http://schemas.microsoft.com/office/drawing/2014/main" id="{7B516688-96C2-8349-A69E-D6A9EC6BBF14}"/>
                </a:ext>
              </a:extLst>
            </p:cNvPr>
            <p:cNvSpPr>
              <a:spLocks noChangeArrowheads="1"/>
            </p:cNvSpPr>
            <p:nvPr/>
          </p:nvSpPr>
          <p:spPr bwMode="auto">
            <a:xfrm>
              <a:off x="1980" y="935"/>
              <a:ext cx="2489" cy="3027"/>
            </a:xfrm>
            <a:prstGeom prst="rect">
              <a:avLst/>
            </a:prstGeom>
            <a:solidFill>
              <a:srgbClr val="FFFFFF"/>
            </a:solidFill>
            <a:ln w="19050">
              <a:solidFill>
                <a:srgbClr val="000000"/>
              </a:solidFill>
              <a:miter lim="800000"/>
              <a:headEnd/>
              <a:tailEnd/>
            </a:ln>
            <a:effectLst>
              <a:outerShdw blurRad="1397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Text Box 6">
              <a:extLst>
                <a:ext uri="{FF2B5EF4-FFF2-40B4-BE49-F238E27FC236}">
                  <a16:creationId xmlns:a16="http://schemas.microsoft.com/office/drawing/2014/main" id="{DF4EC220-193E-8947-9E07-CECD76B72F65}"/>
                </a:ext>
              </a:extLst>
            </p:cNvPr>
            <p:cNvSpPr txBox="1">
              <a:spLocks noChangeArrowheads="1"/>
            </p:cNvSpPr>
            <p:nvPr/>
          </p:nvSpPr>
          <p:spPr bwMode="auto">
            <a:xfrm>
              <a:off x="1954" y="973"/>
              <a:ext cx="31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Text Box 7">
              <a:extLst>
                <a:ext uri="{FF2B5EF4-FFF2-40B4-BE49-F238E27FC236}">
                  <a16:creationId xmlns:a16="http://schemas.microsoft.com/office/drawing/2014/main" id="{3EE9E625-9218-0244-9694-F71E2BAA4608}"/>
                </a:ext>
              </a:extLst>
            </p:cNvPr>
            <p:cNvSpPr txBox="1">
              <a:spLocks noChangeArrowheads="1"/>
            </p:cNvSpPr>
            <p:nvPr/>
          </p:nvSpPr>
          <p:spPr bwMode="auto">
            <a:xfrm>
              <a:off x="3529" y="1012"/>
              <a:ext cx="50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a:t>
              </a:r>
            </a:p>
          </p:txBody>
        </p:sp>
        <p:sp>
          <p:nvSpPr>
            <p:cNvPr id="125" name="Line 8">
              <a:extLst>
                <a:ext uri="{FF2B5EF4-FFF2-40B4-BE49-F238E27FC236}">
                  <a16:creationId xmlns:a16="http://schemas.microsoft.com/office/drawing/2014/main" id="{F817320A-8485-D045-8632-7F84A094CE8F}"/>
                </a:ext>
              </a:extLst>
            </p:cNvPr>
            <p:cNvSpPr>
              <a:spLocks noChangeShapeType="1"/>
            </p:cNvSpPr>
            <p:nvPr/>
          </p:nvSpPr>
          <p:spPr bwMode="auto">
            <a:xfrm>
              <a:off x="1988" y="1261"/>
              <a:ext cx="2486"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Line 9">
              <a:extLst>
                <a:ext uri="{FF2B5EF4-FFF2-40B4-BE49-F238E27FC236}">
                  <a16:creationId xmlns:a16="http://schemas.microsoft.com/office/drawing/2014/main" id="{4A7FCA27-B9B4-7C40-B61E-66830D6E541D}"/>
                </a:ext>
              </a:extLst>
            </p:cNvPr>
            <p:cNvSpPr>
              <a:spLocks noChangeShapeType="1"/>
            </p:cNvSpPr>
            <p:nvPr/>
          </p:nvSpPr>
          <p:spPr bwMode="auto">
            <a:xfrm flipH="1" flipV="1">
              <a:off x="3210" y="941"/>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Text Box 10">
              <a:extLst>
                <a:ext uri="{FF2B5EF4-FFF2-40B4-BE49-F238E27FC236}">
                  <a16:creationId xmlns:a16="http://schemas.microsoft.com/office/drawing/2014/main" id="{4C789F02-EAB2-A242-BBE2-FBDC34528E5A}"/>
                </a:ext>
              </a:extLst>
            </p:cNvPr>
            <p:cNvSpPr txBox="1">
              <a:spLocks noChangeArrowheads="1"/>
            </p:cNvSpPr>
            <p:nvPr/>
          </p:nvSpPr>
          <p:spPr bwMode="auto">
            <a:xfrm>
              <a:off x="2922" y="607"/>
              <a:ext cx="54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 bits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8" name="Line 11">
              <a:extLst>
                <a:ext uri="{FF2B5EF4-FFF2-40B4-BE49-F238E27FC236}">
                  <a16:creationId xmlns:a16="http://schemas.microsoft.com/office/drawing/2014/main" id="{95360C57-2C57-0544-9320-4650E66A99D5}"/>
                </a:ext>
              </a:extLst>
            </p:cNvPr>
            <p:cNvSpPr>
              <a:spLocks noChangeShapeType="1"/>
            </p:cNvSpPr>
            <p:nvPr/>
          </p:nvSpPr>
          <p:spPr bwMode="auto">
            <a:xfrm>
              <a:off x="3552" y="762"/>
              <a:ext cx="899" cy="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Line 12">
              <a:extLst>
                <a:ext uri="{FF2B5EF4-FFF2-40B4-BE49-F238E27FC236}">
                  <a16:creationId xmlns:a16="http://schemas.microsoft.com/office/drawing/2014/main" id="{5C078034-561A-DD4E-8E06-3CE9768E71F5}"/>
                </a:ext>
              </a:extLst>
            </p:cNvPr>
            <p:cNvSpPr>
              <a:spLocks noChangeShapeType="1"/>
            </p:cNvSpPr>
            <p:nvPr/>
          </p:nvSpPr>
          <p:spPr bwMode="auto">
            <a:xfrm rot="10800000">
              <a:off x="1972" y="769"/>
              <a:ext cx="845"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Text Box 13">
              <a:extLst>
                <a:ext uri="{FF2B5EF4-FFF2-40B4-BE49-F238E27FC236}">
                  <a16:creationId xmlns:a16="http://schemas.microsoft.com/office/drawing/2014/main" id="{EAAA5B1E-960B-444D-BC67-196606CFF4BD}"/>
                </a:ext>
              </a:extLst>
            </p:cNvPr>
            <p:cNvSpPr txBox="1">
              <a:spLocks noChangeArrowheads="1"/>
            </p:cNvSpPr>
            <p:nvPr/>
          </p:nvSpPr>
          <p:spPr bwMode="auto">
            <a:xfrm>
              <a:off x="2578" y="2943"/>
              <a:ext cx="1351" cy="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payload 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(variable length,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typically a TCP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 UDP segment)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Text Box 14">
              <a:extLst>
                <a:ext uri="{FF2B5EF4-FFF2-40B4-BE49-F238E27FC236}">
                  <a16:creationId xmlns:a16="http://schemas.microsoft.com/office/drawing/2014/main" id="{B7C5120C-457F-DD46-9E43-405DD41CBE92}"/>
                </a:ext>
              </a:extLst>
            </p:cNvPr>
            <p:cNvSpPr txBox="1">
              <a:spLocks noChangeArrowheads="1"/>
            </p:cNvSpPr>
            <p:nvPr/>
          </p:nvSpPr>
          <p:spPr bwMode="auto">
            <a:xfrm>
              <a:off x="1929" y="1320"/>
              <a:ext cx="135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16-bit identifier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 name="Line 15">
              <a:extLst>
                <a:ext uri="{FF2B5EF4-FFF2-40B4-BE49-F238E27FC236}">
                  <a16:creationId xmlns:a16="http://schemas.microsoft.com/office/drawing/2014/main" id="{6E8EDA64-4D72-E644-A7A2-C624035759F6}"/>
                </a:ext>
              </a:extLst>
            </p:cNvPr>
            <p:cNvSpPr>
              <a:spLocks noChangeShapeType="1"/>
            </p:cNvSpPr>
            <p:nvPr/>
          </p:nvSpPr>
          <p:spPr bwMode="auto">
            <a:xfrm flipV="1">
              <a:off x="1984" y="22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 name="Line 16">
              <a:extLst>
                <a:ext uri="{FF2B5EF4-FFF2-40B4-BE49-F238E27FC236}">
                  <a16:creationId xmlns:a16="http://schemas.microsoft.com/office/drawing/2014/main" id="{27C58B80-F7F3-2B47-A794-308A73EF2619}"/>
                </a:ext>
              </a:extLst>
            </p:cNvPr>
            <p:cNvSpPr>
              <a:spLocks noChangeShapeType="1"/>
            </p:cNvSpPr>
            <p:nvPr/>
          </p:nvSpPr>
          <p:spPr bwMode="auto">
            <a:xfrm flipV="1">
              <a:off x="1984" y="25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 name="Text Box 17">
              <a:extLst>
                <a:ext uri="{FF2B5EF4-FFF2-40B4-BE49-F238E27FC236}">
                  <a16:creationId xmlns:a16="http://schemas.microsoft.com/office/drawing/2014/main" id="{C16AB973-194F-5A45-BFDC-8BC3E836AD72}"/>
                </a:ext>
              </a:extLst>
            </p:cNvPr>
            <p:cNvSpPr txBox="1">
              <a:spLocks noChangeArrowheads="1"/>
            </p:cNvSpPr>
            <p:nvPr/>
          </p:nvSpPr>
          <p:spPr bwMode="auto">
            <a:xfrm>
              <a:off x="3464" y="1549"/>
              <a:ext cx="80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checksum</a:t>
              </a:r>
            </a:p>
          </p:txBody>
        </p:sp>
        <p:sp>
          <p:nvSpPr>
            <p:cNvPr id="135" name="Text Box 18">
              <a:extLst>
                <a:ext uri="{FF2B5EF4-FFF2-40B4-BE49-F238E27FC236}">
                  <a16:creationId xmlns:a16="http://schemas.microsoft.com/office/drawing/2014/main" id="{73F144F0-D722-DD4E-913A-9D1C13A3A3DC}"/>
                </a:ext>
              </a:extLst>
            </p:cNvPr>
            <p:cNvSpPr txBox="1">
              <a:spLocks noChangeArrowheads="1"/>
            </p:cNvSpPr>
            <p:nvPr/>
          </p:nvSpPr>
          <p:spPr bwMode="auto">
            <a:xfrm>
              <a:off x="2008" y="1531"/>
              <a:ext cx="54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 to</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live</a:t>
              </a:r>
            </a:p>
          </p:txBody>
        </p:sp>
        <p:sp>
          <p:nvSpPr>
            <p:cNvPr id="136" name="Text Box 19">
              <a:extLst>
                <a:ext uri="{FF2B5EF4-FFF2-40B4-BE49-F238E27FC236}">
                  <a16:creationId xmlns:a16="http://schemas.microsoft.com/office/drawing/2014/main" id="{24E2CAED-6A31-D148-BAF3-804A52CDFBE4}"/>
                </a:ext>
              </a:extLst>
            </p:cNvPr>
            <p:cNvSpPr txBox="1">
              <a:spLocks noChangeArrowheads="1"/>
            </p:cNvSpPr>
            <p:nvPr/>
          </p:nvSpPr>
          <p:spPr bwMode="auto">
            <a:xfrm>
              <a:off x="2539" y="1959"/>
              <a:ext cx="132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source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Text Box 31">
              <a:extLst>
                <a:ext uri="{FF2B5EF4-FFF2-40B4-BE49-F238E27FC236}">
                  <a16:creationId xmlns:a16="http://schemas.microsoft.com/office/drawing/2014/main" id="{BEE296DD-3F61-ED40-BC79-F3A9021ABAD7}"/>
                </a:ext>
              </a:extLst>
            </p:cNvPr>
            <p:cNvSpPr txBox="1">
              <a:spLocks noChangeArrowheads="1"/>
            </p:cNvSpPr>
            <p:nvPr/>
          </p:nvSpPr>
          <p:spPr bwMode="auto">
            <a:xfrm>
              <a:off x="2222" y="907"/>
              <a:ext cx="47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Text Box 32">
              <a:extLst>
                <a:ext uri="{FF2B5EF4-FFF2-40B4-BE49-F238E27FC236}">
                  <a16:creationId xmlns:a16="http://schemas.microsoft.com/office/drawing/2014/main" id="{F97B56F5-767E-B842-B667-C862E3D38318}"/>
                </a:ext>
              </a:extLst>
            </p:cNvPr>
            <p:cNvSpPr txBox="1">
              <a:spLocks noChangeArrowheads="1"/>
            </p:cNvSpPr>
            <p:nvPr/>
          </p:nvSpPr>
          <p:spPr bwMode="auto">
            <a:xfrm>
              <a:off x="2646" y="901"/>
              <a:ext cx="5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service</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Line 33">
              <a:extLst>
                <a:ext uri="{FF2B5EF4-FFF2-40B4-BE49-F238E27FC236}">
                  <a16:creationId xmlns:a16="http://schemas.microsoft.com/office/drawing/2014/main" id="{BDD076AF-08C4-4F47-9082-FD95A3AE8871}"/>
                </a:ext>
              </a:extLst>
            </p:cNvPr>
            <p:cNvSpPr>
              <a:spLocks noChangeShapeType="1"/>
            </p:cNvSpPr>
            <p:nvPr/>
          </p:nvSpPr>
          <p:spPr bwMode="auto">
            <a:xfrm flipH="1" flipV="1">
              <a:off x="2646" y="938"/>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Line 34">
              <a:extLst>
                <a:ext uri="{FF2B5EF4-FFF2-40B4-BE49-F238E27FC236}">
                  <a16:creationId xmlns:a16="http://schemas.microsoft.com/office/drawing/2014/main" id="{ED69820A-98A8-C448-9306-B016D7131F89}"/>
                </a:ext>
              </a:extLst>
            </p:cNvPr>
            <p:cNvSpPr>
              <a:spLocks noChangeShapeType="1"/>
            </p:cNvSpPr>
            <p:nvPr/>
          </p:nvSpPr>
          <p:spPr bwMode="auto">
            <a:xfrm flipH="1" flipV="1">
              <a:off x="2259" y="944"/>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 name="Line 37">
              <a:extLst>
                <a:ext uri="{FF2B5EF4-FFF2-40B4-BE49-F238E27FC236}">
                  <a16:creationId xmlns:a16="http://schemas.microsoft.com/office/drawing/2014/main" id="{4C39789B-1352-C348-9751-652C9E9F847E}"/>
                </a:ext>
              </a:extLst>
            </p:cNvPr>
            <p:cNvSpPr>
              <a:spLocks noChangeShapeType="1"/>
            </p:cNvSpPr>
            <p:nvPr/>
          </p:nvSpPr>
          <p:spPr bwMode="auto">
            <a:xfrm flipH="1" flipV="1">
              <a:off x="3210" y="1265"/>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 name="Text Box 38">
              <a:extLst>
                <a:ext uri="{FF2B5EF4-FFF2-40B4-BE49-F238E27FC236}">
                  <a16:creationId xmlns:a16="http://schemas.microsoft.com/office/drawing/2014/main" id="{D17766F8-1604-7844-AF12-5526BB719D91}"/>
                </a:ext>
              </a:extLst>
            </p:cNvPr>
            <p:cNvSpPr txBox="1">
              <a:spLocks noChangeArrowheads="1"/>
            </p:cNvSpPr>
            <p:nvPr/>
          </p:nvSpPr>
          <p:spPr bwMode="auto">
            <a:xfrm>
              <a:off x="3117" y="1314"/>
              <a:ext cx="48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flgs</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 name="Line 39">
              <a:extLst>
                <a:ext uri="{FF2B5EF4-FFF2-40B4-BE49-F238E27FC236}">
                  <a16:creationId xmlns:a16="http://schemas.microsoft.com/office/drawing/2014/main" id="{347B244D-DD5B-7D4F-94F4-91C0A285AFF9}"/>
                </a:ext>
              </a:extLst>
            </p:cNvPr>
            <p:cNvSpPr>
              <a:spLocks noChangeShapeType="1"/>
            </p:cNvSpPr>
            <p:nvPr/>
          </p:nvSpPr>
          <p:spPr bwMode="auto">
            <a:xfrm flipH="1" flipV="1">
              <a:off x="3504" y="125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 Box 40">
              <a:extLst>
                <a:ext uri="{FF2B5EF4-FFF2-40B4-BE49-F238E27FC236}">
                  <a16:creationId xmlns:a16="http://schemas.microsoft.com/office/drawing/2014/main" id="{7247D566-AB42-3841-994B-E294C06DAB62}"/>
                </a:ext>
              </a:extLst>
            </p:cNvPr>
            <p:cNvSpPr txBox="1">
              <a:spLocks noChangeArrowheads="1"/>
            </p:cNvSpPr>
            <p:nvPr/>
          </p:nvSpPr>
          <p:spPr bwMode="auto">
            <a:xfrm>
              <a:off x="3531" y="1230"/>
              <a:ext cx="90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offset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 name="Line 43">
              <a:extLst>
                <a:ext uri="{FF2B5EF4-FFF2-40B4-BE49-F238E27FC236}">
                  <a16:creationId xmlns:a16="http://schemas.microsoft.com/office/drawing/2014/main" id="{3AA0ABEC-0F0D-104F-A9E5-4BBC9A6A4208}"/>
                </a:ext>
              </a:extLst>
            </p:cNvPr>
            <p:cNvSpPr>
              <a:spLocks noChangeShapeType="1"/>
            </p:cNvSpPr>
            <p:nvPr/>
          </p:nvSpPr>
          <p:spPr bwMode="auto">
            <a:xfrm flipV="1">
              <a:off x="1984" y="1581"/>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 name="Line 44">
              <a:extLst>
                <a:ext uri="{FF2B5EF4-FFF2-40B4-BE49-F238E27FC236}">
                  <a16:creationId xmlns:a16="http://schemas.microsoft.com/office/drawing/2014/main" id="{3BCAABB0-D26C-C443-A64A-9B2F129C9CCE}"/>
                </a:ext>
              </a:extLst>
            </p:cNvPr>
            <p:cNvSpPr>
              <a:spLocks noChangeShapeType="1"/>
            </p:cNvSpPr>
            <p:nvPr/>
          </p:nvSpPr>
          <p:spPr bwMode="auto">
            <a:xfrm flipH="1" flipV="1">
              <a:off x="3210" y="1583"/>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 name="Line 45">
              <a:extLst>
                <a:ext uri="{FF2B5EF4-FFF2-40B4-BE49-F238E27FC236}">
                  <a16:creationId xmlns:a16="http://schemas.microsoft.com/office/drawing/2014/main" id="{E866F42A-10BE-C449-97E1-04B252E8309D}"/>
                </a:ext>
              </a:extLst>
            </p:cNvPr>
            <p:cNvSpPr>
              <a:spLocks noChangeShapeType="1"/>
            </p:cNvSpPr>
            <p:nvPr/>
          </p:nvSpPr>
          <p:spPr bwMode="auto">
            <a:xfrm flipV="1">
              <a:off x="1972" y="19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 Box 46">
              <a:extLst>
                <a:ext uri="{FF2B5EF4-FFF2-40B4-BE49-F238E27FC236}">
                  <a16:creationId xmlns:a16="http://schemas.microsoft.com/office/drawing/2014/main" id="{E683D402-CA7F-9F47-849F-2224DC3DE9FB}"/>
                </a:ext>
              </a:extLst>
            </p:cNvPr>
            <p:cNvSpPr txBox="1">
              <a:spLocks noChangeArrowheads="1"/>
            </p:cNvSpPr>
            <p:nvPr/>
          </p:nvSpPr>
          <p:spPr bwMode="auto">
            <a:xfrm>
              <a:off x="2668" y="1525"/>
              <a:ext cx="48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layer</a:t>
              </a:r>
            </a:p>
          </p:txBody>
        </p:sp>
        <p:sp>
          <p:nvSpPr>
            <p:cNvPr id="149" name="Line 47">
              <a:extLst>
                <a:ext uri="{FF2B5EF4-FFF2-40B4-BE49-F238E27FC236}">
                  <a16:creationId xmlns:a16="http://schemas.microsoft.com/office/drawing/2014/main" id="{0E531E3C-4F5A-D941-83E8-AE1464B5A344}"/>
                </a:ext>
              </a:extLst>
            </p:cNvPr>
            <p:cNvSpPr>
              <a:spLocks noChangeShapeType="1"/>
            </p:cNvSpPr>
            <p:nvPr/>
          </p:nvSpPr>
          <p:spPr bwMode="auto">
            <a:xfrm flipH="1" flipV="1">
              <a:off x="2610" y="158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0" name="Text Box 49">
              <a:extLst>
                <a:ext uri="{FF2B5EF4-FFF2-40B4-BE49-F238E27FC236}">
                  <a16:creationId xmlns:a16="http://schemas.microsoft.com/office/drawing/2014/main" id="{0D207251-C799-F041-9618-AD88DBAA8CF0}"/>
                </a:ext>
              </a:extLst>
            </p:cNvPr>
            <p:cNvSpPr txBox="1">
              <a:spLocks noChangeArrowheads="1"/>
            </p:cNvSpPr>
            <p:nvPr/>
          </p:nvSpPr>
          <p:spPr bwMode="auto">
            <a:xfrm>
              <a:off x="2450" y="2235"/>
              <a:ext cx="1554"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destination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1" name="Line 50">
              <a:extLst>
                <a:ext uri="{FF2B5EF4-FFF2-40B4-BE49-F238E27FC236}">
                  <a16:creationId xmlns:a16="http://schemas.microsoft.com/office/drawing/2014/main" id="{3D7847B5-06DC-744F-AFA4-710C1C3AACDA}"/>
                </a:ext>
              </a:extLst>
            </p:cNvPr>
            <p:cNvSpPr>
              <a:spLocks noChangeShapeType="1"/>
            </p:cNvSpPr>
            <p:nvPr/>
          </p:nvSpPr>
          <p:spPr bwMode="auto">
            <a:xfrm flipV="1">
              <a:off x="1984" y="2787"/>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2" name="Text Box 51">
              <a:extLst>
                <a:ext uri="{FF2B5EF4-FFF2-40B4-BE49-F238E27FC236}">
                  <a16:creationId xmlns:a16="http://schemas.microsoft.com/office/drawing/2014/main" id="{DDCF4509-5098-514D-8D40-9FA4EA41780D}"/>
                </a:ext>
              </a:extLst>
            </p:cNvPr>
            <p:cNvSpPr txBox="1">
              <a:spLocks noChangeArrowheads="1"/>
            </p:cNvSpPr>
            <p:nvPr/>
          </p:nvSpPr>
          <p:spPr bwMode="auto">
            <a:xfrm>
              <a:off x="2673" y="2529"/>
              <a:ext cx="106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options (if any)</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3" name="Group 56">
            <a:extLst>
              <a:ext uri="{FF2B5EF4-FFF2-40B4-BE49-F238E27FC236}">
                <a16:creationId xmlns:a16="http://schemas.microsoft.com/office/drawing/2014/main" id="{F46ED7D0-3A4C-C74F-A2AF-2F28546928AE}"/>
              </a:ext>
            </a:extLst>
          </p:cNvPr>
          <p:cNvGrpSpPr>
            <a:grpSpLocks/>
          </p:cNvGrpSpPr>
          <p:nvPr/>
        </p:nvGrpSpPr>
        <p:grpSpPr bwMode="auto">
          <a:xfrm>
            <a:off x="1064770" y="1650761"/>
            <a:ext cx="3598863" cy="369886"/>
            <a:chOff x="-198" y="851"/>
            <a:chExt cx="2267" cy="233"/>
          </a:xfrm>
        </p:grpSpPr>
        <p:sp>
          <p:nvSpPr>
            <p:cNvPr id="154" name="Text Box 20">
              <a:extLst>
                <a:ext uri="{FF2B5EF4-FFF2-40B4-BE49-F238E27FC236}">
                  <a16:creationId xmlns:a16="http://schemas.microsoft.com/office/drawing/2014/main" id="{DD501FF6-E28D-E740-B77A-CD4A3210C2D5}"/>
                </a:ext>
              </a:extLst>
            </p:cNvPr>
            <p:cNvSpPr txBox="1">
              <a:spLocks noChangeArrowheads="1"/>
            </p:cNvSpPr>
            <p:nvPr/>
          </p:nvSpPr>
          <p:spPr bwMode="auto">
            <a:xfrm>
              <a:off x="-198" y="851"/>
              <a:ext cx="196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protocol version number</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Line 23">
              <a:extLst>
                <a:ext uri="{FF2B5EF4-FFF2-40B4-BE49-F238E27FC236}">
                  <a16:creationId xmlns:a16="http://schemas.microsoft.com/office/drawing/2014/main" id="{F85B0816-D21B-CB47-8C66-E05D0680EC83}"/>
                </a:ext>
              </a:extLst>
            </p:cNvPr>
            <p:cNvSpPr>
              <a:spLocks noChangeShapeType="1"/>
            </p:cNvSpPr>
            <p:nvPr/>
          </p:nvSpPr>
          <p:spPr bwMode="auto">
            <a:xfrm flipV="1">
              <a:off x="1740" y="996"/>
              <a:ext cx="3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6" name="Group 57">
            <a:extLst>
              <a:ext uri="{FF2B5EF4-FFF2-40B4-BE49-F238E27FC236}">
                <a16:creationId xmlns:a16="http://schemas.microsoft.com/office/drawing/2014/main" id="{09D76537-7447-BC4F-803B-D699F93DFDEB}"/>
              </a:ext>
            </a:extLst>
          </p:cNvPr>
          <p:cNvGrpSpPr>
            <a:grpSpLocks/>
          </p:cNvGrpSpPr>
          <p:nvPr/>
        </p:nvGrpSpPr>
        <p:grpSpPr bwMode="auto">
          <a:xfrm>
            <a:off x="1228282" y="2004782"/>
            <a:ext cx="3817939" cy="369888"/>
            <a:chOff x="-95" y="1074"/>
            <a:chExt cx="2405" cy="233"/>
          </a:xfrm>
        </p:grpSpPr>
        <p:sp>
          <p:nvSpPr>
            <p:cNvPr id="157" name="Text Box 21">
              <a:extLst>
                <a:ext uri="{FF2B5EF4-FFF2-40B4-BE49-F238E27FC236}">
                  <a16:creationId xmlns:a16="http://schemas.microsoft.com/office/drawing/2014/main" id="{6BB3B2E4-B494-8F48-ADC1-00DA5E9C53C6}"/>
                </a:ext>
              </a:extLst>
            </p:cNvPr>
            <p:cNvSpPr txBox="1">
              <a:spLocks noChangeArrowheads="1"/>
            </p:cNvSpPr>
            <p:nvPr/>
          </p:nvSpPr>
          <p:spPr bwMode="auto">
            <a:xfrm>
              <a:off x="-95" y="1074"/>
              <a:ext cx="18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length(bytes)</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8" name="Line 24">
              <a:extLst>
                <a:ext uri="{FF2B5EF4-FFF2-40B4-BE49-F238E27FC236}">
                  <a16:creationId xmlns:a16="http://schemas.microsoft.com/office/drawing/2014/main" id="{706E58AF-5939-4644-8ECF-E13603BC22AD}"/>
                </a:ext>
              </a:extLst>
            </p:cNvPr>
            <p:cNvSpPr>
              <a:spLocks noChangeShapeType="1"/>
            </p:cNvSpPr>
            <p:nvPr/>
          </p:nvSpPr>
          <p:spPr bwMode="auto">
            <a:xfrm flipV="1">
              <a:off x="1748" y="1184"/>
              <a:ext cx="562"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9" name="Group 60">
            <a:extLst>
              <a:ext uri="{FF2B5EF4-FFF2-40B4-BE49-F238E27FC236}">
                <a16:creationId xmlns:a16="http://schemas.microsoft.com/office/drawing/2014/main" id="{4258D741-EF03-AB43-8674-1FF314406AE4}"/>
              </a:ext>
            </a:extLst>
          </p:cNvPr>
          <p:cNvGrpSpPr>
            <a:grpSpLocks/>
          </p:cNvGrpSpPr>
          <p:nvPr/>
        </p:nvGrpSpPr>
        <p:grpSpPr bwMode="auto">
          <a:xfrm>
            <a:off x="151955" y="3111541"/>
            <a:ext cx="5535615" cy="1247776"/>
            <a:chOff x="-773" y="1434"/>
            <a:chExt cx="3487" cy="786"/>
          </a:xfrm>
        </p:grpSpPr>
        <p:sp>
          <p:nvSpPr>
            <p:cNvPr id="160" name="Text Box 27">
              <a:extLst>
                <a:ext uri="{FF2B5EF4-FFF2-40B4-BE49-F238E27FC236}">
                  <a16:creationId xmlns:a16="http://schemas.microsoft.com/office/drawing/2014/main" id="{2ABE1009-3567-E94C-9ECA-3B9CCF763210}"/>
                </a:ext>
              </a:extLst>
            </p:cNvPr>
            <p:cNvSpPr txBox="1">
              <a:spLocks noChangeArrowheads="1"/>
            </p:cNvSpPr>
            <p:nvPr/>
          </p:nvSpPr>
          <p:spPr bwMode="auto">
            <a:xfrm>
              <a:off x="-773" y="1987"/>
              <a:ext cx="256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 layer protocol </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TCP or UDP)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1" name="Line 28">
              <a:extLst>
                <a:ext uri="{FF2B5EF4-FFF2-40B4-BE49-F238E27FC236}">
                  <a16:creationId xmlns:a16="http://schemas.microsoft.com/office/drawing/2014/main" id="{5458F48E-33B1-F14C-AC20-E862C9526956}"/>
                </a:ext>
              </a:extLst>
            </p:cNvPr>
            <p:cNvSpPr>
              <a:spLocks noChangeShapeType="1"/>
            </p:cNvSpPr>
            <p:nvPr/>
          </p:nvSpPr>
          <p:spPr bwMode="auto">
            <a:xfrm flipV="1">
              <a:off x="1766" y="1434"/>
              <a:ext cx="948" cy="67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2" name="Group 61">
            <a:extLst>
              <a:ext uri="{FF2B5EF4-FFF2-40B4-BE49-F238E27FC236}">
                <a16:creationId xmlns:a16="http://schemas.microsoft.com/office/drawing/2014/main" id="{CACE9B0D-62D6-B34E-89A0-4E0AFCF2C3B2}"/>
              </a:ext>
            </a:extLst>
          </p:cNvPr>
          <p:cNvGrpSpPr>
            <a:grpSpLocks/>
          </p:cNvGrpSpPr>
          <p:nvPr/>
        </p:nvGrpSpPr>
        <p:grpSpPr bwMode="auto">
          <a:xfrm>
            <a:off x="8102158" y="1652352"/>
            <a:ext cx="2322512" cy="641350"/>
            <a:chOff x="4235" y="852"/>
            <a:chExt cx="1463" cy="404"/>
          </a:xfrm>
        </p:grpSpPr>
        <p:sp>
          <p:nvSpPr>
            <p:cNvPr id="163" name="Text Box 26">
              <a:extLst>
                <a:ext uri="{FF2B5EF4-FFF2-40B4-BE49-F238E27FC236}">
                  <a16:creationId xmlns:a16="http://schemas.microsoft.com/office/drawing/2014/main" id="{30E427B3-A5A5-4D4F-B92F-565A16BD627D}"/>
                </a:ext>
              </a:extLst>
            </p:cNvPr>
            <p:cNvSpPr txBox="1">
              <a:spLocks noChangeArrowheads="1"/>
            </p:cNvSpPr>
            <p:nvPr/>
          </p:nvSpPr>
          <p:spPr bwMode="auto">
            <a:xfrm>
              <a:off x="4662" y="852"/>
              <a:ext cx="103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total datagram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 (bytes)</a:t>
              </a:r>
            </a:p>
          </p:txBody>
        </p:sp>
        <p:sp>
          <p:nvSpPr>
            <p:cNvPr id="164" name="Line 30">
              <a:extLst>
                <a:ext uri="{FF2B5EF4-FFF2-40B4-BE49-F238E27FC236}">
                  <a16:creationId xmlns:a16="http://schemas.microsoft.com/office/drawing/2014/main" id="{3AF47488-1011-A848-99D2-FC6016C55C06}"/>
                </a:ext>
              </a:extLst>
            </p:cNvPr>
            <p:cNvSpPr>
              <a:spLocks noChangeShapeType="1"/>
            </p:cNvSpPr>
            <p:nvPr/>
          </p:nvSpPr>
          <p:spPr bwMode="auto">
            <a:xfrm flipH="1">
              <a:off x="4235" y="1149"/>
              <a:ext cx="4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5" name="Group 58">
            <a:extLst>
              <a:ext uri="{FF2B5EF4-FFF2-40B4-BE49-F238E27FC236}">
                <a16:creationId xmlns:a16="http://schemas.microsoft.com/office/drawing/2014/main" id="{48A836F1-05EC-DE4D-B1B8-1C5131E8EA97}"/>
              </a:ext>
            </a:extLst>
          </p:cNvPr>
          <p:cNvGrpSpPr>
            <a:grpSpLocks/>
          </p:cNvGrpSpPr>
          <p:nvPr/>
        </p:nvGrpSpPr>
        <p:grpSpPr bwMode="auto">
          <a:xfrm>
            <a:off x="2323661" y="2060348"/>
            <a:ext cx="3378202" cy="1452568"/>
            <a:chOff x="595" y="1109"/>
            <a:chExt cx="2128" cy="915"/>
          </a:xfrm>
        </p:grpSpPr>
        <p:sp>
          <p:nvSpPr>
            <p:cNvPr id="166" name="Text Box 35">
              <a:extLst>
                <a:ext uri="{FF2B5EF4-FFF2-40B4-BE49-F238E27FC236}">
                  <a16:creationId xmlns:a16="http://schemas.microsoft.com/office/drawing/2014/main" id="{30EE02F6-A328-8D46-8C08-639ED0208690}"/>
                </a:ext>
              </a:extLst>
            </p:cNvPr>
            <p:cNvSpPr txBox="1">
              <a:spLocks noChangeArrowheads="1"/>
            </p:cNvSpPr>
            <p:nvPr/>
          </p:nvSpPr>
          <p:spPr bwMode="auto">
            <a:xfrm>
              <a:off x="595" y="1307"/>
              <a:ext cx="1202" cy="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 service:</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diffserv (0:5)</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ECN (6:7)</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7" name="Line 36">
              <a:extLst>
                <a:ext uri="{FF2B5EF4-FFF2-40B4-BE49-F238E27FC236}">
                  <a16:creationId xmlns:a16="http://schemas.microsoft.com/office/drawing/2014/main" id="{F3ABE1B3-92EF-EE40-8416-0B8D319EE942}"/>
                </a:ext>
              </a:extLst>
            </p:cNvPr>
            <p:cNvSpPr>
              <a:spLocks noChangeShapeType="1"/>
            </p:cNvSpPr>
            <p:nvPr/>
          </p:nvSpPr>
          <p:spPr bwMode="auto">
            <a:xfrm flipV="1">
              <a:off x="1746" y="1109"/>
              <a:ext cx="977" cy="32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8" name="Group 62">
            <a:extLst>
              <a:ext uri="{FF2B5EF4-FFF2-40B4-BE49-F238E27FC236}">
                <a16:creationId xmlns:a16="http://schemas.microsoft.com/office/drawing/2014/main" id="{4087126E-9476-2B47-BE4F-7A42B99BC7FE}"/>
              </a:ext>
            </a:extLst>
          </p:cNvPr>
          <p:cNvGrpSpPr>
            <a:grpSpLocks/>
          </p:cNvGrpSpPr>
          <p:nvPr/>
        </p:nvGrpSpPr>
        <p:grpSpPr bwMode="auto">
          <a:xfrm>
            <a:off x="6330509" y="2273066"/>
            <a:ext cx="4110038" cy="646113"/>
            <a:chOff x="3119" y="1243"/>
            <a:chExt cx="2589" cy="407"/>
          </a:xfrm>
        </p:grpSpPr>
        <p:sp>
          <p:nvSpPr>
            <p:cNvPr id="169" name="Text Box 25">
              <a:extLst>
                <a:ext uri="{FF2B5EF4-FFF2-40B4-BE49-F238E27FC236}">
                  <a16:creationId xmlns:a16="http://schemas.microsoft.com/office/drawing/2014/main" id="{512E3B71-E3FC-D34A-9DEC-E65FCBAE37BC}"/>
                </a:ext>
              </a:extLst>
            </p:cNvPr>
            <p:cNvSpPr txBox="1">
              <a:spLocks noChangeArrowheads="1"/>
            </p:cNvSpPr>
            <p:nvPr/>
          </p:nvSpPr>
          <p:spPr bwMode="auto">
            <a:xfrm>
              <a:off x="4663" y="1243"/>
              <a:ext cx="104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fragmentation/</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reassembly</a:t>
              </a:r>
            </a:p>
          </p:txBody>
        </p:sp>
        <p:sp>
          <p:nvSpPr>
            <p:cNvPr id="170" name="Line 29">
              <a:extLst>
                <a:ext uri="{FF2B5EF4-FFF2-40B4-BE49-F238E27FC236}">
                  <a16:creationId xmlns:a16="http://schemas.microsoft.com/office/drawing/2014/main" id="{82BB5C8E-99D8-AB4F-812C-C8887D1E1E10}"/>
                </a:ext>
              </a:extLst>
            </p:cNvPr>
            <p:cNvSpPr>
              <a:spLocks noChangeShapeType="1"/>
            </p:cNvSpPr>
            <p:nvPr/>
          </p:nvSpPr>
          <p:spPr bwMode="auto">
            <a:xfrm flipH="1">
              <a:off x="3443" y="1358"/>
              <a:ext cx="1228" cy="1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1" name="Line 41">
              <a:extLst>
                <a:ext uri="{FF2B5EF4-FFF2-40B4-BE49-F238E27FC236}">
                  <a16:creationId xmlns:a16="http://schemas.microsoft.com/office/drawing/2014/main" id="{179D4ED7-D84C-2F4C-8903-32B5F0AEECE1}"/>
                </a:ext>
              </a:extLst>
            </p:cNvPr>
            <p:cNvSpPr>
              <a:spLocks noChangeShapeType="1"/>
            </p:cNvSpPr>
            <p:nvPr/>
          </p:nvSpPr>
          <p:spPr bwMode="auto">
            <a:xfrm flipH="1" flipV="1">
              <a:off x="4301" y="1349"/>
              <a:ext cx="381" cy="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2" name="Line 42">
              <a:extLst>
                <a:ext uri="{FF2B5EF4-FFF2-40B4-BE49-F238E27FC236}">
                  <a16:creationId xmlns:a16="http://schemas.microsoft.com/office/drawing/2014/main" id="{E9410A24-EBCE-C541-89FB-7277C9EF1BCD}"/>
                </a:ext>
              </a:extLst>
            </p:cNvPr>
            <p:cNvSpPr>
              <a:spLocks noChangeShapeType="1"/>
            </p:cNvSpPr>
            <p:nvPr/>
          </p:nvSpPr>
          <p:spPr bwMode="auto">
            <a:xfrm flipH="1">
              <a:off x="3119" y="1354"/>
              <a:ext cx="1555" cy="103"/>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73" name="Group 59">
            <a:extLst>
              <a:ext uri="{FF2B5EF4-FFF2-40B4-BE49-F238E27FC236}">
                <a16:creationId xmlns:a16="http://schemas.microsoft.com/office/drawing/2014/main" id="{F3E5E860-E3FA-1043-A7CA-31E59409DB3B}"/>
              </a:ext>
            </a:extLst>
          </p:cNvPr>
          <p:cNvGrpSpPr>
            <a:grpSpLocks/>
          </p:cNvGrpSpPr>
          <p:nvPr/>
        </p:nvGrpSpPr>
        <p:grpSpPr bwMode="auto">
          <a:xfrm>
            <a:off x="786919" y="3200477"/>
            <a:ext cx="3975103" cy="723900"/>
            <a:chOff x="-366" y="1483"/>
            <a:chExt cx="2504" cy="456"/>
          </a:xfrm>
        </p:grpSpPr>
        <p:sp>
          <p:nvSpPr>
            <p:cNvPr id="174" name="Text Box 22">
              <a:extLst>
                <a:ext uri="{FF2B5EF4-FFF2-40B4-BE49-F238E27FC236}">
                  <a16:creationId xmlns:a16="http://schemas.microsoft.com/office/drawing/2014/main" id="{F3BCF68C-C9A4-A848-9F65-D9DA862AA831}"/>
                </a:ext>
              </a:extLst>
            </p:cNvPr>
            <p:cNvSpPr txBox="1">
              <a:spLocks noChangeArrowheads="1"/>
            </p:cNvSpPr>
            <p:nvPr/>
          </p:nvSpPr>
          <p:spPr bwMode="auto">
            <a:xfrm>
              <a:off x="-366" y="1551"/>
              <a:ext cx="214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TTL: remaining  max hops</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(decremented at each router)</a:t>
              </a:r>
            </a:p>
          </p:txBody>
        </p:sp>
        <p:sp>
          <p:nvSpPr>
            <p:cNvPr id="175" name="Line 48">
              <a:extLst>
                <a:ext uri="{FF2B5EF4-FFF2-40B4-BE49-F238E27FC236}">
                  <a16:creationId xmlns:a16="http://schemas.microsoft.com/office/drawing/2014/main" id="{E8C2FC41-FC21-EB4A-81CC-6A4E388FF3AA}"/>
                </a:ext>
              </a:extLst>
            </p:cNvPr>
            <p:cNvSpPr>
              <a:spLocks noChangeShapeType="1"/>
            </p:cNvSpPr>
            <p:nvPr/>
          </p:nvSpPr>
          <p:spPr bwMode="auto">
            <a:xfrm flipV="1">
              <a:off x="1753" y="1483"/>
              <a:ext cx="385" cy="2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10A5FB9C-8877-CF48-9B4B-0001510B0996}"/>
              </a:ext>
            </a:extLst>
          </p:cNvPr>
          <p:cNvGrpSpPr/>
          <p:nvPr/>
        </p:nvGrpSpPr>
        <p:grpSpPr>
          <a:xfrm>
            <a:off x="1134317" y="4446414"/>
            <a:ext cx="2823045" cy="2083632"/>
            <a:chOff x="419725" y="4467070"/>
            <a:chExt cx="2823045" cy="2083632"/>
          </a:xfrm>
        </p:grpSpPr>
        <p:sp>
          <p:nvSpPr>
            <p:cNvPr id="179" name="Rectangle 54">
              <a:extLst>
                <a:ext uri="{FF2B5EF4-FFF2-40B4-BE49-F238E27FC236}">
                  <a16:creationId xmlns:a16="http://schemas.microsoft.com/office/drawing/2014/main" id="{F3422680-BA18-B141-8049-75179551BB0C}"/>
                </a:ext>
              </a:extLst>
            </p:cNvPr>
            <p:cNvSpPr>
              <a:spLocks noChangeArrowheads="1"/>
            </p:cNvSpPr>
            <p:nvPr/>
          </p:nvSpPr>
          <p:spPr bwMode="auto">
            <a:xfrm>
              <a:off x="437293" y="4954788"/>
              <a:ext cx="2805477" cy="146547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TCP</a:t>
              </a:r>
            </a:p>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IP</a:t>
              </a:r>
            </a:p>
            <a:p>
              <a:pPr marL="342900" marR="0" lvl="0" indent="-223838" algn="l" defTabSz="914400" rtl="0" eaLnBrk="0" fontAlgn="base" latinLnBrk="0" hangingPunct="0">
                <a:lnSpc>
                  <a:spcPct val="9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40 bytes + app layer overhead for TCP+IP</a:t>
              </a:r>
            </a:p>
          </p:txBody>
        </p:sp>
        <p:sp>
          <p:nvSpPr>
            <p:cNvPr id="2" name="Rectangle 1">
              <a:extLst>
                <a:ext uri="{FF2B5EF4-FFF2-40B4-BE49-F238E27FC236}">
                  <a16:creationId xmlns:a16="http://schemas.microsoft.com/office/drawing/2014/main" id="{A5B2B29C-1437-FE43-B7BB-737B9DE7CB08}"/>
                </a:ext>
              </a:extLst>
            </p:cNvPr>
            <p:cNvSpPr/>
            <p:nvPr/>
          </p:nvSpPr>
          <p:spPr>
            <a:xfrm>
              <a:off x="419725" y="4751882"/>
              <a:ext cx="2683239" cy="1798820"/>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A07067E8-C930-4E4E-82B1-DB76C7299991}"/>
                </a:ext>
              </a:extLst>
            </p:cNvPr>
            <p:cNvSpPr txBox="1"/>
            <p:nvPr/>
          </p:nvSpPr>
          <p:spPr>
            <a:xfrm>
              <a:off x="599607" y="4467070"/>
              <a:ext cx="1561325"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overhead</a:t>
              </a:r>
            </a:p>
          </p:txBody>
        </p:sp>
      </p:grpSp>
      <p:grpSp>
        <p:nvGrpSpPr>
          <p:cNvPr id="9" name="Group 8">
            <a:extLst>
              <a:ext uri="{FF2B5EF4-FFF2-40B4-BE49-F238E27FC236}">
                <a16:creationId xmlns:a16="http://schemas.microsoft.com/office/drawing/2014/main" id="{B25CB83E-CD83-0142-A8BA-DD13CD2B40A6}"/>
              </a:ext>
            </a:extLst>
          </p:cNvPr>
          <p:cNvGrpSpPr/>
          <p:nvPr/>
        </p:nvGrpSpPr>
        <p:grpSpPr>
          <a:xfrm>
            <a:off x="7719934" y="4348085"/>
            <a:ext cx="3971903" cy="646113"/>
            <a:chOff x="7719934" y="4348085"/>
            <a:chExt cx="3971903" cy="646113"/>
          </a:xfrm>
        </p:grpSpPr>
        <p:sp>
          <p:nvSpPr>
            <p:cNvPr id="177" name="Text Box 52">
              <a:extLst>
                <a:ext uri="{FF2B5EF4-FFF2-40B4-BE49-F238E27FC236}">
                  <a16:creationId xmlns:a16="http://schemas.microsoft.com/office/drawing/2014/main" id="{BF8FA8D1-8EB5-EC42-B60C-8F8686E922DD}"/>
                </a:ext>
              </a:extLst>
            </p:cNvPr>
            <p:cNvSpPr txBox="1">
              <a:spLocks noChangeArrowheads="1"/>
            </p:cNvSpPr>
            <p:nvPr/>
          </p:nvSpPr>
          <p:spPr bwMode="auto">
            <a:xfrm>
              <a:off x="8778774" y="4348085"/>
              <a:ext cx="2913063"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timestamp, record route taken</a:t>
              </a:r>
            </a:p>
          </p:txBody>
        </p:sp>
        <p:cxnSp>
          <p:nvCxnSpPr>
            <p:cNvPr id="8" name="Straight Connector 7">
              <a:extLst>
                <a:ext uri="{FF2B5EF4-FFF2-40B4-BE49-F238E27FC236}">
                  <a16:creationId xmlns:a16="http://schemas.microsoft.com/office/drawing/2014/main" id="{A07119CE-E347-CD4F-96FC-B870BFBD31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6" name="Group 65">
            <a:extLst>
              <a:ext uri="{FF2B5EF4-FFF2-40B4-BE49-F238E27FC236}">
                <a16:creationId xmlns:a16="http://schemas.microsoft.com/office/drawing/2014/main" id="{DE02EBEC-D750-1C46-BDD3-4EC55628DEFF}"/>
              </a:ext>
            </a:extLst>
          </p:cNvPr>
          <p:cNvGrpSpPr/>
          <p:nvPr/>
        </p:nvGrpSpPr>
        <p:grpSpPr>
          <a:xfrm>
            <a:off x="7739650" y="3384606"/>
            <a:ext cx="3971903" cy="369332"/>
            <a:chOff x="7719934" y="4348085"/>
            <a:chExt cx="3971903" cy="369332"/>
          </a:xfrm>
        </p:grpSpPr>
        <p:sp>
          <p:nvSpPr>
            <p:cNvPr id="67" name="Text Box 52">
              <a:extLst>
                <a:ext uri="{FF2B5EF4-FFF2-40B4-BE49-F238E27FC236}">
                  <a16:creationId xmlns:a16="http://schemas.microsoft.com/office/drawing/2014/main" id="{3CBC8EE1-4E86-AC49-A4AC-FB712E2BE1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source IP address</a:t>
              </a:r>
            </a:p>
          </p:txBody>
        </p:sp>
        <p:cxnSp>
          <p:nvCxnSpPr>
            <p:cNvPr id="68" name="Straight Connector 67">
              <a:extLst>
                <a:ext uri="{FF2B5EF4-FFF2-40B4-BE49-F238E27FC236}">
                  <a16:creationId xmlns:a16="http://schemas.microsoft.com/office/drawing/2014/main" id="{8DD646F6-F588-FB47-AA50-B7AAB81C8AE9}"/>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9D96639F-797D-284B-91E2-801FDB799E1D}"/>
              </a:ext>
            </a:extLst>
          </p:cNvPr>
          <p:cNvGrpSpPr/>
          <p:nvPr/>
        </p:nvGrpSpPr>
        <p:grpSpPr>
          <a:xfrm>
            <a:off x="7721569" y="3862471"/>
            <a:ext cx="4181130" cy="369332"/>
            <a:chOff x="7719934" y="4348085"/>
            <a:chExt cx="4181130" cy="369332"/>
          </a:xfrm>
        </p:grpSpPr>
        <p:sp>
          <p:nvSpPr>
            <p:cNvPr id="70" name="Text Box 52">
              <a:extLst>
                <a:ext uri="{FF2B5EF4-FFF2-40B4-BE49-F238E27FC236}">
                  <a16:creationId xmlns:a16="http://schemas.microsoft.com/office/drawing/2014/main" id="{E0B8AC9F-9175-CD46-93B6-7B6E6B487849}"/>
                </a:ext>
              </a:extLst>
            </p:cNvPr>
            <p:cNvSpPr txBox="1">
              <a:spLocks noChangeArrowheads="1"/>
            </p:cNvSpPr>
            <p:nvPr/>
          </p:nvSpPr>
          <p:spPr bwMode="auto">
            <a:xfrm>
              <a:off x="8778774" y="4348085"/>
              <a:ext cx="31222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destination IP address</a:t>
              </a:r>
            </a:p>
          </p:txBody>
        </p:sp>
        <p:cxnSp>
          <p:nvCxnSpPr>
            <p:cNvPr id="71" name="Straight Connector 70">
              <a:extLst>
                <a:ext uri="{FF2B5EF4-FFF2-40B4-BE49-F238E27FC236}">
                  <a16:creationId xmlns:a16="http://schemas.microsoft.com/office/drawing/2014/main" id="{4120CCDA-7A8F-1344-9A9B-52EEE045034B}"/>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72" name="Group 71">
            <a:extLst>
              <a:ext uri="{FF2B5EF4-FFF2-40B4-BE49-F238E27FC236}">
                <a16:creationId xmlns:a16="http://schemas.microsoft.com/office/drawing/2014/main" id="{9E74BE6E-3A51-9848-A524-4B01A8AE7030}"/>
              </a:ext>
            </a:extLst>
          </p:cNvPr>
          <p:cNvGrpSpPr/>
          <p:nvPr/>
        </p:nvGrpSpPr>
        <p:grpSpPr>
          <a:xfrm>
            <a:off x="7737066" y="2920899"/>
            <a:ext cx="3971903" cy="369332"/>
            <a:chOff x="7719934" y="4348085"/>
            <a:chExt cx="3971903" cy="369332"/>
          </a:xfrm>
        </p:grpSpPr>
        <p:sp>
          <p:nvSpPr>
            <p:cNvPr id="73" name="Text Box 52">
              <a:extLst>
                <a:ext uri="{FF2B5EF4-FFF2-40B4-BE49-F238E27FC236}">
                  <a16:creationId xmlns:a16="http://schemas.microsoft.com/office/drawing/2014/main" id="{A7B0ED1A-7B94-1F43-8F94-529E2D9937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checksum</a:t>
              </a:r>
            </a:p>
          </p:txBody>
        </p:sp>
        <p:cxnSp>
          <p:nvCxnSpPr>
            <p:cNvPr id="74" name="Straight Connector 73">
              <a:extLst>
                <a:ext uri="{FF2B5EF4-FFF2-40B4-BE49-F238E27FC236}">
                  <a16:creationId xmlns:a16="http://schemas.microsoft.com/office/drawing/2014/main" id="{FD6BF316-20F5-9D47-88E4-912E1DFB3A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 name="Group 3">
            <a:extLst>
              <a:ext uri="{FF2B5EF4-FFF2-40B4-BE49-F238E27FC236}">
                <a16:creationId xmlns:a16="http://schemas.microsoft.com/office/drawing/2014/main" id="{1FEAE828-7047-3147-A47C-B181088247F3}"/>
              </a:ext>
            </a:extLst>
          </p:cNvPr>
          <p:cNvGrpSpPr/>
          <p:nvPr/>
        </p:nvGrpSpPr>
        <p:grpSpPr>
          <a:xfrm>
            <a:off x="8948060" y="1758043"/>
            <a:ext cx="2808718" cy="4833257"/>
            <a:chOff x="9209324" y="1834243"/>
            <a:chExt cx="2808718" cy="4833257"/>
          </a:xfrm>
        </p:grpSpPr>
        <p:cxnSp>
          <p:nvCxnSpPr>
            <p:cNvPr id="75" name="Straight Arrow Connector 74">
              <a:extLst>
                <a:ext uri="{FF2B5EF4-FFF2-40B4-BE49-F238E27FC236}">
                  <a16:creationId xmlns:a16="http://schemas.microsoft.com/office/drawing/2014/main" id="{A63DAC61-3FDE-8840-9F16-FD8E18BF0966}"/>
                </a:ext>
              </a:extLst>
            </p:cNvPr>
            <p:cNvCxnSpPr/>
            <p:nvPr/>
          </p:nvCxnSpPr>
          <p:spPr>
            <a:xfrm>
              <a:off x="11097988" y="1834243"/>
              <a:ext cx="0" cy="4833257"/>
            </a:xfrm>
            <a:prstGeom prst="straightConnector1">
              <a:avLst/>
            </a:prstGeom>
            <a:ln w="4445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3D5FB8E8-CA23-894F-92FD-40ED972CF645}"/>
                </a:ext>
              </a:extLst>
            </p:cNvPr>
            <p:cNvCxnSpPr/>
            <p:nvPr/>
          </p:nvCxnSpPr>
          <p:spPr>
            <a:xfrm>
              <a:off x="10823536" y="1839686"/>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8B2F5C4B-1186-4346-9A50-C9616F8D8E9F}"/>
                </a:ext>
              </a:extLst>
            </p:cNvPr>
            <p:cNvCxnSpPr/>
            <p:nvPr/>
          </p:nvCxnSpPr>
          <p:spPr>
            <a:xfrm>
              <a:off x="10828978" y="6645729"/>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sp>
          <p:nvSpPr>
            <p:cNvPr id="78" name="TextBox 77">
              <a:extLst>
                <a:ext uri="{FF2B5EF4-FFF2-40B4-BE49-F238E27FC236}">
                  <a16:creationId xmlns:a16="http://schemas.microsoft.com/office/drawing/2014/main" id="{BFCABC9A-B0D4-C84D-B341-359EA25A99AD}"/>
                </a:ext>
              </a:extLst>
            </p:cNvPr>
            <p:cNvSpPr txBox="1"/>
            <p:nvPr/>
          </p:nvSpPr>
          <p:spPr>
            <a:xfrm>
              <a:off x="9209324" y="3788229"/>
              <a:ext cx="2808718" cy="646331"/>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Maximum length: 64K bytes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Typically: 1500 bytes or less</a:t>
              </a:r>
            </a:p>
          </p:txBody>
        </p:sp>
      </p:grpSp>
      <p:sp>
        <p:nvSpPr>
          <p:cNvPr id="79" name="Slide Number Placeholder 3">
            <a:extLst>
              <a:ext uri="{FF2B5EF4-FFF2-40B4-BE49-F238E27FC236}">
                <a16:creationId xmlns:a16="http://schemas.microsoft.com/office/drawing/2014/main" id="{4475E451-EA6C-E04C-BC05-BA34B2ECE74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14</a:t>
            </a:fld>
            <a:endParaRPr lang="en-US" dirty="0"/>
          </a:p>
        </p:txBody>
      </p:sp>
    </p:spTree>
    <p:extLst>
      <p:ext uri="{BB962C8B-B14F-4D97-AF65-F5344CB8AC3E}">
        <p14:creationId xmlns:p14="http://schemas.microsoft.com/office/powerpoint/2010/main" val="39961067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3"/>
                                        </p:tgtEl>
                                        <p:attrNameLst>
                                          <p:attrName>style.visibility</p:attrName>
                                        </p:attrNameLst>
                                      </p:cBhvr>
                                      <p:to>
                                        <p:strVal val="visible"/>
                                      </p:to>
                                    </p:set>
                                    <p:animEffect transition="in" filter="dissolve">
                                      <p:cBhvr>
                                        <p:cTn id="7" dur="500"/>
                                        <p:tgtEl>
                                          <p:spTgt spid="1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56"/>
                                        </p:tgtEl>
                                        <p:attrNameLst>
                                          <p:attrName>style.visibility</p:attrName>
                                        </p:attrNameLst>
                                      </p:cBhvr>
                                      <p:to>
                                        <p:strVal val="visible"/>
                                      </p:to>
                                    </p:set>
                                    <p:animEffect transition="in" filter="dissolve">
                                      <p:cBhvr>
                                        <p:cTn id="12" dur="500"/>
                                        <p:tgtEl>
                                          <p:spTgt spid="15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62"/>
                                        </p:tgtEl>
                                        <p:attrNameLst>
                                          <p:attrName>style.visibility</p:attrName>
                                        </p:attrNameLst>
                                      </p:cBhvr>
                                      <p:to>
                                        <p:strVal val="visible"/>
                                      </p:to>
                                    </p:set>
                                    <p:animEffect transition="in" filter="dissolve">
                                      <p:cBhvr>
                                        <p:cTn id="17" dur="500"/>
                                        <p:tgtEl>
                                          <p:spTgt spid="16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dissolve">
                                      <p:cBhvr>
                                        <p:cTn id="22" dur="500"/>
                                        <p:tgtEl>
                                          <p:spTgt spid="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4"/>
                                        </p:tgtEl>
                                      </p:cBhvr>
                                    </p:animEffect>
                                    <p:set>
                                      <p:cBhvr>
                                        <p:cTn id="27" dur="1" fill="hold">
                                          <p:stCondLst>
                                            <p:cond delay="499"/>
                                          </p:stCondLst>
                                        </p:cTn>
                                        <p:tgtEl>
                                          <p:spTgt spid="4"/>
                                        </p:tgtEl>
                                        <p:attrNameLst>
                                          <p:attrName>style.visibility</p:attrName>
                                        </p:attrNameLst>
                                      </p:cBhvr>
                                      <p:to>
                                        <p:strVal val="hidden"/>
                                      </p:to>
                                    </p:set>
                                  </p:childTnLst>
                                </p:cTn>
                              </p:par>
                              <p:par>
                                <p:cTn id="28" presetID="9" presetClass="entr" presetSubtype="0" fill="hold" nodeType="withEffect">
                                  <p:stCondLst>
                                    <p:cond delay="0"/>
                                  </p:stCondLst>
                                  <p:childTnLst>
                                    <p:set>
                                      <p:cBhvr>
                                        <p:cTn id="29" dur="1" fill="hold">
                                          <p:stCondLst>
                                            <p:cond delay="0"/>
                                          </p:stCondLst>
                                        </p:cTn>
                                        <p:tgtEl>
                                          <p:spTgt spid="165"/>
                                        </p:tgtEl>
                                        <p:attrNameLst>
                                          <p:attrName>style.visibility</p:attrName>
                                        </p:attrNameLst>
                                      </p:cBhvr>
                                      <p:to>
                                        <p:strVal val="visible"/>
                                      </p:to>
                                    </p:set>
                                    <p:animEffect transition="in" filter="dissolve">
                                      <p:cBhvr>
                                        <p:cTn id="30" dur="500"/>
                                        <p:tgtEl>
                                          <p:spTgt spid="165"/>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73"/>
                                        </p:tgtEl>
                                        <p:attrNameLst>
                                          <p:attrName>style.visibility</p:attrName>
                                        </p:attrNameLst>
                                      </p:cBhvr>
                                      <p:to>
                                        <p:strVal val="visible"/>
                                      </p:to>
                                    </p:set>
                                    <p:animEffect transition="in" filter="dissolve">
                                      <p:cBhvr>
                                        <p:cTn id="35" dur="500"/>
                                        <p:tgtEl>
                                          <p:spTgt spid="173"/>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59"/>
                                        </p:tgtEl>
                                        <p:attrNameLst>
                                          <p:attrName>style.visibility</p:attrName>
                                        </p:attrNameLst>
                                      </p:cBhvr>
                                      <p:to>
                                        <p:strVal val="visible"/>
                                      </p:to>
                                    </p:set>
                                    <p:animEffect transition="in" filter="dissolve">
                                      <p:cBhvr>
                                        <p:cTn id="40" dur="500"/>
                                        <p:tgtEl>
                                          <p:spTgt spid="159"/>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168"/>
                                        </p:tgtEl>
                                        <p:attrNameLst>
                                          <p:attrName>style.visibility</p:attrName>
                                        </p:attrNameLst>
                                      </p:cBhvr>
                                      <p:to>
                                        <p:strVal val="visible"/>
                                      </p:to>
                                    </p:set>
                                    <p:animEffect transition="in" filter="dissolve">
                                      <p:cBhvr>
                                        <p:cTn id="45" dur="500"/>
                                        <p:tgtEl>
                                          <p:spTgt spid="168"/>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72"/>
                                        </p:tgtEl>
                                        <p:attrNameLst>
                                          <p:attrName>style.visibility</p:attrName>
                                        </p:attrNameLst>
                                      </p:cBhvr>
                                      <p:to>
                                        <p:strVal val="visible"/>
                                      </p:to>
                                    </p:set>
                                    <p:animEffect transition="in" filter="dissolve">
                                      <p:cBhvr>
                                        <p:cTn id="50" dur="500"/>
                                        <p:tgtEl>
                                          <p:spTgt spid="72"/>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66"/>
                                        </p:tgtEl>
                                        <p:attrNameLst>
                                          <p:attrName>style.visibility</p:attrName>
                                        </p:attrNameLst>
                                      </p:cBhvr>
                                      <p:to>
                                        <p:strVal val="visible"/>
                                      </p:to>
                                    </p:set>
                                    <p:animEffect transition="in" filter="dissolve">
                                      <p:cBhvr>
                                        <p:cTn id="55" dur="500"/>
                                        <p:tgtEl>
                                          <p:spTgt spid="66"/>
                                        </p:tgtEl>
                                      </p:cBhvr>
                                    </p:animEffect>
                                  </p:childTnLst>
                                </p:cTn>
                              </p:par>
                              <p:par>
                                <p:cTn id="56" presetID="9" presetClass="entr" presetSubtype="0" fill="hold" nodeType="withEffect">
                                  <p:stCondLst>
                                    <p:cond delay="0"/>
                                  </p:stCondLst>
                                  <p:childTnLst>
                                    <p:set>
                                      <p:cBhvr>
                                        <p:cTn id="57" dur="1" fill="hold">
                                          <p:stCondLst>
                                            <p:cond delay="0"/>
                                          </p:stCondLst>
                                        </p:cTn>
                                        <p:tgtEl>
                                          <p:spTgt spid="69"/>
                                        </p:tgtEl>
                                        <p:attrNameLst>
                                          <p:attrName>style.visibility</p:attrName>
                                        </p:attrNameLst>
                                      </p:cBhvr>
                                      <p:to>
                                        <p:strVal val="visible"/>
                                      </p:to>
                                    </p:set>
                                    <p:animEffect transition="in" filter="dissolve">
                                      <p:cBhvr>
                                        <p:cTn id="58" dur="500"/>
                                        <p:tgtEl>
                                          <p:spTgt spid="69"/>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9"/>
                                        </p:tgtEl>
                                        <p:attrNameLst>
                                          <p:attrName>style.visibility</p:attrName>
                                        </p:attrNameLst>
                                      </p:cBhvr>
                                      <p:to>
                                        <p:strVal val="visible"/>
                                      </p:to>
                                    </p:set>
                                    <p:animEffect transition="in" filter="dissolve">
                                      <p:cBhvr>
                                        <p:cTn id="63" dur="500"/>
                                        <p:tgtEl>
                                          <p:spTgt spid="9"/>
                                        </p:tgtEl>
                                      </p:cBhvr>
                                    </p:animEffect>
                                  </p:childTnLst>
                                </p:cTn>
                              </p:par>
                            </p:childTnLst>
                          </p:cTn>
                        </p:par>
                      </p:childTnLst>
                    </p:cTn>
                  </p:par>
                  <p:par>
                    <p:cTn id="64" fill="hold">
                      <p:stCondLst>
                        <p:cond delay="indefinite"/>
                      </p:stCondLst>
                      <p:childTnLst>
                        <p:par>
                          <p:cTn id="65" fill="hold">
                            <p:stCondLst>
                              <p:cond delay="0"/>
                            </p:stCondLst>
                            <p:childTnLst>
                              <p:par>
                                <p:cTn id="66" presetID="9" presetClass="entr" presetSubtype="0" fill="hold" nodeType="clickEffect">
                                  <p:stCondLst>
                                    <p:cond delay="0"/>
                                  </p:stCondLst>
                                  <p:childTnLst>
                                    <p:set>
                                      <p:cBhvr>
                                        <p:cTn id="67" dur="1" fill="hold">
                                          <p:stCondLst>
                                            <p:cond delay="0"/>
                                          </p:stCondLst>
                                        </p:cTn>
                                        <p:tgtEl>
                                          <p:spTgt spid="6"/>
                                        </p:tgtEl>
                                        <p:attrNameLst>
                                          <p:attrName>style.visibility</p:attrName>
                                        </p:attrNameLst>
                                      </p:cBhvr>
                                      <p:to>
                                        <p:strVal val="visible"/>
                                      </p:to>
                                    </p:set>
                                    <p:animEffect transition="in" filter="dissolve">
                                      <p:cBhvr>
                                        <p:cTn id="68"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Freeform 80">
            <a:extLst>
              <a:ext uri="{FF2B5EF4-FFF2-40B4-BE49-F238E27FC236}">
                <a16:creationId xmlns:a16="http://schemas.microsoft.com/office/drawing/2014/main" id="{E4A69AE9-9C27-CE49-8761-21FC6391CC79}"/>
              </a:ext>
            </a:extLst>
          </p:cNvPr>
          <p:cNvSpPr>
            <a:spLocks/>
          </p:cNvSpPr>
          <p:nvPr/>
        </p:nvSpPr>
        <p:spPr bwMode="auto">
          <a:xfrm>
            <a:off x="6624872" y="2978590"/>
            <a:ext cx="3273778" cy="2294055"/>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Text Box 12">
            <a:extLst>
              <a:ext uri="{FF2B5EF4-FFF2-40B4-BE49-F238E27FC236}">
                <a16:creationId xmlns:a16="http://schemas.microsoft.com/office/drawing/2014/main" id="{160FAFD7-0598-5243-851C-EDC8ADECCF38}"/>
              </a:ext>
            </a:extLst>
          </p:cNvPr>
          <p:cNvSpPr txBox="1">
            <a:spLocks noChangeArrowheads="1"/>
          </p:cNvSpPr>
          <p:nvPr/>
        </p:nvSpPr>
        <p:spPr bwMode="auto">
          <a:xfrm>
            <a:off x="9236240" y="326469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55" name="Text Box 13">
            <a:extLst>
              <a:ext uri="{FF2B5EF4-FFF2-40B4-BE49-F238E27FC236}">
                <a16:creationId xmlns:a16="http://schemas.microsoft.com/office/drawing/2014/main" id="{0C2F1B46-63B4-2448-9F86-DCE0FFD3B780}"/>
              </a:ext>
            </a:extLst>
          </p:cNvPr>
          <p:cNvSpPr txBox="1">
            <a:spLocks noChangeArrowheads="1"/>
          </p:cNvSpPr>
          <p:nvPr/>
        </p:nvSpPr>
        <p:spPr bwMode="auto">
          <a:xfrm>
            <a:off x="9181489" y="3988217"/>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56" name="Text Box 14">
            <a:extLst>
              <a:ext uri="{FF2B5EF4-FFF2-40B4-BE49-F238E27FC236}">
                <a16:creationId xmlns:a16="http://schemas.microsoft.com/office/drawing/2014/main" id="{64025A8E-DCF1-D643-BEC4-D5D76E02D59E}"/>
              </a:ext>
            </a:extLst>
          </p:cNvPr>
          <p:cNvSpPr txBox="1">
            <a:spLocks noChangeArrowheads="1"/>
          </p:cNvSpPr>
          <p:nvPr/>
        </p:nvSpPr>
        <p:spPr bwMode="auto">
          <a:xfrm>
            <a:off x="9155136" y="474237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sp>
        <p:nvSpPr>
          <p:cNvPr id="57" name="Text Box 15">
            <a:extLst>
              <a:ext uri="{FF2B5EF4-FFF2-40B4-BE49-F238E27FC236}">
                <a16:creationId xmlns:a16="http://schemas.microsoft.com/office/drawing/2014/main" id="{DAA05697-C5E0-8546-AB80-63B7917239F5}"/>
              </a:ext>
            </a:extLst>
          </p:cNvPr>
          <p:cNvSpPr txBox="1">
            <a:spLocks noChangeArrowheads="1"/>
          </p:cNvSpPr>
          <p:nvPr/>
        </p:nvSpPr>
        <p:spPr bwMode="auto">
          <a:xfrm>
            <a:off x="6464854" y="3424079"/>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58" name="Line 16">
            <a:extLst>
              <a:ext uri="{FF2B5EF4-FFF2-40B4-BE49-F238E27FC236}">
                <a16:creationId xmlns:a16="http://schemas.microsoft.com/office/drawing/2014/main" id="{7A263ADA-FEA5-9749-93B9-2C606DDDAFFF}"/>
              </a:ext>
            </a:extLst>
          </p:cNvPr>
          <p:cNvSpPr>
            <a:spLocks noChangeShapeType="1"/>
          </p:cNvSpPr>
          <p:nvPr/>
        </p:nvSpPr>
        <p:spPr bwMode="auto">
          <a:xfrm>
            <a:off x="6820885" y="3727909"/>
            <a:ext cx="2090" cy="35887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2" name="Text Box 81">
            <a:extLst>
              <a:ext uri="{FF2B5EF4-FFF2-40B4-BE49-F238E27FC236}">
                <a16:creationId xmlns:a16="http://schemas.microsoft.com/office/drawing/2014/main" id="{CC371830-F400-E64E-BBD6-B5CDA5AE6E70}"/>
              </a:ext>
            </a:extLst>
          </p:cNvPr>
          <p:cNvSpPr txBox="1">
            <a:spLocks noChangeArrowheads="1"/>
          </p:cNvSpPr>
          <p:nvPr/>
        </p:nvSpPr>
        <p:spPr bwMode="auto">
          <a:xfrm>
            <a:off x="6679771" y="2473869"/>
            <a:ext cx="2802851" cy="5694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local network (e.g., home network) 10.0.0/24</a:t>
            </a:r>
          </a:p>
        </p:txBody>
      </p:sp>
      <p:sp>
        <p:nvSpPr>
          <p:cNvPr id="63" name="Line 82">
            <a:extLst>
              <a:ext uri="{FF2B5EF4-FFF2-40B4-BE49-F238E27FC236}">
                <a16:creationId xmlns:a16="http://schemas.microsoft.com/office/drawing/2014/main" id="{088E5B6E-277B-E04A-9B50-44C102E23E15}"/>
              </a:ext>
            </a:extLst>
          </p:cNvPr>
          <p:cNvSpPr>
            <a:spLocks noChangeShapeType="1"/>
          </p:cNvSpPr>
          <p:nvPr/>
        </p:nvSpPr>
        <p:spPr bwMode="auto">
          <a:xfrm>
            <a:off x="9417628" y="2709128"/>
            <a:ext cx="112466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Line 83">
            <a:extLst>
              <a:ext uri="{FF2B5EF4-FFF2-40B4-BE49-F238E27FC236}">
                <a16:creationId xmlns:a16="http://schemas.microsoft.com/office/drawing/2014/main" id="{709B9FA0-ACAA-A845-AE33-47EEFB4EB1F7}"/>
              </a:ext>
            </a:extLst>
          </p:cNvPr>
          <p:cNvSpPr>
            <a:spLocks noChangeShapeType="1"/>
          </p:cNvSpPr>
          <p:nvPr/>
        </p:nvSpPr>
        <p:spPr bwMode="auto">
          <a:xfrm>
            <a:off x="6205244" y="2589251"/>
            <a:ext cx="0" cy="112825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 name="Line 84">
            <a:extLst>
              <a:ext uri="{FF2B5EF4-FFF2-40B4-BE49-F238E27FC236}">
                <a16:creationId xmlns:a16="http://schemas.microsoft.com/office/drawing/2014/main" id="{FF34E808-0600-054A-9F51-077FECC17882}"/>
              </a:ext>
            </a:extLst>
          </p:cNvPr>
          <p:cNvSpPr>
            <a:spLocks noChangeShapeType="1"/>
          </p:cNvSpPr>
          <p:nvPr/>
        </p:nvSpPr>
        <p:spPr bwMode="auto">
          <a:xfrm flipH="1" flipV="1">
            <a:off x="6344943" y="2721791"/>
            <a:ext cx="427910" cy="447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2" name="Group 107">
            <a:extLst>
              <a:ext uri="{FF2B5EF4-FFF2-40B4-BE49-F238E27FC236}">
                <a16:creationId xmlns:a16="http://schemas.microsoft.com/office/drawing/2014/main" id="{148E112E-E90E-834A-811C-CD872028B70D}"/>
              </a:ext>
            </a:extLst>
          </p:cNvPr>
          <p:cNvGrpSpPr>
            <a:grpSpLocks/>
          </p:cNvGrpSpPr>
          <p:nvPr/>
        </p:nvGrpSpPr>
        <p:grpSpPr bwMode="auto">
          <a:xfrm flipH="1">
            <a:off x="9988255" y="3097875"/>
            <a:ext cx="641350" cy="583178"/>
            <a:chOff x="-44" y="1473"/>
            <a:chExt cx="981" cy="1105"/>
          </a:xfrm>
        </p:grpSpPr>
        <p:pic>
          <p:nvPicPr>
            <p:cNvPr id="83" name="Picture 108" descr="desktop_computer_stylized_medium">
              <a:extLst>
                <a:ext uri="{FF2B5EF4-FFF2-40B4-BE49-F238E27FC236}">
                  <a16:creationId xmlns:a16="http://schemas.microsoft.com/office/drawing/2014/main" id="{B9390BE0-7119-AB41-B6E6-B8B9B6EAFE1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Freeform 109">
              <a:extLst>
                <a:ext uri="{FF2B5EF4-FFF2-40B4-BE49-F238E27FC236}">
                  <a16:creationId xmlns:a16="http://schemas.microsoft.com/office/drawing/2014/main" id="{293E3B7E-E5D1-5346-ACF1-D67B1F6CA31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5" name="Group 110">
            <a:extLst>
              <a:ext uri="{FF2B5EF4-FFF2-40B4-BE49-F238E27FC236}">
                <a16:creationId xmlns:a16="http://schemas.microsoft.com/office/drawing/2014/main" id="{2DD7477F-5AAB-0746-AAA0-47FB5D4798FA}"/>
              </a:ext>
            </a:extLst>
          </p:cNvPr>
          <p:cNvGrpSpPr>
            <a:grpSpLocks/>
          </p:cNvGrpSpPr>
          <p:nvPr/>
        </p:nvGrpSpPr>
        <p:grpSpPr bwMode="auto">
          <a:xfrm flipH="1">
            <a:off x="9915055" y="3818933"/>
            <a:ext cx="641350" cy="583178"/>
            <a:chOff x="-44" y="1473"/>
            <a:chExt cx="981" cy="1105"/>
          </a:xfrm>
        </p:grpSpPr>
        <p:pic>
          <p:nvPicPr>
            <p:cNvPr id="86" name="Picture 111" descr="desktop_computer_stylized_medium">
              <a:extLst>
                <a:ext uri="{FF2B5EF4-FFF2-40B4-BE49-F238E27FC236}">
                  <a16:creationId xmlns:a16="http://schemas.microsoft.com/office/drawing/2014/main" id="{01B20CC0-1736-964F-BCF0-1E8797D8E07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 name="Freeform 112">
              <a:extLst>
                <a:ext uri="{FF2B5EF4-FFF2-40B4-BE49-F238E27FC236}">
                  <a16:creationId xmlns:a16="http://schemas.microsoft.com/office/drawing/2014/main" id="{336B69AD-10ED-4543-8BB7-FE48585F59C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8" name="Group 113">
            <a:extLst>
              <a:ext uri="{FF2B5EF4-FFF2-40B4-BE49-F238E27FC236}">
                <a16:creationId xmlns:a16="http://schemas.microsoft.com/office/drawing/2014/main" id="{7FA0B98C-5F93-3E44-B2CB-BA99E8BB49FF}"/>
              </a:ext>
            </a:extLst>
          </p:cNvPr>
          <p:cNvGrpSpPr>
            <a:grpSpLocks/>
          </p:cNvGrpSpPr>
          <p:nvPr/>
        </p:nvGrpSpPr>
        <p:grpSpPr bwMode="auto">
          <a:xfrm flipH="1">
            <a:off x="9934281" y="4558766"/>
            <a:ext cx="641350" cy="583178"/>
            <a:chOff x="-44" y="1473"/>
            <a:chExt cx="981" cy="1105"/>
          </a:xfrm>
        </p:grpSpPr>
        <p:pic>
          <p:nvPicPr>
            <p:cNvPr id="89" name="Picture 114" descr="desktop_computer_stylized_medium">
              <a:extLst>
                <a:ext uri="{FF2B5EF4-FFF2-40B4-BE49-F238E27FC236}">
                  <a16:creationId xmlns:a16="http://schemas.microsoft.com/office/drawing/2014/main" id="{09369A99-2EFC-9B40-AF93-FDC15625368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 name="Freeform 115">
              <a:extLst>
                <a:ext uri="{FF2B5EF4-FFF2-40B4-BE49-F238E27FC236}">
                  <a16:creationId xmlns:a16="http://schemas.microsoft.com/office/drawing/2014/main" id="{464C0B53-AAB8-564F-8088-920F60DC7AB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1A06E053-CAB3-9D4A-8BE9-102F522689C4}"/>
              </a:ext>
            </a:extLst>
          </p:cNvPr>
          <p:cNvGrpSpPr/>
          <p:nvPr/>
        </p:nvGrpSpPr>
        <p:grpSpPr>
          <a:xfrm>
            <a:off x="2171406" y="2486532"/>
            <a:ext cx="3963988" cy="2445373"/>
            <a:chOff x="2171406" y="2486532"/>
            <a:chExt cx="3963988" cy="2445373"/>
          </a:xfrm>
        </p:grpSpPr>
        <p:sp>
          <p:nvSpPr>
            <p:cNvPr id="49" name="Freeform 4">
              <a:extLst>
                <a:ext uri="{FF2B5EF4-FFF2-40B4-BE49-F238E27FC236}">
                  <a16:creationId xmlns:a16="http://schemas.microsoft.com/office/drawing/2014/main" id="{DCC2D4F1-C60F-1E4E-BA36-DFAF4B8F7B69}"/>
                </a:ext>
              </a:extLst>
            </p:cNvPr>
            <p:cNvSpPr>
              <a:spLocks/>
            </p:cNvSpPr>
            <p:nvPr/>
          </p:nvSpPr>
          <p:spPr bwMode="auto">
            <a:xfrm>
              <a:off x="2171406" y="3444138"/>
              <a:ext cx="3640666" cy="1487767"/>
            </a:xfrm>
            <a:custGeom>
              <a:avLst/>
              <a:gdLst>
                <a:gd name="T0" fmla="*/ 2147483647 w 2425"/>
                <a:gd name="T1" fmla="*/ 2147483647 h 898"/>
                <a:gd name="T2" fmla="*/ 2147483647 w 2425"/>
                <a:gd name="T3" fmla="*/ 2147483647 h 898"/>
                <a:gd name="T4" fmla="*/ 2147483647 w 2425"/>
                <a:gd name="T5" fmla="*/ 2147483647 h 898"/>
                <a:gd name="T6" fmla="*/ 2147483647 w 2425"/>
                <a:gd name="T7" fmla="*/ 2147483647 h 898"/>
                <a:gd name="T8" fmla="*/ 2147483647 w 2425"/>
                <a:gd name="T9" fmla="*/ 2147483647 h 898"/>
                <a:gd name="T10" fmla="*/ 2147483647 w 2425"/>
                <a:gd name="T11" fmla="*/ 2147483647 h 898"/>
                <a:gd name="T12" fmla="*/ 2147483647 w 2425"/>
                <a:gd name="T13" fmla="*/ 2147483647 h 898"/>
                <a:gd name="T14" fmla="*/ 2147483647 w 2425"/>
                <a:gd name="T15" fmla="*/ 2147483647 h 898"/>
                <a:gd name="T16" fmla="*/ 0 60000 65536"/>
                <a:gd name="T17" fmla="*/ 0 60000 65536"/>
                <a:gd name="T18" fmla="*/ 0 60000 65536"/>
                <a:gd name="T19" fmla="*/ 0 60000 65536"/>
                <a:gd name="T20" fmla="*/ 0 60000 65536"/>
                <a:gd name="T21" fmla="*/ 0 60000 65536"/>
                <a:gd name="T22" fmla="*/ 0 60000 65536"/>
                <a:gd name="T23" fmla="*/ 0 60000 65536"/>
                <a:gd name="T24" fmla="*/ 0 w 2425"/>
                <a:gd name="T25" fmla="*/ 0 h 898"/>
                <a:gd name="T26" fmla="*/ 2425 w 2425"/>
                <a:gd name="T27" fmla="*/ 898 h 89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25" h="898">
                  <a:moveTo>
                    <a:pt x="2056" y="289"/>
                  </a:moveTo>
                  <a:cubicBezTo>
                    <a:pt x="1826" y="223"/>
                    <a:pt x="1133" y="113"/>
                    <a:pt x="810" y="75"/>
                  </a:cubicBezTo>
                  <a:cubicBezTo>
                    <a:pt x="487" y="37"/>
                    <a:pt x="230" y="0"/>
                    <a:pt x="115" y="60"/>
                  </a:cubicBezTo>
                  <a:cubicBezTo>
                    <a:pt x="0" y="120"/>
                    <a:pt x="121" y="301"/>
                    <a:pt x="121" y="433"/>
                  </a:cubicBezTo>
                  <a:cubicBezTo>
                    <a:pt x="121" y="565"/>
                    <a:pt x="25" y="802"/>
                    <a:pt x="115" y="850"/>
                  </a:cubicBezTo>
                  <a:cubicBezTo>
                    <a:pt x="205" y="898"/>
                    <a:pt x="316" y="784"/>
                    <a:pt x="662" y="721"/>
                  </a:cubicBezTo>
                  <a:cubicBezTo>
                    <a:pt x="1008" y="658"/>
                    <a:pt x="1961" y="544"/>
                    <a:pt x="2193" y="472"/>
                  </a:cubicBezTo>
                  <a:cubicBezTo>
                    <a:pt x="2425" y="400"/>
                    <a:pt x="2292" y="327"/>
                    <a:pt x="2056" y="289"/>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Text Box 17">
              <a:extLst>
                <a:ext uri="{FF2B5EF4-FFF2-40B4-BE49-F238E27FC236}">
                  <a16:creationId xmlns:a16="http://schemas.microsoft.com/office/drawing/2014/main" id="{E30571BA-05AF-0B45-BA07-E31ED33E2027}"/>
                </a:ext>
              </a:extLst>
            </p:cNvPr>
            <p:cNvSpPr txBox="1">
              <a:spLocks noChangeArrowheads="1"/>
            </p:cNvSpPr>
            <p:nvPr/>
          </p:nvSpPr>
          <p:spPr bwMode="auto">
            <a:xfrm>
              <a:off x="4504384" y="3410471"/>
              <a:ext cx="1172116"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sp>
          <p:nvSpPr>
            <p:cNvPr id="60" name="Line 18">
              <a:extLst>
                <a:ext uri="{FF2B5EF4-FFF2-40B4-BE49-F238E27FC236}">
                  <a16:creationId xmlns:a16="http://schemas.microsoft.com/office/drawing/2014/main" id="{8992B4D5-4037-2B4E-93F8-5AB3897EDA38}"/>
                </a:ext>
              </a:extLst>
            </p:cNvPr>
            <p:cNvSpPr>
              <a:spLocks noChangeShapeType="1"/>
            </p:cNvSpPr>
            <p:nvPr/>
          </p:nvSpPr>
          <p:spPr bwMode="auto">
            <a:xfrm flipH="1" flipV="1">
              <a:off x="5504641" y="3720817"/>
              <a:ext cx="4440" cy="35670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 name="Line 86">
              <a:extLst>
                <a:ext uri="{FF2B5EF4-FFF2-40B4-BE49-F238E27FC236}">
                  <a16:creationId xmlns:a16="http://schemas.microsoft.com/office/drawing/2014/main" id="{EE50E18D-731D-DF47-B118-B4345E03D95C}"/>
                </a:ext>
              </a:extLst>
            </p:cNvPr>
            <p:cNvSpPr>
              <a:spLocks noChangeShapeType="1"/>
            </p:cNvSpPr>
            <p:nvPr/>
          </p:nvSpPr>
          <p:spPr bwMode="auto">
            <a:xfrm>
              <a:off x="4749506" y="2735046"/>
              <a:ext cx="1385888"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 name="Line 87">
              <a:extLst>
                <a:ext uri="{FF2B5EF4-FFF2-40B4-BE49-F238E27FC236}">
                  <a16:creationId xmlns:a16="http://schemas.microsoft.com/office/drawing/2014/main" id="{C0557AD9-6792-174F-BDA1-0FE8C031C6F2}"/>
                </a:ext>
              </a:extLst>
            </p:cNvPr>
            <p:cNvSpPr>
              <a:spLocks noChangeShapeType="1"/>
            </p:cNvSpPr>
            <p:nvPr/>
          </p:nvSpPr>
          <p:spPr bwMode="auto">
            <a:xfrm flipH="1" flipV="1">
              <a:off x="2938169" y="2721792"/>
              <a:ext cx="89852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 name="Text Box 88">
              <a:extLst>
                <a:ext uri="{FF2B5EF4-FFF2-40B4-BE49-F238E27FC236}">
                  <a16:creationId xmlns:a16="http://schemas.microsoft.com/office/drawing/2014/main" id="{871C9E7E-B867-EC4D-B2AF-320388F7299F}"/>
                </a:ext>
              </a:extLst>
            </p:cNvPr>
            <p:cNvSpPr txBox="1">
              <a:spLocks noChangeArrowheads="1"/>
            </p:cNvSpPr>
            <p:nvPr/>
          </p:nvSpPr>
          <p:spPr bwMode="auto">
            <a:xfrm>
              <a:off x="3829555" y="2486532"/>
              <a:ext cx="950901" cy="6167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rest of</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Internet</a:t>
              </a:r>
            </a:p>
          </p:txBody>
        </p:sp>
        <p:cxnSp>
          <p:nvCxnSpPr>
            <p:cNvPr id="100" name="Straight Connector 99">
              <a:extLst>
                <a:ext uri="{FF2B5EF4-FFF2-40B4-BE49-F238E27FC236}">
                  <a16:creationId xmlns:a16="http://schemas.microsoft.com/office/drawing/2014/main" id="{150858C1-088D-F54E-93D3-2431EDC19F7F}"/>
                </a:ext>
              </a:extLst>
            </p:cNvPr>
            <p:cNvCxnSpPr>
              <a:cxnSpLocks/>
            </p:cNvCxnSpPr>
            <p:nvPr/>
          </p:nvCxnSpPr>
          <p:spPr>
            <a:xfrm>
              <a:off x="2743200" y="4135538"/>
              <a:ext cx="294375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 name="Group 90">
            <a:extLst>
              <a:ext uri="{FF2B5EF4-FFF2-40B4-BE49-F238E27FC236}">
                <a16:creationId xmlns:a16="http://schemas.microsoft.com/office/drawing/2014/main" id="{45BDAD16-73BC-D94F-A2DF-E2B2A45A02F7}"/>
              </a:ext>
            </a:extLst>
          </p:cNvPr>
          <p:cNvGrpSpPr/>
          <p:nvPr/>
        </p:nvGrpSpPr>
        <p:grpSpPr>
          <a:xfrm>
            <a:off x="5685800" y="3913064"/>
            <a:ext cx="1040553" cy="449888"/>
            <a:chOff x="7493876" y="2774731"/>
            <a:chExt cx="1481958" cy="894622"/>
          </a:xfrm>
        </p:grpSpPr>
        <p:sp>
          <p:nvSpPr>
            <p:cNvPr id="93" name="Freeform 92">
              <a:extLst>
                <a:ext uri="{FF2B5EF4-FFF2-40B4-BE49-F238E27FC236}">
                  <a16:creationId xmlns:a16="http://schemas.microsoft.com/office/drawing/2014/main" id="{57554E4B-6AC8-0F4D-9587-02056E04AB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4" name="Oval 93">
              <a:extLst>
                <a:ext uri="{FF2B5EF4-FFF2-40B4-BE49-F238E27FC236}">
                  <a16:creationId xmlns:a16="http://schemas.microsoft.com/office/drawing/2014/main" id="{C36E53E2-F166-0242-9060-47F57E4B32B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5" name="Group 94">
              <a:extLst>
                <a:ext uri="{FF2B5EF4-FFF2-40B4-BE49-F238E27FC236}">
                  <a16:creationId xmlns:a16="http://schemas.microsoft.com/office/drawing/2014/main" id="{C2B76B53-8A9E-9746-BCEA-A8C7D842688D}"/>
                </a:ext>
              </a:extLst>
            </p:cNvPr>
            <p:cNvGrpSpPr/>
            <p:nvPr/>
          </p:nvGrpSpPr>
          <p:grpSpPr>
            <a:xfrm>
              <a:off x="7713663" y="2848339"/>
              <a:ext cx="1042107" cy="425543"/>
              <a:chOff x="7786941" y="2884917"/>
              <a:chExt cx="897649" cy="353919"/>
            </a:xfrm>
          </p:grpSpPr>
          <p:sp>
            <p:nvSpPr>
              <p:cNvPr id="96" name="Freeform 95">
                <a:extLst>
                  <a:ext uri="{FF2B5EF4-FFF2-40B4-BE49-F238E27FC236}">
                    <a16:creationId xmlns:a16="http://schemas.microsoft.com/office/drawing/2014/main" id="{B06470D2-5187-0248-942C-0180B21B5B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Freeform 96">
                <a:extLst>
                  <a:ext uri="{FF2B5EF4-FFF2-40B4-BE49-F238E27FC236}">
                    <a16:creationId xmlns:a16="http://schemas.microsoft.com/office/drawing/2014/main" id="{7ACE4034-22E7-4042-8641-12B84FBD37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Freeform 97">
                <a:extLst>
                  <a:ext uri="{FF2B5EF4-FFF2-40B4-BE49-F238E27FC236}">
                    <a16:creationId xmlns:a16="http://schemas.microsoft.com/office/drawing/2014/main" id="{D499314E-78D6-EA42-9F51-F19C0BD7CD3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66172900-9068-FA4E-88B9-FDFBC7A671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02" name="Straight Connector 101">
            <a:extLst>
              <a:ext uri="{FF2B5EF4-FFF2-40B4-BE49-F238E27FC236}">
                <a16:creationId xmlns:a16="http://schemas.microsoft.com/office/drawing/2014/main" id="{A22AE88A-A305-524E-B84B-0B76D7B61A34}"/>
              </a:ext>
            </a:extLst>
          </p:cNvPr>
          <p:cNvCxnSpPr>
            <a:cxnSpLocks/>
          </p:cNvCxnSpPr>
          <p:nvPr/>
        </p:nvCxnSpPr>
        <p:spPr>
          <a:xfrm>
            <a:off x="9757680" y="3564123"/>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E0700875-0DC6-5E45-AA18-90F4BFEE78F0}"/>
              </a:ext>
            </a:extLst>
          </p:cNvPr>
          <p:cNvCxnSpPr>
            <a:cxnSpLocks/>
          </p:cNvCxnSpPr>
          <p:nvPr/>
        </p:nvCxnSpPr>
        <p:spPr>
          <a:xfrm>
            <a:off x="9685290" y="4279842"/>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DAF57DEB-1FD3-0148-A063-19891BA88EFC}"/>
              </a:ext>
            </a:extLst>
          </p:cNvPr>
          <p:cNvCxnSpPr>
            <a:cxnSpLocks/>
          </p:cNvCxnSpPr>
          <p:nvPr/>
        </p:nvCxnSpPr>
        <p:spPr>
          <a:xfrm>
            <a:off x="9704340" y="5027371"/>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grpSp>
        <p:nvGrpSpPr>
          <p:cNvPr id="106" name="Group 105">
            <a:extLst>
              <a:ext uri="{FF2B5EF4-FFF2-40B4-BE49-F238E27FC236}">
                <a16:creationId xmlns:a16="http://schemas.microsoft.com/office/drawing/2014/main" id="{7CDF8C58-9021-0F45-A760-A2349ED7BDDE}"/>
              </a:ext>
            </a:extLst>
          </p:cNvPr>
          <p:cNvGrpSpPr/>
          <p:nvPr/>
        </p:nvGrpSpPr>
        <p:grpSpPr>
          <a:xfrm>
            <a:off x="6231591" y="4144216"/>
            <a:ext cx="5475817" cy="2433887"/>
            <a:chOff x="6191250" y="3243263"/>
            <a:chExt cx="5475817" cy="2433887"/>
          </a:xfrm>
        </p:grpSpPr>
        <p:sp>
          <p:nvSpPr>
            <p:cNvPr id="69" name="Text Box 90">
              <a:extLst>
                <a:ext uri="{FF2B5EF4-FFF2-40B4-BE49-F238E27FC236}">
                  <a16:creationId xmlns:a16="http://schemas.microsoft.com/office/drawing/2014/main" id="{C3D3888E-0889-EC4A-A8F0-844A733687B1}"/>
                </a:ext>
              </a:extLst>
            </p:cNvPr>
            <p:cNvSpPr txBox="1">
              <a:spLocks noChangeArrowheads="1"/>
            </p:cNvSpPr>
            <p:nvPr/>
          </p:nvSpPr>
          <p:spPr bwMode="auto">
            <a:xfrm>
              <a:off x="6191250" y="4640263"/>
              <a:ext cx="5475817"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with source or destination in this network have 10.0.0/24 address for  source, destination (as usual)</a:t>
              </a:r>
            </a:p>
          </p:txBody>
        </p:sp>
        <p:sp>
          <p:nvSpPr>
            <p:cNvPr id="71" name="Line 96">
              <a:extLst>
                <a:ext uri="{FF2B5EF4-FFF2-40B4-BE49-F238E27FC236}">
                  <a16:creationId xmlns:a16="http://schemas.microsoft.com/office/drawing/2014/main" id="{EF9E06A3-F0A2-D04B-881A-B1FA9D6105CC}"/>
                </a:ext>
              </a:extLst>
            </p:cNvPr>
            <p:cNvSpPr>
              <a:spLocks noChangeShapeType="1"/>
            </p:cNvSpPr>
            <p:nvPr/>
          </p:nvSpPr>
          <p:spPr bwMode="auto">
            <a:xfrm flipV="1">
              <a:off x="6731530" y="3243263"/>
              <a:ext cx="668337" cy="142716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7" name="Group 106">
            <a:extLst>
              <a:ext uri="{FF2B5EF4-FFF2-40B4-BE49-F238E27FC236}">
                <a16:creationId xmlns:a16="http://schemas.microsoft.com/office/drawing/2014/main" id="{AD291785-CEE8-4E4A-AA83-F757C708CBFB}"/>
              </a:ext>
            </a:extLst>
          </p:cNvPr>
          <p:cNvGrpSpPr/>
          <p:nvPr/>
        </p:nvGrpSpPr>
        <p:grpSpPr>
          <a:xfrm>
            <a:off x="380010" y="4107703"/>
            <a:ext cx="5528261" cy="2475162"/>
            <a:chOff x="339669" y="3206750"/>
            <a:chExt cx="5528261" cy="2475162"/>
          </a:xfrm>
        </p:grpSpPr>
        <p:sp>
          <p:nvSpPr>
            <p:cNvPr id="70" name="Text Box 92">
              <a:extLst>
                <a:ext uri="{FF2B5EF4-FFF2-40B4-BE49-F238E27FC236}">
                  <a16:creationId xmlns:a16="http://schemas.microsoft.com/office/drawing/2014/main" id="{CBD8DA55-6AFE-D449-BB96-966C7F5EBC12}"/>
                </a:ext>
              </a:extLst>
            </p:cNvPr>
            <p:cNvSpPr txBox="1">
              <a:spLocks noChangeArrowheads="1"/>
            </p:cNvSpPr>
            <p:nvPr/>
          </p:nvSpPr>
          <p:spPr bwMode="auto">
            <a:xfrm>
              <a:off x="339669" y="4645025"/>
              <a:ext cx="5528261"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all</a:t>
              </a: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leaving</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local network have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same</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source NAT IP address: 138.76.29.7,  but </a:t>
              </a:r>
              <a:r>
                <a:rPr kumimoji="0" lang="en-US" altLang="en-US" sz="24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different</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source port numbers</a:t>
              </a:r>
            </a:p>
          </p:txBody>
        </p:sp>
        <p:sp>
          <p:nvSpPr>
            <p:cNvPr id="72" name="Line 97">
              <a:extLst>
                <a:ext uri="{FF2B5EF4-FFF2-40B4-BE49-F238E27FC236}">
                  <a16:creationId xmlns:a16="http://schemas.microsoft.com/office/drawing/2014/main" id="{889B3E74-1C09-0F4E-8E4B-3B9C0D2650DF}"/>
                </a:ext>
              </a:extLst>
            </p:cNvPr>
            <p:cNvSpPr>
              <a:spLocks noChangeShapeType="1"/>
            </p:cNvSpPr>
            <p:nvPr/>
          </p:nvSpPr>
          <p:spPr bwMode="auto">
            <a:xfrm flipV="1">
              <a:off x="4620155" y="3206750"/>
              <a:ext cx="668337" cy="142716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 name="Rectangle 3">
            <a:extLst>
              <a:ext uri="{FF2B5EF4-FFF2-40B4-BE49-F238E27FC236}">
                <a16:creationId xmlns:a16="http://schemas.microsoft.com/office/drawing/2014/main" id="{D7D39038-77D9-D24B-96C2-D00AB29DC0A3}"/>
              </a:ext>
            </a:extLst>
          </p:cNvPr>
          <p:cNvSpPr/>
          <p:nvPr/>
        </p:nvSpPr>
        <p:spPr>
          <a:xfrm>
            <a:off x="438310" y="1328747"/>
            <a:ext cx="11125200" cy="1034129"/>
          </a:xfrm>
          <a:prstGeom prst="rect">
            <a:avLst/>
          </a:prstGeom>
        </p:spPr>
        <p:txBody>
          <a:bodyPr wrap="square">
            <a:spAutoFit/>
          </a:bodyPr>
          <a:lstStyle/>
          <a:p>
            <a:pPr marL="239713" marR="0" lvl="0" indent="0" algn="l" defTabSz="914400" rtl="0" eaLnBrk="1" fontAlgn="auto" latinLnBrk="0" hangingPunct="1">
              <a:lnSpc>
                <a:spcPct val="90000"/>
              </a:lnSpc>
              <a:spcBef>
                <a:spcPts val="1000"/>
              </a:spcBef>
              <a:spcAft>
                <a:spcPts val="0"/>
              </a:spcAft>
              <a:buClr>
                <a:srgbClr val="0000A3"/>
              </a:buClr>
              <a:buSzTx/>
              <a:buFontTx/>
              <a:buNone/>
              <a:tabLst/>
              <a:defRPr/>
            </a:pPr>
            <a:r>
              <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NAT:</a:t>
            </a:r>
            <a:r>
              <a:rPr kumimoji="0" lang="en-US" altLang="en-US" sz="3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all devices in local network share just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one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IPv4 address as far as outside world is concerned</a:t>
            </a:r>
          </a:p>
        </p:txBody>
      </p:sp>
      <p:cxnSp>
        <p:nvCxnSpPr>
          <p:cNvPr id="52" name="Straight Connector 51">
            <a:extLst>
              <a:ext uri="{FF2B5EF4-FFF2-40B4-BE49-F238E27FC236}">
                <a16:creationId xmlns:a16="http://schemas.microsoft.com/office/drawing/2014/main" id="{430B61CD-48A3-4A40-98F0-DA3F309E2D8D}"/>
              </a:ext>
            </a:extLst>
          </p:cNvPr>
          <p:cNvCxnSpPr>
            <a:cxnSpLocks/>
          </p:cNvCxnSpPr>
          <p:nvPr/>
        </p:nvCxnSpPr>
        <p:spPr>
          <a:xfrm>
            <a:off x="6743699" y="4124653"/>
            <a:ext cx="5488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Slide Number Placeholder 3">
            <a:extLst>
              <a:ext uri="{FF2B5EF4-FFF2-40B4-BE49-F238E27FC236}">
                <a16:creationId xmlns:a16="http://schemas.microsoft.com/office/drawing/2014/main" id="{ECE95E76-8D3F-5D49-BBDA-40760E7D55E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15</a:t>
            </a:fld>
            <a:endParaRPr lang="en-US" dirty="0"/>
          </a:p>
        </p:txBody>
      </p:sp>
    </p:spTree>
    <p:extLst>
      <p:ext uri="{BB962C8B-B14F-4D97-AF65-F5344CB8AC3E}">
        <p14:creationId xmlns:p14="http://schemas.microsoft.com/office/powerpoint/2010/main" val="7432611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6"/>
                                        </p:tgtEl>
                                        <p:attrNameLst>
                                          <p:attrName>style.visibility</p:attrName>
                                        </p:attrNameLst>
                                      </p:cBhvr>
                                      <p:to>
                                        <p:strVal val="visible"/>
                                      </p:to>
                                    </p:set>
                                    <p:animEffect transition="in" filter="dissolve">
                                      <p:cBhvr>
                                        <p:cTn id="7" dur="500"/>
                                        <p:tgtEl>
                                          <p:spTgt spid="10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7"/>
                                        </p:tgtEl>
                                        <p:attrNameLst>
                                          <p:attrName>style.visibility</p:attrName>
                                        </p:attrNameLst>
                                      </p:cBhvr>
                                      <p:to>
                                        <p:strVal val="visible"/>
                                      </p:to>
                                    </p:set>
                                    <p:animEffect transition="in" filter="dissolve">
                                      <p:cBhvr>
                                        <p:cTn id="12" dur="500"/>
                                        <p:tgtEl>
                                          <p:spTgt spid="107"/>
                                        </p:tgtEl>
                                      </p:cBhvr>
                                    </p:animEffect>
                                  </p:childTnLst>
                                </p:cTn>
                              </p:par>
                              <p:par>
                                <p:cTn id="13" presetID="9"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dissolv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475014" y="1411941"/>
            <a:ext cx="10603804" cy="528469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all devices in local network have 32-bit addresses in a “private” IP address space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10/8, 172.16/12, 192.168/16 prefixes) that can only be used in local network</a:t>
            </a:r>
          </a:p>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advantages:</a:t>
            </a:r>
          </a:p>
          <a:p>
            <a:pPr marL="1143000" marR="0" lvl="2" indent="-290513" algn="l" defTabSz="914400" rtl="0" eaLnBrk="1" fontAlgn="auto" latinLnBrk="0" hangingPunct="1">
              <a:lnSpc>
                <a:spcPct val="90000"/>
              </a:lnSpc>
              <a:spcBef>
                <a:spcPts val="5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just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one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IP address needed from provider ISP for </a:t>
            </a: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all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devices</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change addresses of host in local network without notifying outside world</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change ISP without changing addresses of devices in local network</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security: devices inside local net not directly addressable, visible by outside world</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FF7E4BF2-C93E-374A-8155-EA75613E8F4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16</a:t>
            </a:fld>
            <a:endParaRPr lang="en-US" dirty="0"/>
          </a:p>
        </p:txBody>
      </p:sp>
    </p:spTree>
    <p:extLst>
      <p:ext uri="{BB962C8B-B14F-4D97-AF65-F5344CB8AC3E}">
        <p14:creationId xmlns:p14="http://schemas.microsoft.com/office/powerpoint/2010/main" val="4752753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81">
                                            <p:txEl>
                                              <p:pRg st="3" end="3"/>
                                            </p:txEl>
                                          </p:spTgt>
                                        </p:tgtEl>
                                        <p:attrNameLst>
                                          <p:attrName>style.visibility</p:attrName>
                                        </p:attrNameLst>
                                      </p:cBhvr>
                                      <p:to>
                                        <p:strVal val="visible"/>
                                      </p:to>
                                    </p:set>
                                    <p:animEffect transition="in" filter="dissolve">
                                      <p:cBhvr>
                                        <p:cTn id="18" dur="500"/>
                                        <p:tgtEl>
                                          <p:spTgt spid="81">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81">
                                            <p:txEl>
                                              <p:pRg st="4" end="4"/>
                                            </p:txEl>
                                          </p:spTgt>
                                        </p:tgtEl>
                                        <p:attrNameLst>
                                          <p:attrName>style.visibility</p:attrName>
                                        </p:attrNameLst>
                                      </p:cBhvr>
                                      <p:to>
                                        <p:strVal val="visible"/>
                                      </p:to>
                                    </p:set>
                                    <p:animEffect transition="in" filter="dissolve">
                                      <p:cBhvr>
                                        <p:cTn id="21" dur="500"/>
                                        <p:tgtEl>
                                          <p:spTgt spid="81">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implementation: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NAT router must (transparently):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outgoing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(source IP address, port #) of every outgoing datagram to (NAT IP address, new port #)</a:t>
            </a:r>
          </a:p>
          <a:p>
            <a:pPr marL="1150938" marR="0" lvl="3" indent="-287338" algn="l" defTabSz="914400" rtl="0" eaLnBrk="1" fontAlgn="auto" latinLnBrk="0" hangingPunct="1">
              <a:lnSpc>
                <a:spcPct val="100000"/>
              </a:lnSpc>
              <a:spcBef>
                <a:spcPts val="11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remote clients/servers will respond using (NAT IP address, new port #) as destination address</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remember (in NAT translation table)</a:t>
            </a:r>
            <a:r>
              <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every (source IP address, port #)  to (NAT IP address, new port #) translation pair</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incoming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(NAT IP address, new port #) in destination fields of every incoming datagram with corresponding (source IP address, port #) stored in NAT table</a:t>
            </a:r>
            <a:endPar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7312DB5A-90B0-B243-B2F8-16B9A390DE3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17</a:t>
            </a:fld>
            <a:endParaRPr lang="en-US" dirty="0"/>
          </a:p>
        </p:txBody>
      </p:sp>
    </p:spTree>
    <p:extLst>
      <p:ext uri="{BB962C8B-B14F-4D97-AF65-F5344CB8AC3E}">
        <p14:creationId xmlns:p14="http://schemas.microsoft.com/office/powerpoint/2010/main" val="11077494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1" end="1"/>
                                            </p:txEl>
                                          </p:spTgt>
                                        </p:tgtEl>
                                        <p:attrNameLst>
                                          <p:attrName>style.visibility</p:attrName>
                                        </p:attrNameLst>
                                      </p:cBhvr>
                                      <p:to>
                                        <p:strVal val="visible"/>
                                      </p:to>
                                    </p:set>
                                    <p:animEffect transition="in" filter="dissolve">
                                      <p:cBhvr>
                                        <p:cTn id="7" dur="500"/>
                                        <p:tgtEl>
                                          <p:spTgt spid="81">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1">
                                            <p:txEl>
                                              <p:pRg st="2" end="2"/>
                                            </p:txEl>
                                          </p:spTgt>
                                        </p:tgtEl>
                                        <p:attrNameLst>
                                          <p:attrName>style.visibility</p:attrName>
                                        </p:attrNameLst>
                                      </p:cBhvr>
                                      <p:to>
                                        <p:strVal val="visible"/>
                                      </p:to>
                                    </p:set>
                                    <p:animEffect transition="in" filter="dissolve">
                                      <p:cBhvr>
                                        <p:cTn id="10" dur="500"/>
                                        <p:tgtEl>
                                          <p:spTgt spid="81">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1">
                                            <p:txEl>
                                              <p:pRg st="3" end="3"/>
                                            </p:txEl>
                                          </p:spTgt>
                                        </p:tgtEl>
                                        <p:attrNameLst>
                                          <p:attrName>style.visibility</p:attrName>
                                        </p:attrNameLst>
                                      </p:cBhvr>
                                      <p:to>
                                        <p:strVal val="visible"/>
                                      </p:to>
                                    </p:set>
                                    <p:animEffect transition="in" filter="dissolve">
                                      <p:cBhvr>
                                        <p:cTn id="15" dur="500"/>
                                        <p:tgtEl>
                                          <p:spTgt spid="81">
                                            <p:txEl>
                                              <p:pRg st="3" end="3"/>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1">
                                            <p:txEl>
                                              <p:pRg st="4" end="4"/>
                                            </p:txEl>
                                          </p:spTgt>
                                        </p:tgtEl>
                                        <p:attrNameLst>
                                          <p:attrName>style.visibility</p:attrName>
                                        </p:attrNameLst>
                                      </p:cBhvr>
                                      <p:to>
                                        <p:strVal val="visible"/>
                                      </p:to>
                                    </p:set>
                                    <p:animEffect transition="in" filter="dissolve">
                                      <p:cBhvr>
                                        <p:cTn id="20" dur="500"/>
                                        <p:tgtEl>
                                          <p:spTgt spid="81">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117" name="Freeform 139">
            <a:extLst>
              <a:ext uri="{FF2B5EF4-FFF2-40B4-BE49-F238E27FC236}">
                <a16:creationId xmlns:a16="http://schemas.microsoft.com/office/drawing/2014/main" id="{25239C36-70B4-154F-8B1E-2AF050DF8BD5}"/>
              </a:ext>
            </a:extLst>
          </p:cNvPr>
          <p:cNvSpPr>
            <a:spLocks/>
          </p:cNvSpPr>
          <p:nvPr/>
        </p:nvSpPr>
        <p:spPr bwMode="auto">
          <a:xfrm>
            <a:off x="2061197" y="3850033"/>
            <a:ext cx="4089400" cy="1355725"/>
          </a:xfrm>
          <a:custGeom>
            <a:avLst/>
            <a:gdLst>
              <a:gd name="T0" fmla="*/ 2147483647 w 2269"/>
              <a:gd name="T1" fmla="*/ 2147483647 h 854"/>
              <a:gd name="T2" fmla="*/ 2147483647 w 2269"/>
              <a:gd name="T3" fmla="*/ 2147483647 h 854"/>
              <a:gd name="T4" fmla="*/ 2147483647 w 2269"/>
              <a:gd name="T5" fmla="*/ 2147483647 h 854"/>
              <a:gd name="T6" fmla="*/ 2147483647 w 2269"/>
              <a:gd name="T7" fmla="*/ 2147483647 h 854"/>
              <a:gd name="T8" fmla="*/ 2147483647 w 2269"/>
              <a:gd name="T9" fmla="*/ 2147483647 h 854"/>
              <a:gd name="T10" fmla="*/ 2147483647 w 2269"/>
              <a:gd name="T11" fmla="*/ 2147483647 h 854"/>
              <a:gd name="T12" fmla="*/ 2147483647 w 2269"/>
              <a:gd name="T13" fmla="*/ 2147483647 h 854"/>
              <a:gd name="T14" fmla="*/ 0 60000 65536"/>
              <a:gd name="T15" fmla="*/ 0 60000 65536"/>
              <a:gd name="T16" fmla="*/ 0 60000 65536"/>
              <a:gd name="T17" fmla="*/ 0 60000 65536"/>
              <a:gd name="T18" fmla="*/ 0 60000 65536"/>
              <a:gd name="T19" fmla="*/ 0 60000 65536"/>
              <a:gd name="T20" fmla="*/ 0 60000 65536"/>
              <a:gd name="T21" fmla="*/ 0 w 2269"/>
              <a:gd name="T22" fmla="*/ 0 h 854"/>
              <a:gd name="T23" fmla="*/ 2269 w 2269"/>
              <a:gd name="T24" fmla="*/ 854 h 8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69" h="854">
                <a:moveTo>
                  <a:pt x="1888" y="285"/>
                </a:moveTo>
                <a:cubicBezTo>
                  <a:pt x="1622" y="258"/>
                  <a:pt x="723" y="317"/>
                  <a:pt x="418" y="283"/>
                </a:cubicBezTo>
                <a:cubicBezTo>
                  <a:pt x="113" y="249"/>
                  <a:pt x="120" y="0"/>
                  <a:pt x="60" y="83"/>
                </a:cubicBezTo>
                <a:cubicBezTo>
                  <a:pt x="0" y="166"/>
                  <a:pt x="8" y="708"/>
                  <a:pt x="60" y="781"/>
                </a:cubicBezTo>
                <a:cubicBezTo>
                  <a:pt x="112" y="854"/>
                  <a:pt x="48" y="575"/>
                  <a:pt x="374" y="519"/>
                </a:cubicBezTo>
                <a:cubicBezTo>
                  <a:pt x="700" y="463"/>
                  <a:pt x="1765" y="486"/>
                  <a:pt x="2017" y="447"/>
                </a:cubicBezTo>
                <a:cubicBezTo>
                  <a:pt x="2269" y="408"/>
                  <a:pt x="2110" y="319"/>
                  <a:pt x="1888" y="285"/>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8" name="Freeform 29">
            <a:extLst>
              <a:ext uri="{FF2B5EF4-FFF2-40B4-BE49-F238E27FC236}">
                <a16:creationId xmlns:a16="http://schemas.microsoft.com/office/drawing/2014/main" id="{09E817BD-9E51-D244-857E-1A5952711F94}"/>
              </a:ext>
            </a:extLst>
          </p:cNvPr>
          <p:cNvSpPr>
            <a:spLocks/>
          </p:cNvSpPr>
          <p:nvPr/>
        </p:nvSpPr>
        <p:spPr bwMode="auto">
          <a:xfrm>
            <a:off x="6350622" y="3121371"/>
            <a:ext cx="3738562" cy="2697162"/>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5" name="Group 88">
            <a:extLst>
              <a:ext uri="{FF2B5EF4-FFF2-40B4-BE49-F238E27FC236}">
                <a16:creationId xmlns:a16="http://schemas.microsoft.com/office/drawing/2014/main" id="{0D4BF38D-31DF-AA43-80FA-55295BD8C6F8}"/>
              </a:ext>
            </a:extLst>
          </p:cNvPr>
          <p:cNvGrpSpPr>
            <a:grpSpLocks/>
          </p:cNvGrpSpPr>
          <p:nvPr/>
        </p:nvGrpSpPr>
        <p:grpSpPr bwMode="auto">
          <a:xfrm>
            <a:off x="7512672" y="3054696"/>
            <a:ext cx="1871662" cy="1033462"/>
            <a:chOff x="3550" y="2055"/>
            <a:chExt cx="1179" cy="651"/>
          </a:xfrm>
        </p:grpSpPr>
        <p:grpSp>
          <p:nvGrpSpPr>
            <p:cNvPr id="126" name="Group 50">
              <a:extLst>
                <a:ext uri="{FF2B5EF4-FFF2-40B4-BE49-F238E27FC236}">
                  <a16:creationId xmlns:a16="http://schemas.microsoft.com/office/drawing/2014/main" id="{3FE7E5C2-BBF3-1543-A115-A24F66EA59A7}"/>
                </a:ext>
              </a:extLst>
            </p:cNvPr>
            <p:cNvGrpSpPr>
              <a:grpSpLocks/>
            </p:cNvGrpSpPr>
            <p:nvPr/>
          </p:nvGrpSpPr>
          <p:grpSpPr bwMode="auto">
            <a:xfrm>
              <a:off x="3550" y="2055"/>
              <a:ext cx="1179" cy="357"/>
              <a:chOff x="4381" y="786"/>
              <a:chExt cx="1108" cy="357"/>
            </a:xfrm>
          </p:grpSpPr>
          <p:sp>
            <p:nvSpPr>
              <p:cNvPr id="131" name="Rectangle 40">
                <a:extLst>
                  <a:ext uri="{FF2B5EF4-FFF2-40B4-BE49-F238E27FC236}">
                    <a16:creationId xmlns:a16="http://schemas.microsoft.com/office/drawing/2014/main" id="{D890A494-B490-7F4B-A152-0218E447371A}"/>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2" name="Text Box 39">
                <a:extLst>
                  <a:ext uri="{FF2B5EF4-FFF2-40B4-BE49-F238E27FC236}">
                    <a16:creationId xmlns:a16="http://schemas.microsoft.com/office/drawing/2014/main" id="{539BB5B8-E120-9C46-A6FF-A4DC37EFC4C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10.0.0.1, 3345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33" name="Group 44">
                <a:extLst>
                  <a:ext uri="{FF2B5EF4-FFF2-40B4-BE49-F238E27FC236}">
                    <a16:creationId xmlns:a16="http://schemas.microsoft.com/office/drawing/2014/main" id="{F01451B6-72E8-E14F-A3BE-A3D92947A027}"/>
                  </a:ext>
                </a:extLst>
              </p:cNvPr>
              <p:cNvGrpSpPr>
                <a:grpSpLocks/>
              </p:cNvGrpSpPr>
              <p:nvPr/>
            </p:nvGrpSpPr>
            <p:grpSpPr bwMode="auto">
              <a:xfrm>
                <a:off x="5394" y="786"/>
                <a:ext cx="48" cy="99"/>
                <a:chOff x="5508" y="1599"/>
                <a:chExt cx="48" cy="99"/>
              </a:xfrm>
            </p:grpSpPr>
            <p:sp>
              <p:nvSpPr>
                <p:cNvPr id="138" name="Freeform 43">
                  <a:extLst>
                    <a:ext uri="{FF2B5EF4-FFF2-40B4-BE49-F238E27FC236}">
                      <a16:creationId xmlns:a16="http://schemas.microsoft.com/office/drawing/2014/main" id="{7590FA6A-21FF-4147-9315-E66B7B10CDC0}"/>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9" name="Line 41">
                  <a:extLst>
                    <a:ext uri="{FF2B5EF4-FFF2-40B4-BE49-F238E27FC236}">
                      <a16:creationId xmlns:a16="http://schemas.microsoft.com/office/drawing/2014/main" id="{724261B3-0C45-E540-BE14-8B7D04C5E64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0" name="Line 42">
                  <a:extLst>
                    <a:ext uri="{FF2B5EF4-FFF2-40B4-BE49-F238E27FC236}">
                      <a16:creationId xmlns:a16="http://schemas.microsoft.com/office/drawing/2014/main" id="{31B331E7-F46A-CA4B-A722-11046B73D4F2}"/>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34" name="Group 45">
                <a:extLst>
                  <a:ext uri="{FF2B5EF4-FFF2-40B4-BE49-F238E27FC236}">
                    <a16:creationId xmlns:a16="http://schemas.microsoft.com/office/drawing/2014/main" id="{E2B96F9F-CB85-DB4A-97AC-CEB92A9C11B7}"/>
                  </a:ext>
                </a:extLst>
              </p:cNvPr>
              <p:cNvGrpSpPr>
                <a:grpSpLocks/>
              </p:cNvGrpSpPr>
              <p:nvPr/>
            </p:nvGrpSpPr>
            <p:grpSpPr bwMode="auto">
              <a:xfrm>
                <a:off x="5382" y="1044"/>
                <a:ext cx="48" cy="99"/>
                <a:chOff x="5508" y="1599"/>
                <a:chExt cx="48" cy="99"/>
              </a:xfrm>
            </p:grpSpPr>
            <p:sp>
              <p:nvSpPr>
                <p:cNvPr id="135" name="Freeform 46">
                  <a:extLst>
                    <a:ext uri="{FF2B5EF4-FFF2-40B4-BE49-F238E27FC236}">
                      <a16:creationId xmlns:a16="http://schemas.microsoft.com/office/drawing/2014/main" id="{E8E10251-9A2B-344B-9DC6-65EF85B4AA62}"/>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6" name="Line 47">
                  <a:extLst>
                    <a:ext uri="{FF2B5EF4-FFF2-40B4-BE49-F238E27FC236}">
                      <a16:creationId xmlns:a16="http://schemas.microsoft.com/office/drawing/2014/main" id="{A6EF77CD-E8A4-1840-8450-5EFD2E289E9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7" name="Line 48">
                  <a:extLst>
                    <a:ext uri="{FF2B5EF4-FFF2-40B4-BE49-F238E27FC236}">
                      <a16:creationId xmlns:a16="http://schemas.microsoft.com/office/drawing/2014/main" id="{7F05DD0D-2118-EC4A-A829-134FA165FCA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27" name="Freeform 51">
              <a:extLst>
                <a:ext uri="{FF2B5EF4-FFF2-40B4-BE49-F238E27FC236}">
                  <a16:creationId xmlns:a16="http://schemas.microsoft.com/office/drawing/2014/main" id="{060B2C65-BCB3-C542-840F-14D5F3297188}"/>
                </a:ext>
              </a:extLst>
            </p:cNvPr>
            <p:cNvSpPr>
              <a:spLocks/>
            </p:cNvSpPr>
            <p:nvPr/>
          </p:nvSpPr>
          <p:spPr bwMode="auto">
            <a:xfrm>
              <a:off x="3573" y="2364"/>
              <a:ext cx="564" cy="342"/>
            </a:xfrm>
            <a:custGeom>
              <a:avLst/>
              <a:gdLst>
                <a:gd name="T0" fmla="*/ 0 w 417"/>
                <a:gd name="T1" fmla="*/ 9905 h 264"/>
                <a:gd name="T2" fmla="*/ 28602 w 417"/>
                <a:gd name="T3" fmla="*/ 9905 h 264"/>
                <a:gd name="T4" fmla="*/ 28602 w 417"/>
                <a:gd name="T5" fmla="*/ 0 h 264"/>
                <a:gd name="T6" fmla="*/ 0 60000 65536"/>
                <a:gd name="T7" fmla="*/ 0 60000 65536"/>
                <a:gd name="T8" fmla="*/ 0 60000 65536"/>
                <a:gd name="T9" fmla="*/ 0 w 417"/>
                <a:gd name="T10" fmla="*/ 0 h 264"/>
                <a:gd name="T11" fmla="*/ 417 w 417"/>
                <a:gd name="T12" fmla="*/ 264 h 264"/>
              </a:gdLst>
              <a:ahLst/>
              <a:cxnLst>
                <a:cxn ang="T6">
                  <a:pos x="T0" y="T1"/>
                </a:cxn>
                <a:cxn ang="T7">
                  <a:pos x="T2" y="T3"/>
                </a:cxn>
                <a:cxn ang="T8">
                  <a:pos x="T4" y="T5"/>
                </a:cxn>
              </a:cxnLst>
              <a:rect l="T9" t="T10" r="T11" b="T12"/>
              <a:pathLst>
                <a:path w="417" h="264">
                  <a:moveTo>
                    <a:pt x="0" y="264"/>
                  </a:moveTo>
                  <a:lnTo>
                    <a:pt x="417" y="264"/>
                  </a:lnTo>
                  <a:lnTo>
                    <a:pt x="417" y="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8" name="Group 87">
              <a:extLst>
                <a:ext uri="{FF2B5EF4-FFF2-40B4-BE49-F238E27FC236}">
                  <a16:creationId xmlns:a16="http://schemas.microsoft.com/office/drawing/2014/main" id="{C99ECC6F-CEF6-CE4E-834E-EA3CA67400C4}"/>
                </a:ext>
              </a:extLst>
            </p:cNvPr>
            <p:cNvGrpSpPr>
              <a:grpSpLocks/>
            </p:cNvGrpSpPr>
            <p:nvPr/>
          </p:nvGrpSpPr>
          <p:grpSpPr bwMode="auto">
            <a:xfrm>
              <a:off x="4032" y="2416"/>
              <a:ext cx="218" cy="231"/>
              <a:chOff x="5140" y="400"/>
              <a:chExt cx="218" cy="231"/>
            </a:xfrm>
          </p:grpSpPr>
          <p:sp>
            <p:nvSpPr>
              <p:cNvPr id="129" name="Oval 86">
                <a:extLst>
                  <a:ext uri="{FF2B5EF4-FFF2-40B4-BE49-F238E27FC236}">
                    <a16:creationId xmlns:a16="http://schemas.microsoft.com/office/drawing/2014/main" id="{7031C354-ABE6-4445-B334-3D3A7B81ED33}"/>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0" name="Text Box 52">
                <a:extLst>
                  <a:ext uri="{FF2B5EF4-FFF2-40B4-BE49-F238E27FC236}">
                    <a16:creationId xmlns:a16="http://schemas.microsoft.com/office/drawing/2014/main" id="{674E9B8F-78AF-644A-9565-10139D2B1BF3}"/>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p>
            </p:txBody>
          </p:sp>
        </p:grpSp>
      </p:grpSp>
      <p:sp>
        <p:nvSpPr>
          <p:cNvPr id="141" name="Text Box 54">
            <a:extLst>
              <a:ext uri="{FF2B5EF4-FFF2-40B4-BE49-F238E27FC236}">
                <a16:creationId xmlns:a16="http://schemas.microsoft.com/office/drawing/2014/main" id="{CDAED30B-CF2D-F747-9B04-4E25A3292D60}"/>
              </a:ext>
            </a:extLst>
          </p:cNvPr>
          <p:cNvSpPr txBox="1">
            <a:spLocks noChangeArrowheads="1"/>
          </p:cNvSpPr>
          <p:nvPr/>
        </p:nvSpPr>
        <p:spPr bwMode="auto">
          <a:xfrm>
            <a:off x="6542534" y="403628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143" name="Text Box 56">
            <a:extLst>
              <a:ext uri="{FF2B5EF4-FFF2-40B4-BE49-F238E27FC236}">
                <a16:creationId xmlns:a16="http://schemas.microsoft.com/office/drawing/2014/main" id="{FA8BA81A-A11E-3444-B959-B6B4289DFB43}"/>
              </a:ext>
            </a:extLst>
          </p:cNvPr>
          <p:cNvSpPr txBox="1">
            <a:spLocks noChangeArrowheads="1"/>
          </p:cNvSpPr>
          <p:nvPr/>
        </p:nvSpPr>
        <p:spPr bwMode="auto">
          <a:xfrm>
            <a:off x="4572494" y="4525035"/>
            <a:ext cx="117211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grpSp>
        <p:nvGrpSpPr>
          <p:cNvPr id="145" name="Group 59">
            <a:extLst>
              <a:ext uri="{FF2B5EF4-FFF2-40B4-BE49-F238E27FC236}">
                <a16:creationId xmlns:a16="http://schemas.microsoft.com/office/drawing/2014/main" id="{A7EF89DD-32D9-D642-937E-1B899DCB8C23}"/>
              </a:ext>
            </a:extLst>
          </p:cNvPr>
          <p:cNvGrpSpPr>
            <a:grpSpLocks/>
          </p:cNvGrpSpPr>
          <p:nvPr/>
        </p:nvGrpSpPr>
        <p:grpSpPr bwMode="auto">
          <a:xfrm>
            <a:off x="8350874" y="1768821"/>
            <a:ext cx="3351213" cy="1389062"/>
            <a:chOff x="3944" y="989"/>
            <a:chExt cx="2111" cy="875"/>
          </a:xfrm>
        </p:grpSpPr>
        <p:sp>
          <p:nvSpPr>
            <p:cNvPr id="146" name="Text Box 53">
              <a:extLst>
                <a:ext uri="{FF2B5EF4-FFF2-40B4-BE49-F238E27FC236}">
                  <a16:creationId xmlns:a16="http://schemas.microsoft.com/office/drawing/2014/main" id="{0391C7DC-1175-E845-9B14-6647A56B1E19}"/>
                </a:ext>
              </a:extLst>
            </p:cNvPr>
            <p:cNvSpPr txBox="1">
              <a:spLocks noChangeArrowheads="1"/>
            </p:cNvSpPr>
            <p:nvPr/>
          </p:nvSpPr>
          <p:spPr bwMode="auto">
            <a:xfrm>
              <a:off x="4121" y="989"/>
              <a:ext cx="1934" cy="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host 10.0.0.1 sends datagram to 128.119.40.186, 80</a:t>
              </a:r>
            </a:p>
          </p:txBody>
        </p:sp>
        <p:sp>
          <p:nvSpPr>
            <p:cNvPr id="147" name="Line 58">
              <a:extLst>
                <a:ext uri="{FF2B5EF4-FFF2-40B4-BE49-F238E27FC236}">
                  <a16:creationId xmlns:a16="http://schemas.microsoft.com/office/drawing/2014/main" id="{626A4678-2DEB-354F-8342-8CBF580B90F3}"/>
                </a:ext>
              </a:extLst>
            </p:cNvPr>
            <p:cNvSpPr>
              <a:spLocks noChangeShapeType="1"/>
            </p:cNvSpPr>
            <p:nvPr/>
          </p:nvSpPr>
          <p:spPr bwMode="auto">
            <a:xfrm flipH="1">
              <a:off x="3944" y="1105"/>
              <a:ext cx="197" cy="759"/>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48" name="Freeform 67">
            <a:extLst>
              <a:ext uri="{FF2B5EF4-FFF2-40B4-BE49-F238E27FC236}">
                <a16:creationId xmlns:a16="http://schemas.microsoft.com/office/drawing/2014/main" id="{4174D505-6F98-2145-B896-FFAF43F9F39D}"/>
              </a:ext>
            </a:extLst>
          </p:cNvPr>
          <p:cNvSpPr>
            <a:spLocks/>
          </p:cNvSpPr>
          <p:nvPr/>
        </p:nvSpPr>
        <p:spPr bwMode="auto">
          <a:xfrm>
            <a:off x="4226547" y="2826096"/>
            <a:ext cx="3862387" cy="1531937"/>
          </a:xfrm>
          <a:custGeom>
            <a:avLst/>
            <a:gdLst>
              <a:gd name="T0" fmla="*/ 0 w 2433"/>
              <a:gd name="T1" fmla="*/ 2147483647 h 965"/>
              <a:gd name="T2" fmla="*/ 2147483647 w 2433"/>
              <a:gd name="T3" fmla="*/ 2147483647 h 965"/>
              <a:gd name="T4" fmla="*/ 2147483647 w 2433"/>
              <a:gd name="T5" fmla="*/ 2147483647 h 965"/>
              <a:gd name="T6" fmla="*/ 2147483647 w 2433"/>
              <a:gd name="T7" fmla="*/ 2147483647 h 965"/>
              <a:gd name="T8" fmla="*/ 2147483647 w 2433"/>
              <a:gd name="T9" fmla="*/ 2147483647 h 965"/>
              <a:gd name="T10" fmla="*/ 2147483647 w 2433"/>
              <a:gd name="T11" fmla="*/ 2147483647 h 965"/>
              <a:gd name="T12" fmla="*/ 0 w 2433"/>
              <a:gd name="T13" fmla="*/ 2147483647 h 965"/>
              <a:gd name="T14" fmla="*/ 0 60000 65536"/>
              <a:gd name="T15" fmla="*/ 0 60000 65536"/>
              <a:gd name="T16" fmla="*/ 0 60000 65536"/>
              <a:gd name="T17" fmla="*/ 0 60000 65536"/>
              <a:gd name="T18" fmla="*/ 0 60000 65536"/>
              <a:gd name="T19" fmla="*/ 0 60000 65536"/>
              <a:gd name="T20" fmla="*/ 0 60000 65536"/>
              <a:gd name="T21" fmla="*/ 0 w 2433"/>
              <a:gd name="T22" fmla="*/ 0 h 965"/>
              <a:gd name="T23" fmla="*/ 2433 w 2433"/>
              <a:gd name="T24" fmla="*/ 965 h 9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33" h="965">
                <a:moveTo>
                  <a:pt x="0" y="64"/>
                </a:moveTo>
                <a:cubicBezTo>
                  <a:pt x="0" y="64"/>
                  <a:pt x="2079" y="0"/>
                  <a:pt x="2352" y="64"/>
                </a:cubicBezTo>
                <a:cubicBezTo>
                  <a:pt x="2433" y="57"/>
                  <a:pt x="1814" y="309"/>
                  <a:pt x="1640" y="450"/>
                </a:cubicBezTo>
                <a:cubicBezTo>
                  <a:pt x="1466" y="591"/>
                  <a:pt x="1383" y="888"/>
                  <a:pt x="1308" y="965"/>
                </a:cubicBezTo>
                <a:lnTo>
                  <a:pt x="1159" y="965"/>
                </a:lnTo>
                <a:cubicBezTo>
                  <a:pt x="1078" y="870"/>
                  <a:pt x="1013" y="546"/>
                  <a:pt x="820" y="396"/>
                </a:cubicBezTo>
                <a:cubicBezTo>
                  <a:pt x="583" y="207"/>
                  <a:pt x="189" y="142"/>
                  <a:pt x="0" y="64"/>
                </a:cubicBezTo>
                <a:close/>
              </a:path>
            </a:pathLst>
          </a:custGeom>
          <a:gradFill rotWithShape="1">
            <a:gsLst>
              <a:gs pos="0">
                <a:schemeClr val="bg1">
                  <a:lumMod val="75000"/>
                </a:schemeClr>
              </a:gs>
              <a:gs pos="100000">
                <a:srgbClr val="FFFFFF"/>
              </a:gs>
            </a:gsLst>
            <a:lin ang="5400000" scaled="1"/>
          </a:gradFill>
          <a:ln w="3175" cap="flat" cmpd="sng">
            <a:noFill/>
            <a:prstDash val="solid"/>
            <a:round/>
            <a:headEnd/>
            <a:tailEnd/>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9" name="Rectangle 62">
            <a:extLst>
              <a:ext uri="{FF2B5EF4-FFF2-40B4-BE49-F238E27FC236}">
                <a16:creationId xmlns:a16="http://schemas.microsoft.com/office/drawing/2014/main" id="{5E7F8FBF-9C54-C64A-B416-FE684B2E2E2D}"/>
              </a:ext>
            </a:extLst>
          </p:cNvPr>
          <p:cNvSpPr>
            <a:spLocks noChangeArrowheads="1"/>
          </p:cNvSpPr>
          <p:nvPr/>
        </p:nvSpPr>
        <p:spPr bwMode="auto">
          <a:xfrm>
            <a:off x="4226547" y="1573558"/>
            <a:ext cx="3784600" cy="1354138"/>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0" name="Text Box 60">
            <a:extLst>
              <a:ext uri="{FF2B5EF4-FFF2-40B4-BE49-F238E27FC236}">
                <a16:creationId xmlns:a16="http://schemas.microsoft.com/office/drawing/2014/main" id="{10FA6F49-5A78-864A-B681-890D92966207}"/>
              </a:ext>
            </a:extLst>
          </p:cNvPr>
          <p:cNvSpPr txBox="1">
            <a:spLocks noChangeArrowheads="1"/>
          </p:cNvSpPr>
          <p:nvPr/>
        </p:nvSpPr>
        <p:spPr bwMode="auto">
          <a:xfrm>
            <a:off x="4280166" y="1578252"/>
            <a:ext cx="365196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NAT translation table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WAN side addr        LAN side addr</a:t>
            </a:r>
          </a:p>
        </p:txBody>
      </p:sp>
      <p:sp>
        <p:nvSpPr>
          <p:cNvPr id="151" name="Line 63">
            <a:extLst>
              <a:ext uri="{FF2B5EF4-FFF2-40B4-BE49-F238E27FC236}">
                <a16:creationId xmlns:a16="http://schemas.microsoft.com/office/drawing/2014/main" id="{FB815ECB-E54F-2947-939E-EB6F6507C03A}"/>
              </a:ext>
            </a:extLst>
          </p:cNvPr>
          <p:cNvSpPr>
            <a:spLocks noChangeShapeType="1"/>
          </p:cNvSpPr>
          <p:nvPr/>
        </p:nvSpPr>
        <p:spPr bwMode="auto">
          <a:xfrm flipV="1">
            <a:off x="4226547" y="1946621"/>
            <a:ext cx="3790950" cy="11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2" name="Line 64">
            <a:extLst>
              <a:ext uri="{FF2B5EF4-FFF2-40B4-BE49-F238E27FC236}">
                <a16:creationId xmlns:a16="http://schemas.microsoft.com/office/drawing/2014/main" id="{354E4388-5108-DE4A-A93B-B36EC84BFB9C}"/>
              </a:ext>
            </a:extLst>
          </p:cNvPr>
          <p:cNvSpPr>
            <a:spLocks noChangeShapeType="1"/>
          </p:cNvSpPr>
          <p:nvPr/>
        </p:nvSpPr>
        <p:spPr bwMode="auto">
          <a:xfrm flipV="1">
            <a:off x="4240834" y="2224433"/>
            <a:ext cx="3749675" cy="11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3" name="Line 65">
            <a:extLst>
              <a:ext uri="{FF2B5EF4-FFF2-40B4-BE49-F238E27FC236}">
                <a16:creationId xmlns:a16="http://schemas.microsoft.com/office/drawing/2014/main" id="{924CA7C1-7023-E749-A732-1D8BF0866557}"/>
              </a:ext>
            </a:extLst>
          </p:cNvPr>
          <p:cNvSpPr>
            <a:spLocks noChangeShapeType="1"/>
          </p:cNvSpPr>
          <p:nvPr/>
        </p:nvSpPr>
        <p:spPr bwMode="auto">
          <a:xfrm>
            <a:off x="6350622" y="1968846"/>
            <a:ext cx="3175" cy="9556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4" name="Text Box 61">
            <a:extLst>
              <a:ext uri="{FF2B5EF4-FFF2-40B4-BE49-F238E27FC236}">
                <a16:creationId xmlns:a16="http://schemas.microsoft.com/office/drawing/2014/main" id="{27F84A28-C4A8-B64C-A522-ED96A70BF4F6}"/>
              </a:ext>
            </a:extLst>
          </p:cNvPr>
          <p:cNvSpPr txBox="1">
            <a:spLocks noChangeArrowheads="1"/>
          </p:cNvSpPr>
          <p:nvPr/>
        </p:nvSpPr>
        <p:spPr bwMode="auto">
          <a:xfrm>
            <a:off x="4450607" y="2243483"/>
            <a:ext cx="336823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138.76.29.7, 5001   10.0.0.1, 3345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p>
        </p:txBody>
      </p:sp>
      <p:grpSp>
        <p:nvGrpSpPr>
          <p:cNvPr id="155" name="Group 135">
            <a:extLst>
              <a:ext uri="{FF2B5EF4-FFF2-40B4-BE49-F238E27FC236}">
                <a16:creationId xmlns:a16="http://schemas.microsoft.com/office/drawing/2014/main" id="{3F4A61E6-1F91-CD48-9817-3EFAAE316322}"/>
              </a:ext>
            </a:extLst>
          </p:cNvPr>
          <p:cNvGrpSpPr>
            <a:grpSpLocks/>
          </p:cNvGrpSpPr>
          <p:nvPr/>
        </p:nvGrpSpPr>
        <p:grpSpPr bwMode="auto">
          <a:xfrm>
            <a:off x="6647484" y="3634133"/>
            <a:ext cx="2784475" cy="1638300"/>
            <a:chOff x="3002" y="2417"/>
            <a:chExt cx="1754" cy="1032"/>
          </a:xfrm>
        </p:grpSpPr>
        <p:sp>
          <p:nvSpPr>
            <p:cNvPr id="156" name="Rectangle 91">
              <a:extLst>
                <a:ext uri="{FF2B5EF4-FFF2-40B4-BE49-F238E27FC236}">
                  <a16:creationId xmlns:a16="http://schemas.microsoft.com/office/drawing/2014/main" id="{29BBA0F8-D8A2-8948-9316-2CD52A8E777D}"/>
                </a:ext>
              </a:extLst>
            </p:cNvPr>
            <p:cNvSpPr>
              <a:spLocks noChangeArrowheads="1"/>
            </p:cNvSpPr>
            <p:nvPr/>
          </p:nvSpPr>
          <p:spPr bwMode="auto">
            <a:xfrm>
              <a:off x="3002" y="3051"/>
              <a:ext cx="1175"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7" name="Text Box 92">
              <a:extLst>
                <a:ext uri="{FF2B5EF4-FFF2-40B4-BE49-F238E27FC236}">
                  <a16:creationId xmlns:a16="http://schemas.microsoft.com/office/drawing/2014/main" id="{8C1E4275-2F68-5849-B286-D5540D1A27D3}"/>
                </a:ext>
              </a:extLst>
            </p:cNvPr>
            <p:cNvSpPr txBox="1">
              <a:spLocks noChangeArrowheads="1"/>
            </p:cNvSpPr>
            <p:nvPr/>
          </p:nvSpPr>
          <p:spPr bwMode="auto">
            <a:xfrm>
              <a:off x="3104" y="3042"/>
              <a:ext cx="111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10.0.0.1, 3345</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58" name="Group 93">
              <a:extLst>
                <a:ext uri="{FF2B5EF4-FFF2-40B4-BE49-F238E27FC236}">
                  <a16:creationId xmlns:a16="http://schemas.microsoft.com/office/drawing/2014/main" id="{ACAC77B2-102B-FF40-A235-6EDFA119EEEF}"/>
                </a:ext>
              </a:extLst>
            </p:cNvPr>
            <p:cNvGrpSpPr>
              <a:grpSpLocks/>
            </p:cNvGrpSpPr>
            <p:nvPr/>
          </p:nvGrpSpPr>
          <p:grpSpPr bwMode="auto">
            <a:xfrm>
              <a:off x="3054" y="3007"/>
              <a:ext cx="51" cy="99"/>
              <a:chOff x="5508" y="1599"/>
              <a:chExt cx="48" cy="99"/>
            </a:xfrm>
          </p:grpSpPr>
          <p:sp>
            <p:nvSpPr>
              <p:cNvPr id="167" name="Freeform 94">
                <a:extLst>
                  <a:ext uri="{FF2B5EF4-FFF2-40B4-BE49-F238E27FC236}">
                    <a16:creationId xmlns:a16="http://schemas.microsoft.com/office/drawing/2014/main" id="{2C175D47-A4A4-6645-8086-F38DC38BE77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8" name="Line 95">
                <a:extLst>
                  <a:ext uri="{FF2B5EF4-FFF2-40B4-BE49-F238E27FC236}">
                    <a16:creationId xmlns:a16="http://schemas.microsoft.com/office/drawing/2014/main" id="{B39131BB-ACC2-8347-8518-C3598BDDB3E9}"/>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9" name="Line 96">
                <a:extLst>
                  <a:ext uri="{FF2B5EF4-FFF2-40B4-BE49-F238E27FC236}">
                    <a16:creationId xmlns:a16="http://schemas.microsoft.com/office/drawing/2014/main" id="{C9868D3D-F7AB-374B-AF8C-1A31B3333D67}"/>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59" name="Group 97">
              <a:extLst>
                <a:ext uri="{FF2B5EF4-FFF2-40B4-BE49-F238E27FC236}">
                  <a16:creationId xmlns:a16="http://schemas.microsoft.com/office/drawing/2014/main" id="{BCF07584-F53B-6A40-9D40-F36827FA8B4B}"/>
                </a:ext>
              </a:extLst>
            </p:cNvPr>
            <p:cNvGrpSpPr>
              <a:grpSpLocks/>
            </p:cNvGrpSpPr>
            <p:nvPr/>
          </p:nvGrpSpPr>
          <p:grpSpPr bwMode="auto">
            <a:xfrm>
              <a:off x="3059" y="3248"/>
              <a:ext cx="51" cy="99"/>
              <a:chOff x="5508" y="1599"/>
              <a:chExt cx="48" cy="99"/>
            </a:xfrm>
          </p:grpSpPr>
          <p:sp>
            <p:nvSpPr>
              <p:cNvPr id="164" name="Freeform 98">
                <a:extLst>
                  <a:ext uri="{FF2B5EF4-FFF2-40B4-BE49-F238E27FC236}">
                    <a16:creationId xmlns:a16="http://schemas.microsoft.com/office/drawing/2014/main" id="{8C8E8062-3BC7-ED40-9145-8E53CCF57A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5" name="Line 99">
                <a:extLst>
                  <a:ext uri="{FF2B5EF4-FFF2-40B4-BE49-F238E27FC236}">
                    <a16:creationId xmlns:a16="http://schemas.microsoft.com/office/drawing/2014/main" id="{F05CF0B2-ADFC-5642-9080-810974A88D92}"/>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6" name="Line 100">
                <a:extLst>
                  <a:ext uri="{FF2B5EF4-FFF2-40B4-BE49-F238E27FC236}">
                    <a16:creationId xmlns:a16="http://schemas.microsoft.com/office/drawing/2014/main" id="{B4BFAC33-A46F-6F48-88E9-334122FDFB51}"/>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60" name="Freeform 101">
              <a:extLst>
                <a:ext uri="{FF2B5EF4-FFF2-40B4-BE49-F238E27FC236}">
                  <a16:creationId xmlns:a16="http://schemas.microsoft.com/office/drawing/2014/main" id="{B75AE57F-3BEF-314F-8999-B1D6040F33CD}"/>
                </a:ext>
              </a:extLst>
            </p:cNvPr>
            <p:cNvSpPr>
              <a:spLocks/>
            </p:cNvSpPr>
            <p:nvPr/>
          </p:nvSpPr>
          <p:spPr bwMode="auto">
            <a:xfrm>
              <a:off x="4179" y="2417"/>
              <a:ext cx="577" cy="768"/>
            </a:xfrm>
            <a:custGeom>
              <a:avLst/>
              <a:gdLst>
                <a:gd name="T0" fmla="*/ 577 w 577"/>
                <a:gd name="T1" fmla="*/ 0 h 768"/>
                <a:gd name="T2" fmla="*/ 342 w 577"/>
                <a:gd name="T3" fmla="*/ 0 h 768"/>
                <a:gd name="T4" fmla="*/ 342 w 577"/>
                <a:gd name="T5" fmla="*/ 768 h 768"/>
                <a:gd name="T6" fmla="*/ 0 w 577"/>
                <a:gd name="T7" fmla="*/ 760 h 768"/>
                <a:gd name="T8" fmla="*/ 0 60000 65536"/>
                <a:gd name="T9" fmla="*/ 0 60000 65536"/>
                <a:gd name="T10" fmla="*/ 0 60000 65536"/>
                <a:gd name="T11" fmla="*/ 0 60000 65536"/>
                <a:gd name="T12" fmla="*/ 0 w 577"/>
                <a:gd name="T13" fmla="*/ 0 h 768"/>
                <a:gd name="T14" fmla="*/ 577 w 577"/>
                <a:gd name="T15" fmla="*/ 768 h 768"/>
              </a:gdLst>
              <a:ahLst/>
              <a:cxnLst>
                <a:cxn ang="T8">
                  <a:pos x="T0" y="T1"/>
                </a:cxn>
                <a:cxn ang="T9">
                  <a:pos x="T2" y="T3"/>
                </a:cxn>
                <a:cxn ang="T10">
                  <a:pos x="T4" y="T5"/>
                </a:cxn>
                <a:cxn ang="T11">
                  <a:pos x="T6" y="T7"/>
                </a:cxn>
              </a:cxnLst>
              <a:rect l="T12" t="T13" r="T14" b="T15"/>
              <a:pathLst>
                <a:path w="577" h="768">
                  <a:moveTo>
                    <a:pt x="577" y="0"/>
                  </a:moveTo>
                  <a:lnTo>
                    <a:pt x="342" y="0"/>
                  </a:lnTo>
                  <a:lnTo>
                    <a:pt x="342" y="768"/>
                  </a:lnTo>
                  <a:lnTo>
                    <a:pt x="0" y="76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61" name="Group 102">
              <a:extLst>
                <a:ext uri="{FF2B5EF4-FFF2-40B4-BE49-F238E27FC236}">
                  <a16:creationId xmlns:a16="http://schemas.microsoft.com/office/drawing/2014/main" id="{02FFB4A2-3C39-EA49-A1C9-F69127E1B83F}"/>
                </a:ext>
              </a:extLst>
            </p:cNvPr>
            <p:cNvGrpSpPr>
              <a:grpSpLocks/>
            </p:cNvGrpSpPr>
            <p:nvPr/>
          </p:nvGrpSpPr>
          <p:grpSpPr bwMode="auto">
            <a:xfrm>
              <a:off x="4240" y="3061"/>
              <a:ext cx="218" cy="231"/>
              <a:chOff x="5140" y="400"/>
              <a:chExt cx="218" cy="231"/>
            </a:xfrm>
          </p:grpSpPr>
          <p:sp>
            <p:nvSpPr>
              <p:cNvPr id="162" name="Oval 103">
                <a:extLst>
                  <a:ext uri="{FF2B5EF4-FFF2-40B4-BE49-F238E27FC236}">
                    <a16:creationId xmlns:a16="http://schemas.microsoft.com/office/drawing/2014/main" id="{6F177354-84EF-E44F-BD75-48DAE4C983D1}"/>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3" name="Text Box 104">
                <a:extLst>
                  <a:ext uri="{FF2B5EF4-FFF2-40B4-BE49-F238E27FC236}">
                    <a16:creationId xmlns:a16="http://schemas.microsoft.com/office/drawing/2014/main" id="{1375D29A-087E-7E46-9CEA-14416B49BF28}"/>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4</a:t>
                </a:r>
              </a:p>
            </p:txBody>
          </p:sp>
        </p:grpSp>
      </p:grpSp>
      <p:grpSp>
        <p:nvGrpSpPr>
          <p:cNvPr id="170" name="Group 108">
            <a:extLst>
              <a:ext uri="{FF2B5EF4-FFF2-40B4-BE49-F238E27FC236}">
                <a16:creationId xmlns:a16="http://schemas.microsoft.com/office/drawing/2014/main" id="{DC525981-2B14-2640-B158-CE02695B558C}"/>
              </a:ext>
            </a:extLst>
          </p:cNvPr>
          <p:cNvGrpSpPr>
            <a:grpSpLocks/>
          </p:cNvGrpSpPr>
          <p:nvPr/>
        </p:nvGrpSpPr>
        <p:grpSpPr bwMode="auto">
          <a:xfrm>
            <a:off x="3413747" y="3851621"/>
            <a:ext cx="2497137" cy="566737"/>
            <a:chOff x="1026" y="3559"/>
            <a:chExt cx="1573" cy="357"/>
          </a:xfrm>
        </p:grpSpPr>
        <p:grpSp>
          <p:nvGrpSpPr>
            <p:cNvPr id="171" name="Group 68">
              <a:extLst>
                <a:ext uri="{FF2B5EF4-FFF2-40B4-BE49-F238E27FC236}">
                  <a16:creationId xmlns:a16="http://schemas.microsoft.com/office/drawing/2014/main" id="{BDC038F8-12DC-9B48-A68C-450577D1A20F}"/>
                </a:ext>
              </a:extLst>
            </p:cNvPr>
            <p:cNvGrpSpPr>
              <a:grpSpLocks/>
            </p:cNvGrpSpPr>
            <p:nvPr/>
          </p:nvGrpSpPr>
          <p:grpSpPr bwMode="auto">
            <a:xfrm>
              <a:off x="1412" y="3559"/>
              <a:ext cx="1187" cy="357"/>
              <a:chOff x="4381" y="786"/>
              <a:chExt cx="1108" cy="357"/>
            </a:xfrm>
          </p:grpSpPr>
          <p:sp>
            <p:nvSpPr>
              <p:cNvPr id="176" name="Rectangle 69">
                <a:extLst>
                  <a:ext uri="{FF2B5EF4-FFF2-40B4-BE49-F238E27FC236}">
                    <a16:creationId xmlns:a16="http://schemas.microsoft.com/office/drawing/2014/main" id="{4D5710FE-0785-5A48-AEAB-0C21EC1AE885}"/>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7" name="Text Box 70">
                <a:extLst>
                  <a:ext uri="{FF2B5EF4-FFF2-40B4-BE49-F238E27FC236}">
                    <a16:creationId xmlns:a16="http://schemas.microsoft.com/office/drawing/2014/main" id="{43A695E4-463A-2748-9301-7528118E9D3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138.76.29.7, 5001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78" name="Group 71">
                <a:extLst>
                  <a:ext uri="{FF2B5EF4-FFF2-40B4-BE49-F238E27FC236}">
                    <a16:creationId xmlns:a16="http://schemas.microsoft.com/office/drawing/2014/main" id="{5EFBE55D-A0D8-694A-88A8-B573ACAB13D6}"/>
                  </a:ext>
                </a:extLst>
              </p:cNvPr>
              <p:cNvGrpSpPr>
                <a:grpSpLocks/>
              </p:cNvGrpSpPr>
              <p:nvPr/>
            </p:nvGrpSpPr>
            <p:grpSpPr bwMode="auto">
              <a:xfrm>
                <a:off x="5394" y="786"/>
                <a:ext cx="48" cy="99"/>
                <a:chOff x="5508" y="1599"/>
                <a:chExt cx="48" cy="99"/>
              </a:xfrm>
            </p:grpSpPr>
            <p:sp>
              <p:nvSpPr>
                <p:cNvPr id="183" name="Freeform 72">
                  <a:extLst>
                    <a:ext uri="{FF2B5EF4-FFF2-40B4-BE49-F238E27FC236}">
                      <a16:creationId xmlns:a16="http://schemas.microsoft.com/office/drawing/2014/main" id="{402B8F20-1A59-4B4A-B3CF-303CC9B8E9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4" name="Line 73">
                  <a:extLst>
                    <a:ext uri="{FF2B5EF4-FFF2-40B4-BE49-F238E27FC236}">
                      <a16:creationId xmlns:a16="http://schemas.microsoft.com/office/drawing/2014/main" id="{C93A4D0A-A948-B34D-A905-1543094B96EB}"/>
                    </a:ext>
                  </a:extLst>
                </p:cNvPr>
                <p:cNvSpPr>
                  <a:spLocks noChangeShapeType="1"/>
                </p:cNvSpPr>
                <p:nvPr/>
              </p:nvSpPr>
              <p:spPr bwMode="auto">
                <a:xfrm flipH="1">
                  <a:off x="5512"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5" name="Line 74">
                  <a:extLst>
                    <a:ext uri="{FF2B5EF4-FFF2-40B4-BE49-F238E27FC236}">
                      <a16:creationId xmlns:a16="http://schemas.microsoft.com/office/drawing/2014/main" id="{3BACA1BE-7962-FA48-BEC5-4229D5B10C4E}"/>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79" name="Group 75">
                <a:extLst>
                  <a:ext uri="{FF2B5EF4-FFF2-40B4-BE49-F238E27FC236}">
                    <a16:creationId xmlns:a16="http://schemas.microsoft.com/office/drawing/2014/main" id="{FFF4A8ED-4027-F64B-8F00-59B9F44532D9}"/>
                  </a:ext>
                </a:extLst>
              </p:cNvPr>
              <p:cNvGrpSpPr>
                <a:grpSpLocks/>
              </p:cNvGrpSpPr>
              <p:nvPr/>
            </p:nvGrpSpPr>
            <p:grpSpPr bwMode="auto">
              <a:xfrm>
                <a:off x="5382" y="1044"/>
                <a:ext cx="48" cy="99"/>
                <a:chOff x="5508" y="1599"/>
                <a:chExt cx="48" cy="99"/>
              </a:xfrm>
            </p:grpSpPr>
            <p:sp>
              <p:nvSpPr>
                <p:cNvPr id="180" name="Freeform 76">
                  <a:extLst>
                    <a:ext uri="{FF2B5EF4-FFF2-40B4-BE49-F238E27FC236}">
                      <a16:creationId xmlns:a16="http://schemas.microsoft.com/office/drawing/2014/main" id="{02A7CED3-D721-B04F-9DD9-9B40C20BEDBD}"/>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1" name="Line 77">
                  <a:extLst>
                    <a:ext uri="{FF2B5EF4-FFF2-40B4-BE49-F238E27FC236}">
                      <a16:creationId xmlns:a16="http://schemas.microsoft.com/office/drawing/2014/main" id="{788D0873-6A2B-684C-959E-AF81C0E35B39}"/>
                    </a:ext>
                  </a:extLst>
                </p:cNvPr>
                <p:cNvSpPr>
                  <a:spLocks noChangeShapeType="1"/>
                </p:cNvSpPr>
                <p:nvPr/>
              </p:nvSpPr>
              <p:spPr bwMode="auto">
                <a:xfrm flipH="1">
                  <a:off x="5510"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2" name="Line 78">
                  <a:extLst>
                    <a:ext uri="{FF2B5EF4-FFF2-40B4-BE49-F238E27FC236}">
                      <a16:creationId xmlns:a16="http://schemas.microsoft.com/office/drawing/2014/main" id="{3F474D4B-441F-5C41-AF76-916D637CC0B5}"/>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72" name="Line 79">
              <a:extLst>
                <a:ext uri="{FF2B5EF4-FFF2-40B4-BE49-F238E27FC236}">
                  <a16:creationId xmlns:a16="http://schemas.microsoft.com/office/drawing/2014/main" id="{9BE86E9B-A255-EA46-8072-9F9CD10625BB}"/>
                </a:ext>
              </a:extLst>
            </p:cNvPr>
            <p:cNvSpPr>
              <a:spLocks noChangeShapeType="1"/>
            </p:cNvSpPr>
            <p:nvPr/>
          </p:nvSpPr>
          <p:spPr bwMode="auto">
            <a:xfrm flipH="1">
              <a:off x="1026" y="3729"/>
              <a:ext cx="376"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73" name="Group 105">
              <a:extLst>
                <a:ext uri="{FF2B5EF4-FFF2-40B4-BE49-F238E27FC236}">
                  <a16:creationId xmlns:a16="http://schemas.microsoft.com/office/drawing/2014/main" id="{06A01750-5D72-784D-A71D-2DB7AD454DC8}"/>
                </a:ext>
              </a:extLst>
            </p:cNvPr>
            <p:cNvGrpSpPr>
              <a:grpSpLocks/>
            </p:cNvGrpSpPr>
            <p:nvPr/>
          </p:nvGrpSpPr>
          <p:grpSpPr bwMode="auto">
            <a:xfrm>
              <a:off x="1143" y="3613"/>
              <a:ext cx="218" cy="231"/>
              <a:chOff x="5140" y="400"/>
              <a:chExt cx="218" cy="231"/>
            </a:xfrm>
          </p:grpSpPr>
          <p:sp>
            <p:nvSpPr>
              <p:cNvPr id="174" name="Oval 106">
                <a:extLst>
                  <a:ext uri="{FF2B5EF4-FFF2-40B4-BE49-F238E27FC236}">
                    <a16:creationId xmlns:a16="http://schemas.microsoft.com/office/drawing/2014/main" id="{2E30B4AA-4B2F-4A43-A5B1-B7EAE1C5ADFC}"/>
                  </a:ext>
                </a:extLst>
              </p:cNvPr>
              <p:cNvSpPr>
                <a:spLocks noChangeArrowheads="1"/>
              </p:cNvSpPr>
              <p:nvPr/>
            </p:nvSpPr>
            <p:spPr bwMode="auto">
              <a:xfrm>
                <a:off x="5140" y="410"/>
                <a:ext cx="218" cy="218"/>
              </a:xfrm>
              <a:prstGeom prst="ellipse">
                <a:avLst/>
              </a:prstGeom>
              <a:solidFill>
                <a:srgbClr val="FFFFFF"/>
              </a:solidFill>
              <a:ln w="9525">
                <a:solidFill>
                  <a:srgbClr val="FF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5" name="Text Box 107">
                <a:extLst>
                  <a:ext uri="{FF2B5EF4-FFF2-40B4-BE49-F238E27FC236}">
                    <a16:creationId xmlns:a16="http://schemas.microsoft.com/office/drawing/2014/main" id="{9624DBA2-B294-A642-8E53-F51CB962FB2D}"/>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p>
            </p:txBody>
          </p:sp>
        </p:grpSp>
      </p:grpSp>
      <p:grpSp>
        <p:nvGrpSpPr>
          <p:cNvPr id="186" name="Group 112">
            <a:extLst>
              <a:ext uri="{FF2B5EF4-FFF2-40B4-BE49-F238E27FC236}">
                <a16:creationId xmlns:a16="http://schemas.microsoft.com/office/drawing/2014/main" id="{A97E6727-89A2-3046-B6AF-31E613B89650}"/>
              </a:ext>
            </a:extLst>
          </p:cNvPr>
          <p:cNvGrpSpPr>
            <a:grpSpLocks/>
          </p:cNvGrpSpPr>
          <p:nvPr/>
        </p:nvGrpSpPr>
        <p:grpSpPr bwMode="auto">
          <a:xfrm>
            <a:off x="570534" y="1870421"/>
            <a:ext cx="6465888" cy="2052637"/>
            <a:chOff x="-826" y="1306"/>
            <a:chExt cx="4073" cy="1293"/>
          </a:xfrm>
        </p:grpSpPr>
        <p:sp>
          <p:nvSpPr>
            <p:cNvPr id="187" name="Text Box 82">
              <a:extLst>
                <a:ext uri="{FF2B5EF4-FFF2-40B4-BE49-F238E27FC236}">
                  <a16:creationId xmlns:a16="http://schemas.microsoft.com/office/drawing/2014/main" id="{B476178C-8B46-4945-9E70-1B47BD54703E}"/>
                </a:ext>
              </a:extLst>
            </p:cNvPr>
            <p:cNvSpPr txBox="1">
              <a:spLocks noChangeArrowheads="1"/>
            </p:cNvSpPr>
            <p:nvPr/>
          </p:nvSpPr>
          <p:spPr bwMode="auto">
            <a:xfrm>
              <a:off x="-826" y="1306"/>
              <a:ext cx="1986" cy="8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NAT router changes datagram source address from 10.0.0.1, 3345 to 138.76.29.7, 5001,</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updates table</a:t>
              </a:r>
              <a:endParaRPr kumimoji="0" lang="en-US" altLang="en-US" sz="1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endParaRPr>
            </a:p>
          </p:txBody>
        </p:sp>
        <p:sp>
          <p:nvSpPr>
            <p:cNvPr id="188" name="Line 83">
              <a:extLst>
                <a:ext uri="{FF2B5EF4-FFF2-40B4-BE49-F238E27FC236}">
                  <a16:creationId xmlns:a16="http://schemas.microsoft.com/office/drawing/2014/main" id="{39A4F056-0635-3B4E-AF02-5943F4D9B3AF}"/>
                </a:ext>
              </a:extLst>
            </p:cNvPr>
            <p:cNvSpPr>
              <a:spLocks noChangeShapeType="1"/>
            </p:cNvSpPr>
            <p:nvPr/>
          </p:nvSpPr>
          <p:spPr bwMode="auto">
            <a:xfrm>
              <a:off x="1285" y="2243"/>
              <a:ext cx="147" cy="356"/>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9" name="Line 110">
              <a:extLst>
                <a:ext uri="{FF2B5EF4-FFF2-40B4-BE49-F238E27FC236}">
                  <a16:creationId xmlns:a16="http://schemas.microsoft.com/office/drawing/2014/main" id="{6A4AF0BA-7183-7E4F-8F56-54A31682489C}"/>
                </a:ext>
              </a:extLst>
            </p:cNvPr>
            <p:cNvSpPr>
              <a:spLocks noChangeShapeType="1"/>
            </p:cNvSpPr>
            <p:nvPr/>
          </p:nvSpPr>
          <p:spPr bwMode="auto">
            <a:xfrm flipV="1">
              <a:off x="1275" y="1788"/>
              <a:ext cx="663" cy="45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0" name="Line 111">
              <a:extLst>
                <a:ext uri="{FF2B5EF4-FFF2-40B4-BE49-F238E27FC236}">
                  <a16:creationId xmlns:a16="http://schemas.microsoft.com/office/drawing/2014/main" id="{3FE0283C-E21B-D542-9E39-C2801B50C383}"/>
                </a:ext>
              </a:extLst>
            </p:cNvPr>
            <p:cNvSpPr>
              <a:spLocks noChangeShapeType="1"/>
            </p:cNvSpPr>
            <p:nvPr/>
          </p:nvSpPr>
          <p:spPr bwMode="auto">
            <a:xfrm flipV="1">
              <a:off x="1275" y="1751"/>
              <a:ext cx="1972" cy="491"/>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1" name="Group 129">
            <a:extLst>
              <a:ext uri="{FF2B5EF4-FFF2-40B4-BE49-F238E27FC236}">
                <a16:creationId xmlns:a16="http://schemas.microsoft.com/office/drawing/2014/main" id="{A019D077-2ABB-3344-ACBC-93645C742D99}"/>
              </a:ext>
            </a:extLst>
          </p:cNvPr>
          <p:cNvGrpSpPr>
            <a:grpSpLocks/>
          </p:cNvGrpSpPr>
          <p:nvPr/>
        </p:nvGrpSpPr>
        <p:grpSpPr bwMode="auto">
          <a:xfrm>
            <a:off x="3242297" y="4880321"/>
            <a:ext cx="2471737" cy="703262"/>
            <a:chOff x="1163" y="3752"/>
            <a:chExt cx="1557" cy="443"/>
          </a:xfrm>
        </p:grpSpPr>
        <p:sp>
          <p:nvSpPr>
            <p:cNvPr id="192" name="Rectangle 115">
              <a:extLst>
                <a:ext uri="{FF2B5EF4-FFF2-40B4-BE49-F238E27FC236}">
                  <a16:creationId xmlns:a16="http://schemas.microsoft.com/office/drawing/2014/main" id="{B8F66CC1-3037-E74D-A021-4043072ED947}"/>
                </a:ext>
              </a:extLst>
            </p:cNvPr>
            <p:cNvSpPr>
              <a:spLocks noChangeArrowheads="1"/>
            </p:cNvSpPr>
            <p:nvPr/>
          </p:nvSpPr>
          <p:spPr bwMode="auto">
            <a:xfrm>
              <a:off x="1163" y="3796"/>
              <a:ext cx="1183"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3" name="Text Box 116">
              <a:extLst>
                <a:ext uri="{FF2B5EF4-FFF2-40B4-BE49-F238E27FC236}">
                  <a16:creationId xmlns:a16="http://schemas.microsoft.com/office/drawing/2014/main" id="{A4628EB5-017E-9542-B612-BEF665CB9DC7}"/>
                </a:ext>
              </a:extLst>
            </p:cNvPr>
            <p:cNvSpPr txBox="1">
              <a:spLocks noChangeArrowheads="1"/>
            </p:cNvSpPr>
            <p:nvPr/>
          </p:nvSpPr>
          <p:spPr bwMode="auto">
            <a:xfrm>
              <a:off x="1281" y="3788"/>
              <a:ext cx="112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138.76.29.7, 5001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4" name="Group 117">
              <a:extLst>
                <a:ext uri="{FF2B5EF4-FFF2-40B4-BE49-F238E27FC236}">
                  <a16:creationId xmlns:a16="http://schemas.microsoft.com/office/drawing/2014/main" id="{42DDB704-CE98-4E46-A7DE-DDB1433EC314}"/>
                </a:ext>
              </a:extLst>
            </p:cNvPr>
            <p:cNvGrpSpPr>
              <a:grpSpLocks/>
            </p:cNvGrpSpPr>
            <p:nvPr/>
          </p:nvGrpSpPr>
          <p:grpSpPr bwMode="auto">
            <a:xfrm>
              <a:off x="1214" y="3752"/>
              <a:ext cx="52" cy="99"/>
              <a:chOff x="5508" y="1599"/>
              <a:chExt cx="48" cy="99"/>
            </a:xfrm>
          </p:grpSpPr>
          <p:sp>
            <p:nvSpPr>
              <p:cNvPr id="203" name="Freeform 118">
                <a:extLst>
                  <a:ext uri="{FF2B5EF4-FFF2-40B4-BE49-F238E27FC236}">
                    <a16:creationId xmlns:a16="http://schemas.microsoft.com/office/drawing/2014/main" id="{348FD55D-4B52-B141-A915-FB610816735E}"/>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4" name="Line 119">
                <a:extLst>
                  <a:ext uri="{FF2B5EF4-FFF2-40B4-BE49-F238E27FC236}">
                    <a16:creationId xmlns:a16="http://schemas.microsoft.com/office/drawing/2014/main" id="{89E11CA1-32B5-9E44-B372-81818A9648F2}"/>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5" name="Line 120">
                <a:extLst>
                  <a:ext uri="{FF2B5EF4-FFF2-40B4-BE49-F238E27FC236}">
                    <a16:creationId xmlns:a16="http://schemas.microsoft.com/office/drawing/2014/main" id="{E1A1A68F-98DF-6140-8A3B-CC4EC09C27CC}"/>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5" name="Group 121">
              <a:extLst>
                <a:ext uri="{FF2B5EF4-FFF2-40B4-BE49-F238E27FC236}">
                  <a16:creationId xmlns:a16="http://schemas.microsoft.com/office/drawing/2014/main" id="{AA767CA3-B9AF-1947-9E8B-7B78A42C71FF}"/>
                </a:ext>
              </a:extLst>
            </p:cNvPr>
            <p:cNvGrpSpPr>
              <a:grpSpLocks/>
            </p:cNvGrpSpPr>
            <p:nvPr/>
          </p:nvGrpSpPr>
          <p:grpSpPr bwMode="auto">
            <a:xfrm>
              <a:off x="1193" y="3984"/>
              <a:ext cx="52" cy="99"/>
              <a:chOff x="5508" y="1599"/>
              <a:chExt cx="48" cy="99"/>
            </a:xfrm>
          </p:grpSpPr>
          <p:sp>
            <p:nvSpPr>
              <p:cNvPr id="200" name="Freeform 122">
                <a:extLst>
                  <a:ext uri="{FF2B5EF4-FFF2-40B4-BE49-F238E27FC236}">
                    <a16:creationId xmlns:a16="http://schemas.microsoft.com/office/drawing/2014/main" id="{E2185BCA-8B31-CA41-B7BE-278DC93C149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1" name="Line 123">
                <a:extLst>
                  <a:ext uri="{FF2B5EF4-FFF2-40B4-BE49-F238E27FC236}">
                    <a16:creationId xmlns:a16="http://schemas.microsoft.com/office/drawing/2014/main" id="{4ACEFFB9-09D4-C34F-AFD8-91F81AEB14B7}"/>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2" name="Line 124">
                <a:extLst>
                  <a:ext uri="{FF2B5EF4-FFF2-40B4-BE49-F238E27FC236}">
                    <a16:creationId xmlns:a16="http://schemas.microsoft.com/office/drawing/2014/main" id="{101431C9-4CC0-D847-919C-0DBB752E6AB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96" name="Line 125">
              <a:extLst>
                <a:ext uri="{FF2B5EF4-FFF2-40B4-BE49-F238E27FC236}">
                  <a16:creationId xmlns:a16="http://schemas.microsoft.com/office/drawing/2014/main" id="{502198D0-5261-8C4C-8E3A-DF3954900C3B}"/>
                </a:ext>
              </a:extLst>
            </p:cNvPr>
            <p:cNvSpPr>
              <a:spLocks noChangeShapeType="1"/>
            </p:cNvSpPr>
            <p:nvPr/>
          </p:nvSpPr>
          <p:spPr bwMode="auto">
            <a:xfrm flipH="1">
              <a:off x="2344" y="3931"/>
              <a:ext cx="376" cy="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7" name="Group 126">
              <a:extLst>
                <a:ext uri="{FF2B5EF4-FFF2-40B4-BE49-F238E27FC236}">
                  <a16:creationId xmlns:a16="http://schemas.microsoft.com/office/drawing/2014/main" id="{B5A4AEEA-E775-7C48-85F8-7A891122D441}"/>
                </a:ext>
              </a:extLst>
            </p:cNvPr>
            <p:cNvGrpSpPr>
              <a:grpSpLocks/>
            </p:cNvGrpSpPr>
            <p:nvPr/>
          </p:nvGrpSpPr>
          <p:grpSpPr bwMode="auto">
            <a:xfrm>
              <a:off x="2409" y="3815"/>
              <a:ext cx="218" cy="231"/>
              <a:chOff x="5140" y="400"/>
              <a:chExt cx="218" cy="231"/>
            </a:xfrm>
          </p:grpSpPr>
          <p:sp>
            <p:nvSpPr>
              <p:cNvPr id="198" name="Oval 127">
                <a:extLst>
                  <a:ext uri="{FF2B5EF4-FFF2-40B4-BE49-F238E27FC236}">
                    <a16:creationId xmlns:a16="http://schemas.microsoft.com/office/drawing/2014/main" id="{6DD6378B-4529-F246-A000-43AD78D87615}"/>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9" name="Text Box 128">
                <a:extLst>
                  <a:ext uri="{FF2B5EF4-FFF2-40B4-BE49-F238E27FC236}">
                    <a16:creationId xmlns:a16="http://schemas.microsoft.com/office/drawing/2014/main" id="{3F008E50-4578-AA40-AA1A-1A25E18912AB}"/>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p>
            </p:txBody>
          </p:sp>
        </p:grpSp>
      </p:grpSp>
      <p:sp>
        <p:nvSpPr>
          <p:cNvPr id="206" name="Text Box 131">
            <a:extLst>
              <a:ext uri="{FF2B5EF4-FFF2-40B4-BE49-F238E27FC236}">
                <a16:creationId xmlns:a16="http://schemas.microsoft.com/office/drawing/2014/main" id="{5B16A2E0-A7C5-3944-8912-ED29E0528737}"/>
              </a:ext>
            </a:extLst>
          </p:cNvPr>
          <p:cNvSpPr txBox="1">
            <a:spLocks noChangeArrowheads="1"/>
          </p:cNvSpPr>
          <p:nvPr/>
        </p:nvSpPr>
        <p:spPr bwMode="auto">
          <a:xfrm>
            <a:off x="3146424" y="5435532"/>
            <a:ext cx="3559175"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reply arrives, destination address: 138.76.29.7, 5001</a:t>
            </a:r>
          </a:p>
        </p:txBody>
      </p:sp>
      <p:sp>
        <p:nvSpPr>
          <p:cNvPr id="227" name="Text Box 12">
            <a:extLst>
              <a:ext uri="{FF2B5EF4-FFF2-40B4-BE49-F238E27FC236}">
                <a16:creationId xmlns:a16="http://schemas.microsoft.com/office/drawing/2014/main" id="{49399310-E32F-3746-9746-E3074C89CF53}"/>
              </a:ext>
            </a:extLst>
          </p:cNvPr>
          <p:cNvSpPr txBox="1">
            <a:spLocks noChangeArrowheads="1"/>
          </p:cNvSpPr>
          <p:nvPr/>
        </p:nvSpPr>
        <p:spPr bwMode="auto">
          <a:xfrm>
            <a:off x="9442128" y="3445831"/>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228" name="Text Box 13">
            <a:extLst>
              <a:ext uri="{FF2B5EF4-FFF2-40B4-BE49-F238E27FC236}">
                <a16:creationId xmlns:a16="http://schemas.microsoft.com/office/drawing/2014/main" id="{79FD3F69-B708-374C-8283-25925B0CF8A1}"/>
              </a:ext>
            </a:extLst>
          </p:cNvPr>
          <p:cNvSpPr txBox="1">
            <a:spLocks noChangeArrowheads="1"/>
          </p:cNvSpPr>
          <p:nvPr/>
        </p:nvSpPr>
        <p:spPr bwMode="auto">
          <a:xfrm>
            <a:off x="9387377" y="413911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229" name="Text Box 14">
            <a:extLst>
              <a:ext uri="{FF2B5EF4-FFF2-40B4-BE49-F238E27FC236}">
                <a16:creationId xmlns:a16="http://schemas.microsoft.com/office/drawing/2014/main" id="{7F37117D-9CBA-6142-9514-CEDB512B982C}"/>
              </a:ext>
            </a:extLst>
          </p:cNvPr>
          <p:cNvSpPr txBox="1">
            <a:spLocks noChangeArrowheads="1"/>
          </p:cNvSpPr>
          <p:nvPr/>
        </p:nvSpPr>
        <p:spPr bwMode="auto">
          <a:xfrm>
            <a:off x="9361024" y="486174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grpSp>
        <p:nvGrpSpPr>
          <p:cNvPr id="230" name="Group 107">
            <a:extLst>
              <a:ext uri="{FF2B5EF4-FFF2-40B4-BE49-F238E27FC236}">
                <a16:creationId xmlns:a16="http://schemas.microsoft.com/office/drawing/2014/main" id="{5A276570-5620-5249-95EA-FFEFE4E5954C}"/>
              </a:ext>
            </a:extLst>
          </p:cNvPr>
          <p:cNvGrpSpPr>
            <a:grpSpLocks/>
          </p:cNvGrpSpPr>
          <p:nvPr/>
        </p:nvGrpSpPr>
        <p:grpSpPr bwMode="auto">
          <a:xfrm flipH="1">
            <a:off x="10194143" y="3285987"/>
            <a:ext cx="641350" cy="558800"/>
            <a:chOff x="-44" y="1473"/>
            <a:chExt cx="981" cy="1105"/>
          </a:xfrm>
        </p:grpSpPr>
        <p:pic>
          <p:nvPicPr>
            <p:cNvPr id="231" name="Picture 108" descr="desktop_computer_stylized_medium">
              <a:extLst>
                <a:ext uri="{FF2B5EF4-FFF2-40B4-BE49-F238E27FC236}">
                  <a16:creationId xmlns:a16="http://schemas.microsoft.com/office/drawing/2014/main" id="{5A6AA966-22DC-6D4E-B91F-0DFE251A8C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09">
              <a:extLst>
                <a:ext uri="{FF2B5EF4-FFF2-40B4-BE49-F238E27FC236}">
                  <a16:creationId xmlns:a16="http://schemas.microsoft.com/office/drawing/2014/main" id="{AC8248F8-AA55-9E46-99C8-227C0C6A442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3" name="Group 110">
            <a:extLst>
              <a:ext uri="{FF2B5EF4-FFF2-40B4-BE49-F238E27FC236}">
                <a16:creationId xmlns:a16="http://schemas.microsoft.com/office/drawing/2014/main" id="{F7931E40-ABE0-FB4C-8BE6-E5CA5D446986}"/>
              </a:ext>
            </a:extLst>
          </p:cNvPr>
          <p:cNvGrpSpPr>
            <a:grpSpLocks/>
          </p:cNvGrpSpPr>
          <p:nvPr/>
        </p:nvGrpSpPr>
        <p:grpSpPr bwMode="auto">
          <a:xfrm flipH="1">
            <a:off x="10120943" y="3976903"/>
            <a:ext cx="641350" cy="558800"/>
            <a:chOff x="-44" y="1473"/>
            <a:chExt cx="981" cy="1105"/>
          </a:xfrm>
        </p:grpSpPr>
        <p:pic>
          <p:nvPicPr>
            <p:cNvPr id="234" name="Picture 111" descr="desktop_computer_stylized_medium">
              <a:extLst>
                <a:ext uri="{FF2B5EF4-FFF2-40B4-BE49-F238E27FC236}">
                  <a16:creationId xmlns:a16="http://schemas.microsoft.com/office/drawing/2014/main" id="{46410F71-6550-6941-8D6A-82A57E4875A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 name="Freeform 112">
              <a:extLst>
                <a:ext uri="{FF2B5EF4-FFF2-40B4-BE49-F238E27FC236}">
                  <a16:creationId xmlns:a16="http://schemas.microsoft.com/office/drawing/2014/main" id="{F4181B7B-5A98-CF43-AEE4-B0DD513BAC6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6" name="Group 113">
            <a:extLst>
              <a:ext uri="{FF2B5EF4-FFF2-40B4-BE49-F238E27FC236}">
                <a16:creationId xmlns:a16="http://schemas.microsoft.com/office/drawing/2014/main" id="{861D5467-8367-2443-9B4C-1AEA7B8ECA68}"/>
              </a:ext>
            </a:extLst>
          </p:cNvPr>
          <p:cNvGrpSpPr>
            <a:grpSpLocks/>
          </p:cNvGrpSpPr>
          <p:nvPr/>
        </p:nvGrpSpPr>
        <p:grpSpPr bwMode="auto">
          <a:xfrm flipH="1">
            <a:off x="10140169" y="4685809"/>
            <a:ext cx="641350" cy="558800"/>
            <a:chOff x="-44" y="1473"/>
            <a:chExt cx="981" cy="1105"/>
          </a:xfrm>
        </p:grpSpPr>
        <p:pic>
          <p:nvPicPr>
            <p:cNvPr id="237" name="Picture 114" descr="desktop_computer_stylized_medium">
              <a:extLst>
                <a:ext uri="{FF2B5EF4-FFF2-40B4-BE49-F238E27FC236}">
                  <a16:creationId xmlns:a16="http://schemas.microsoft.com/office/drawing/2014/main" id="{F446E0AC-D5ED-E540-8785-FC1BD31A3F6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5">
              <a:extLst>
                <a:ext uri="{FF2B5EF4-FFF2-40B4-BE49-F238E27FC236}">
                  <a16:creationId xmlns:a16="http://schemas.microsoft.com/office/drawing/2014/main" id="{64F8FFEC-C205-9D46-881B-232F00BBEB1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239" name="Straight Connector 238">
            <a:extLst>
              <a:ext uri="{FF2B5EF4-FFF2-40B4-BE49-F238E27FC236}">
                <a16:creationId xmlns:a16="http://schemas.microsoft.com/office/drawing/2014/main" id="{562723B0-260D-DF45-850D-1F83CDD55DF2}"/>
              </a:ext>
            </a:extLst>
          </p:cNvPr>
          <p:cNvCxnSpPr>
            <a:cxnSpLocks/>
          </p:cNvCxnSpPr>
          <p:nvPr/>
        </p:nvCxnSpPr>
        <p:spPr>
          <a:xfrm>
            <a:off x="9963568" y="37327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E93D9DA7-8220-C94D-A035-54D2439B3DCA}"/>
              </a:ext>
            </a:extLst>
          </p:cNvPr>
          <p:cNvCxnSpPr>
            <a:cxnSpLocks/>
          </p:cNvCxnSpPr>
          <p:nvPr/>
        </p:nvCxnSpPr>
        <p:spPr>
          <a:xfrm>
            <a:off x="9891178" y="44185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18D6C476-F9DB-5545-BB86-8E00D4536D0E}"/>
              </a:ext>
            </a:extLst>
          </p:cNvPr>
          <p:cNvCxnSpPr>
            <a:cxnSpLocks/>
          </p:cNvCxnSpPr>
          <p:nvPr/>
        </p:nvCxnSpPr>
        <p:spPr>
          <a:xfrm>
            <a:off x="9910228" y="513482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B12C04C6-16E3-F846-AACA-B4245DBFD6F2}"/>
              </a:ext>
            </a:extLst>
          </p:cNvPr>
          <p:cNvGrpSpPr/>
          <p:nvPr/>
        </p:nvGrpSpPr>
        <p:grpSpPr>
          <a:xfrm>
            <a:off x="3937552" y="4333461"/>
            <a:ext cx="3034748" cy="304800"/>
            <a:chOff x="2454675" y="2927412"/>
            <a:chExt cx="4705166" cy="431082"/>
          </a:xfrm>
        </p:grpSpPr>
        <p:cxnSp>
          <p:nvCxnSpPr>
            <p:cNvPr id="246" name="Straight Connector 245">
              <a:extLst>
                <a:ext uri="{FF2B5EF4-FFF2-40B4-BE49-F238E27FC236}">
                  <a16:creationId xmlns:a16="http://schemas.microsoft.com/office/drawing/2014/main" id="{E627D780-1323-2748-B302-A7E383AEE6BE}"/>
                </a:ext>
              </a:extLst>
            </p:cNvPr>
            <p:cNvCxnSpPr/>
            <p:nvPr/>
          </p:nvCxnSpPr>
          <p:spPr>
            <a:xfrm>
              <a:off x="2454675" y="3124940"/>
              <a:ext cx="470516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7" name="Group 246">
              <a:extLst>
                <a:ext uri="{FF2B5EF4-FFF2-40B4-BE49-F238E27FC236}">
                  <a16:creationId xmlns:a16="http://schemas.microsoft.com/office/drawing/2014/main" id="{9AB30032-A510-F64D-97F2-6FC662A0EA56}"/>
                </a:ext>
              </a:extLst>
            </p:cNvPr>
            <p:cNvGrpSpPr/>
            <p:nvPr/>
          </p:nvGrpSpPr>
          <p:grpSpPr>
            <a:xfrm>
              <a:off x="5427861" y="2927412"/>
              <a:ext cx="1040553" cy="431082"/>
              <a:chOff x="7493876" y="2774731"/>
              <a:chExt cx="1481958" cy="894622"/>
            </a:xfrm>
          </p:grpSpPr>
          <p:sp>
            <p:nvSpPr>
              <p:cNvPr id="248" name="Freeform 247">
                <a:extLst>
                  <a:ext uri="{FF2B5EF4-FFF2-40B4-BE49-F238E27FC236}">
                    <a16:creationId xmlns:a16="http://schemas.microsoft.com/office/drawing/2014/main" id="{A1997FEC-C6AB-9545-A2D9-61FD862EE3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9" name="Oval 248">
                <a:extLst>
                  <a:ext uri="{FF2B5EF4-FFF2-40B4-BE49-F238E27FC236}">
                    <a16:creationId xmlns:a16="http://schemas.microsoft.com/office/drawing/2014/main" id="{0E38C263-DE9A-7047-B28D-3D2374F54F6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0" name="Group 249">
                <a:extLst>
                  <a:ext uri="{FF2B5EF4-FFF2-40B4-BE49-F238E27FC236}">
                    <a16:creationId xmlns:a16="http://schemas.microsoft.com/office/drawing/2014/main" id="{D5529F41-5E24-9D46-BA03-33C065DA3213}"/>
                  </a:ext>
                </a:extLst>
              </p:cNvPr>
              <p:cNvGrpSpPr/>
              <p:nvPr/>
            </p:nvGrpSpPr>
            <p:grpSpPr>
              <a:xfrm>
                <a:off x="7713663" y="2848339"/>
                <a:ext cx="1042107" cy="425543"/>
                <a:chOff x="7786941" y="2884917"/>
                <a:chExt cx="897649" cy="353919"/>
              </a:xfrm>
            </p:grpSpPr>
            <p:sp>
              <p:nvSpPr>
                <p:cNvPr id="251" name="Freeform 250">
                  <a:extLst>
                    <a:ext uri="{FF2B5EF4-FFF2-40B4-BE49-F238E27FC236}">
                      <a16:creationId xmlns:a16="http://schemas.microsoft.com/office/drawing/2014/main" id="{AE15E879-3143-CB42-BEE3-B6A32D2D0C7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2" name="Freeform 251">
                  <a:extLst>
                    <a:ext uri="{FF2B5EF4-FFF2-40B4-BE49-F238E27FC236}">
                      <a16:creationId xmlns:a16="http://schemas.microsoft.com/office/drawing/2014/main" id="{DF86F847-AACC-7541-950E-BCAC8B0770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3" name="Freeform 252">
                  <a:extLst>
                    <a:ext uri="{FF2B5EF4-FFF2-40B4-BE49-F238E27FC236}">
                      <a16:creationId xmlns:a16="http://schemas.microsoft.com/office/drawing/2014/main" id="{73A10729-E988-9C44-AF80-3AA3BE3350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4" name="Freeform 253">
                  <a:extLst>
                    <a:ext uri="{FF2B5EF4-FFF2-40B4-BE49-F238E27FC236}">
                      <a16:creationId xmlns:a16="http://schemas.microsoft.com/office/drawing/2014/main" id="{17D86888-2395-8649-A2AB-2EED2F8EE04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cxnSp>
        <p:nvCxnSpPr>
          <p:cNvPr id="255" name="Straight Arrow Connector 254">
            <a:extLst>
              <a:ext uri="{FF2B5EF4-FFF2-40B4-BE49-F238E27FC236}">
                <a16:creationId xmlns:a16="http://schemas.microsoft.com/office/drawing/2014/main" id="{7FD54FD3-566B-9D4F-9E44-CAE5EE93D481}"/>
              </a:ext>
            </a:extLst>
          </p:cNvPr>
          <p:cNvCxnSpPr/>
          <p:nvPr/>
        </p:nvCxnSpPr>
        <p:spPr>
          <a:xfrm flipV="1">
            <a:off x="5701553" y="4503542"/>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6" name="Straight Arrow Connector 255">
            <a:extLst>
              <a:ext uri="{FF2B5EF4-FFF2-40B4-BE49-F238E27FC236}">
                <a16:creationId xmlns:a16="http://schemas.microsoft.com/office/drawing/2014/main" id="{2E39225B-8D0F-9646-AC3E-B27235CCF047}"/>
              </a:ext>
            </a:extLst>
          </p:cNvPr>
          <p:cNvCxnSpPr>
            <a:cxnSpLocks/>
          </p:cNvCxnSpPr>
          <p:nvPr/>
        </p:nvCxnSpPr>
        <p:spPr>
          <a:xfrm>
            <a:off x="6577649" y="4166958"/>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2" name="Slide Number Placeholder 3">
            <a:extLst>
              <a:ext uri="{FF2B5EF4-FFF2-40B4-BE49-F238E27FC236}">
                <a16:creationId xmlns:a16="http://schemas.microsoft.com/office/drawing/2014/main" id="{9F67CE8D-C42D-5F41-A08F-EBC69C9720F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18</a:t>
            </a:fld>
            <a:endParaRPr lang="en-US" dirty="0"/>
          </a:p>
        </p:txBody>
      </p:sp>
    </p:spTree>
    <p:extLst>
      <p:ext uri="{BB962C8B-B14F-4D97-AF65-F5344CB8AC3E}">
        <p14:creationId xmlns:p14="http://schemas.microsoft.com/office/powerpoint/2010/main" val="8042827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125"/>
                                        </p:tgtEl>
                                        <p:attrNameLst>
                                          <p:attrName>style.visibility</p:attrName>
                                        </p:attrNameLst>
                                      </p:cBhvr>
                                      <p:to>
                                        <p:strVal val="visible"/>
                                      </p:to>
                                    </p:set>
                                    <p:animEffect transition="in" filter="wipe(right)">
                                      <p:cBhvr>
                                        <p:cTn id="7" dur="1000"/>
                                        <p:tgtEl>
                                          <p:spTgt spid="125"/>
                                        </p:tgtEl>
                                      </p:cBhvr>
                                    </p:animEffect>
                                  </p:childTnLst>
                                </p:cTn>
                              </p:par>
                            </p:childTnLst>
                          </p:cTn>
                        </p:par>
                        <p:par>
                          <p:cTn id="8" fill="hold">
                            <p:stCondLst>
                              <p:cond delay="1000"/>
                            </p:stCondLst>
                            <p:childTnLst>
                              <p:par>
                                <p:cTn id="9" presetID="1" presetClass="entr" presetSubtype="0" fill="hold" nodeType="afterEffect">
                                  <p:stCondLst>
                                    <p:cond delay="0"/>
                                  </p:stCondLst>
                                  <p:childTnLst>
                                    <p:set>
                                      <p:cBhvr>
                                        <p:cTn id="10" dur="1" fill="hold">
                                          <p:stCondLst>
                                            <p:cond delay="0"/>
                                          </p:stCondLst>
                                        </p:cTn>
                                        <p:tgtEl>
                                          <p:spTgt spid="145"/>
                                        </p:tgtEl>
                                        <p:attrNameLst>
                                          <p:attrName>style.visibility</p:attrName>
                                        </p:attrNameLst>
                                      </p:cBhvr>
                                      <p:to>
                                        <p:strVal val="visible"/>
                                      </p:to>
                                    </p:set>
                                  </p:childTnLst>
                                  <p:subTnLst>
                                    <p:set>
                                      <p:cBhvr override="childStyle">
                                        <p:cTn dur="1" fill="hold" display="0" masterRel="nextClick" afterEffect="1"/>
                                        <p:tgtEl>
                                          <p:spTgt spid="145"/>
                                        </p:tgtEl>
                                        <p:attrNameLst>
                                          <p:attrName>style.visibility</p:attrName>
                                        </p:attrNameLst>
                                      </p:cBhvr>
                                      <p:to>
                                        <p:strVal val="hidden"/>
                                      </p:to>
                                    </p:set>
                                  </p:sub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170"/>
                                        </p:tgtEl>
                                        <p:attrNameLst>
                                          <p:attrName>style.visibility</p:attrName>
                                        </p:attrNameLst>
                                      </p:cBhvr>
                                      <p:to>
                                        <p:strVal val="visible"/>
                                      </p:to>
                                    </p:set>
                                    <p:animEffect transition="in" filter="wipe(right)">
                                      <p:cBhvr>
                                        <p:cTn id="15" dur="1000"/>
                                        <p:tgtEl>
                                          <p:spTgt spid="170"/>
                                        </p:tgtEl>
                                      </p:cBhvr>
                                    </p:animEffect>
                                  </p:childTnLst>
                                </p:cTn>
                              </p:par>
                            </p:childTnLst>
                          </p:cTn>
                        </p:par>
                        <p:par>
                          <p:cTn id="16" fill="hold">
                            <p:stCondLst>
                              <p:cond delay="1000"/>
                            </p:stCondLst>
                            <p:childTnLst>
                              <p:par>
                                <p:cTn id="17" presetID="1" presetClass="entr" presetSubtype="0" fill="hold" grpId="0" nodeType="afterEffect">
                                  <p:stCondLst>
                                    <p:cond delay="0"/>
                                  </p:stCondLst>
                                  <p:childTnLst>
                                    <p:set>
                                      <p:cBhvr>
                                        <p:cTn id="18" dur="1" fill="hold">
                                          <p:stCondLst>
                                            <p:cond delay="0"/>
                                          </p:stCondLst>
                                        </p:cTn>
                                        <p:tgtEl>
                                          <p:spTgt spid="154"/>
                                        </p:tgtEl>
                                        <p:attrNameLst>
                                          <p:attrName>style.visibility</p:attrName>
                                        </p:attrNameLst>
                                      </p:cBhvr>
                                      <p:to>
                                        <p:strVal val="visible"/>
                                      </p:to>
                                    </p:set>
                                  </p:childTnLst>
                                </p:cTn>
                              </p:par>
                            </p:childTnLst>
                          </p:cTn>
                        </p:par>
                        <p:par>
                          <p:cTn id="19" fill="hold">
                            <p:stCondLst>
                              <p:cond delay="1000"/>
                            </p:stCondLst>
                            <p:childTnLst>
                              <p:par>
                                <p:cTn id="20" presetID="1" presetClass="entr" presetSubtype="0" fill="hold" nodeType="afterEffect">
                                  <p:stCondLst>
                                    <p:cond delay="0"/>
                                  </p:stCondLst>
                                  <p:childTnLst>
                                    <p:set>
                                      <p:cBhvr>
                                        <p:cTn id="21" dur="1" fill="hold">
                                          <p:stCondLst>
                                            <p:cond delay="0"/>
                                          </p:stCondLst>
                                        </p:cTn>
                                        <p:tgtEl>
                                          <p:spTgt spid="186"/>
                                        </p:tgtEl>
                                        <p:attrNameLst>
                                          <p:attrName>style.visibility</p:attrName>
                                        </p:attrNameLst>
                                      </p:cBhvr>
                                      <p:to>
                                        <p:strVal val="visible"/>
                                      </p:to>
                                    </p:set>
                                  </p:childTnLst>
                                  <p:subTnLst>
                                    <p:set>
                                      <p:cBhvr override="childStyle">
                                        <p:cTn dur="1" fill="hold" display="0" masterRel="nextClick" afterEffect="1"/>
                                        <p:tgtEl>
                                          <p:spTgt spid="186"/>
                                        </p:tgtEl>
                                        <p:attrNameLst>
                                          <p:attrName>style.visibility</p:attrName>
                                        </p:attrNameLst>
                                      </p:cBhvr>
                                      <p:to>
                                        <p:strVal val="hidden"/>
                                      </p:to>
                                    </p:set>
                                  </p:sub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191"/>
                                        </p:tgtEl>
                                        <p:attrNameLst>
                                          <p:attrName>style.visibility</p:attrName>
                                        </p:attrNameLst>
                                      </p:cBhvr>
                                      <p:to>
                                        <p:strVal val="visible"/>
                                      </p:to>
                                    </p:set>
                                    <p:animEffect transition="in" filter="wipe(left)">
                                      <p:cBhvr>
                                        <p:cTn id="26" dur="1000"/>
                                        <p:tgtEl>
                                          <p:spTgt spid="191"/>
                                        </p:tgtEl>
                                      </p:cBhvr>
                                    </p:animEffect>
                                  </p:childTnLst>
                                </p:cTn>
                              </p:par>
                            </p:childTnLst>
                          </p:cTn>
                        </p:par>
                        <p:par>
                          <p:cTn id="27" fill="hold">
                            <p:stCondLst>
                              <p:cond delay="1000"/>
                            </p:stCondLst>
                            <p:childTnLst>
                              <p:par>
                                <p:cTn id="28" presetID="1" presetClass="entr" presetSubtype="0" fill="hold" grpId="0" nodeType="afterEffect">
                                  <p:stCondLst>
                                    <p:cond delay="0"/>
                                  </p:stCondLst>
                                  <p:childTnLst>
                                    <p:set>
                                      <p:cBhvr>
                                        <p:cTn id="29" dur="1" fill="hold">
                                          <p:stCondLst>
                                            <p:cond delay="0"/>
                                          </p:stCondLst>
                                        </p:cTn>
                                        <p:tgtEl>
                                          <p:spTgt spid="206"/>
                                        </p:tgtEl>
                                        <p:attrNameLst>
                                          <p:attrName>style.visibility</p:attrName>
                                        </p:attrNameLst>
                                      </p:cBhvr>
                                      <p:to>
                                        <p:strVal val="visible"/>
                                      </p:to>
                                    </p:set>
                                  </p:childTnLst>
                                  <p:subTnLst>
                                    <p:set>
                                      <p:cBhvr override="childStyle">
                                        <p:cTn dur="1" fill="hold" display="0" masterRel="nextClick" afterEffect="1"/>
                                        <p:tgtEl>
                                          <p:spTgt spid="206"/>
                                        </p:tgtEl>
                                        <p:attrNameLst>
                                          <p:attrName>style.visibility</p:attrName>
                                        </p:attrNameLst>
                                      </p:cBhvr>
                                      <p:to>
                                        <p:strVal val="hidden"/>
                                      </p:to>
                                    </p:set>
                                  </p:sub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155"/>
                                        </p:tgtEl>
                                        <p:attrNameLst>
                                          <p:attrName>style.visibility</p:attrName>
                                        </p:attrNameLst>
                                      </p:cBhvr>
                                      <p:to>
                                        <p:strVal val="visible"/>
                                      </p:to>
                                    </p:set>
                                    <p:animEffect transition="in" filter="wipe(left)">
                                      <p:cBhvr>
                                        <p:cTn id="34" dur="1000"/>
                                        <p:tgtEl>
                                          <p:spTgt spid="1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4" grpId="0"/>
      <p:bldP spid="206"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NAT has been controversial:</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routers “should” only process up to layer 3</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address “shortage” should be solved by IPv6</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violates end-to-end argument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(port # manipulation by network-layer device)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traversal: what if client wants to connect to server behind NAT?</a:t>
            </a:r>
          </a:p>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NAT is here to stay:</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extensively used in home and institutional nets, 4G/5G cellular  nets</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F2A4FAD2-B6BA-4345-B284-73F2E1BF7E7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19</a:t>
            </a:fld>
            <a:endParaRPr lang="en-US" dirty="0"/>
          </a:p>
        </p:txBody>
      </p:sp>
    </p:spTree>
    <p:extLst>
      <p:ext uri="{BB962C8B-B14F-4D97-AF65-F5344CB8AC3E}">
        <p14:creationId xmlns:p14="http://schemas.microsoft.com/office/powerpoint/2010/main" val="2920770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1">
                                            <p:txEl>
                                              <p:pRg st="1" end="1"/>
                                            </p:txEl>
                                          </p:spTgt>
                                        </p:tgtEl>
                                        <p:attrNameLst>
                                          <p:attrName>style.visibility</p:attrName>
                                        </p:attrNameLst>
                                      </p:cBhvr>
                                      <p:to>
                                        <p:strVal val="visible"/>
                                      </p:to>
                                    </p:set>
                                    <p:animEffect transition="in" filter="dissolve">
                                      <p:cBhvr>
                                        <p:cTn id="10" dur="500"/>
                                        <p:tgtEl>
                                          <p:spTgt spid="81">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81">
                                            <p:txEl>
                                              <p:pRg st="2" end="2"/>
                                            </p:txEl>
                                          </p:spTgt>
                                        </p:tgtEl>
                                        <p:attrNameLst>
                                          <p:attrName>style.visibility</p:attrName>
                                        </p:attrNameLst>
                                      </p:cBhvr>
                                      <p:to>
                                        <p:strVal val="visible"/>
                                      </p:to>
                                    </p:set>
                                    <p:animEffect transition="in" filter="dissolve">
                                      <p:cBhvr>
                                        <p:cTn id="13" dur="500"/>
                                        <p:tgtEl>
                                          <p:spTgt spid="81">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81">
                                            <p:txEl>
                                              <p:pRg st="3" end="3"/>
                                            </p:txEl>
                                          </p:spTgt>
                                        </p:tgtEl>
                                        <p:attrNameLst>
                                          <p:attrName>style.visibility</p:attrName>
                                        </p:attrNameLst>
                                      </p:cBhvr>
                                      <p:to>
                                        <p:strVal val="visible"/>
                                      </p:to>
                                    </p:set>
                                    <p:animEffect transition="in" filter="dissolve">
                                      <p:cBhvr>
                                        <p:cTn id="16" dur="500"/>
                                        <p:tgtEl>
                                          <p:spTgt spid="81">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81">
                                            <p:txEl>
                                              <p:pRg st="4" end="4"/>
                                            </p:txEl>
                                          </p:spTgt>
                                        </p:tgtEl>
                                        <p:attrNameLst>
                                          <p:attrName>style.visibility</p:attrName>
                                        </p:attrNameLst>
                                      </p:cBhvr>
                                      <p:to>
                                        <p:strVal val="visible"/>
                                      </p:to>
                                    </p:set>
                                    <p:animEffect transition="in" filter="dissolve">
                                      <p:cBhvr>
                                        <p:cTn id="19" dur="500"/>
                                        <p:tgtEl>
                                          <p:spTgt spid="81">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81">
                                            <p:txEl>
                                              <p:pRg st="6" end="6"/>
                                            </p:txEl>
                                          </p:spTgt>
                                        </p:tgtEl>
                                        <p:attrNameLst>
                                          <p:attrName>style.visibility</p:attrName>
                                        </p:attrNameLst>
                                      </p:cBhvr>
                                      <p:to>
                                        <p:strVal val="visible"/>
                                      </p:to>
                                    </p:set>
                                    <p:animEffect transition="in" filter="dissolve">
                                      <p:cBhvr>
                                        <p:cTn id="27" dur="500"/>
                                        <p:tgtEl>
                                          <p:spTgt spid="81">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build="p"/>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22890" y="1409075"/>
            <a:ext cx="5557988" cy="5201586"/>
          </a:xfrm>
        </p:spPr>
        <p:txBody>
          <a:bodyPr>
            <a:normAutofit/>
          </a:bodyPr>
          <a:lstStyle/>
          <a:p>
            <a:r>
              <a:rPr lang="en-US" altLang="en-US" dirty="0">
                <a:ea typeface="ＭＳ Ｐゴシック" panose="020B0600070205080204" pitchFamily="34" charset="-128"/>
                <a:cs typeface="ＭＳ Ｐゴシック" panose="020B0600070205080204" pitchFamily="34" charset="-128"/>
              </a:rPr>
              <a:t>network links have MTU (max. transfer size) - largest possible link-level frame</a:t>
            </a:r>
          </a:p>
          <a:p>
            <a:pPr lvl="1"/>
            <a:r>
              <a:rPr lang="en-US" altLang="en-US" dirty="0">
                <a:ea typeface="ＭＳ Ｐゴシック" panose="020B0600070205080204" pitchFamily="34" charset="-128"/>
              </a:rPr>
              <a:t>different link types, different MTUs </a:t>
            </a:r>
          </a:p>
          <a:p>
            <a:r>
              <a:rPr lang="en-US" altLang="en-US" dirty="0">
                <a:ea typeface="ＭＳ Ｐゴシック" panose="020B0600070205080204" pitchFamily="34" charset="-128"/>
                <a:cs typeface="ＭＳ Ｐゴシック" panose="020B0600070205080204" pitchFamily="34" charset="-128"/>
              </a:rPr>
              <a:t>large IP datagram divided (“</a:t>
            </a:r>
            <a:r>
              <a:rPr lang="en-US" altLang="ja-JP" dirty="0">
                <a:ea typeface="ＭＳ Ｐゴシック" panose="020B0600070205080204" pitchFamily="34" charset="-128"/>
                <a:cs typeface="ＭＳ Ｐゴシック" panose="020B0600070205080204" pitchFamily="34" charset="-128"/>
              </a:rPr>
              <a:t>fragmented”) within net</a:t>
            </a:r>
          </a:p>
          <a:p>
            <a:pPr lvl="1"/>
            <a:r>
              <a:rPr lang="en-US" altLang="en-US" dirty="0">
                <a:ea typeface="ＭＳ Ｐゴシック" panose="020B0600070205080204" pitchFamily="34" charset="-128"/>
              </a:rPr>
              <a:t>one datagram becomes several datagrams</a:t>
            </a:r>
          </a:p>
          <a:p>
            <a:pPr lvl="1"/>
            <a:r>
              <a:rPr lang="en-US" altLang="ja-JP" dirty="0">
                <a:ea typeface="ＭＳ Ｐゴシック" panose="020B0600070205080204" pitchFamily="34" charset="-128"/>
              </a:rPr>
              <a:t>“reassembled” only at </a:t>
            </a:r>
            <a:r>
              <a:rPr lang="en-US" altLang="ja-JP" i="1" dirty="0">
                <a:ea typeface="ＭＳ Ｐゴシック" panose="020B0600070205080204" pitchFamily="34" charset="-128"/>
              </a:rPr>
              <a:t>destination</a:t>
            </a:r>
            <a:endParaRPr lang="en-US" altLang="ja-JP" dirty="0">
              <a:ea typeface="ＭＳ Ｐゴシック" panose="020B0600070205080204" pitchFamily="34" charset="-128"/>
            </a:endParaRPr>
          </a:p>
          <a:p>
            <a:pPr lvl="1"/>
            <a:r>
              <a:rPr lang="en-US" altLang="en-US" dirty="0">
                <a:ea typeface="ＭＳ Ｐゴシック" panose="020B0600070205080204" pitchFamily="34" charset="-128"/>
              </a:rPr>
              <a:t>IP header bits used to identify, order related fragments</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fragmentation/reassembly</a:t>
            </a:r>
            <a:endParaRPr lang="en-US" dirty="0"/>
          </a:p>
        </p:txBody>
      </p:sp>
      <p:sp>
        <p:nvSpPr>
          <p:cNvPr id="4" name="Slide Number Placeholder 3">
            <a:extLst>
              <a:ext uri="{FF2B5EF4-FFF2-40B4-BE49-F238E27FC236}">
                <a16:creationId xmlns:a16="http://schemas.microsoft.com/office/drawing/2014/main" id="{8172FBE7-A2C0-3642-8E64-FB4716E783BC}"/>
              </a:ext>
            </a:extLst>
          </p:cNvPr>
          <p:cNvSpPr>
            <a:spLocks noGrp="1"/>
          </p:cNvSpPr>
          <p:nvPr>
            <p:ph type="sldNum" sz="quarter" idx="4"/>
          </p:nvPr>
        </p:nvSpPr>
        <p:spPr>
          <a:xfrm>
            <a:off x="9219616" y="6499361"/>
            <a:ext cx="2743200" cy="365125"/>
          </a:xfrm>
        </p:spPr>
        <p:txBody>
          <a:bodyPr/>
          <a:lstStyle/>
          <a:p>
            <a:r>
              <a:rPr lang="en-US" dirty="0"/>
              <a:t>Network Layer: 4-</a:t>
            </a:r>
            <a:fld id="{C4204591-24BD-A542-B9D5-F8D8A88D2FEE}" type="slidenum">
              <a:rPr lang="en-US" smtClean="0"/>
              <a:pPr/>
              <a:t>20</a:t>
            </a:fld>
            <a:endParaRPr lang="en-US" dirty="0"/>
          </a:p>
        </p:txBody>
      </p:sp>
      <p:sp>
        <p:nvSpPr>
          <p:cNvPr id="135" name="Freeform 4">
            <a:extLst>
              <a:ext uri="{FF2B5EF4-FFF2-40B4-BE49-F238E27FC236}">
                <a16:creationId xmlns:a16="http://schemas.microsoft.com/office/drawing/2014/main" id="{C56CD574-58C1-2848-ADFB-76C6B263D0D5}"/>
              </a:ext>
            </a:extLst>
          </p:cNvPr>
          <p:cNvSpPr>
            <a:spLocks/>
          </p:cNvSpPr>
          <p:nvPr/>
        </p:nvSpPr>
        <p:spPr bwMode="auto">
          <a:xfrm>
            <a:off x="7707312" y="1493863"/>
            <a:ext cx="2436813" cy="2255838"/>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p:spPr>
        <p:txBody>
          <a:bodyPr wrap="none" anchor="ctr"/>
          <a:lstStyle/>
          <a:p>
            <a:pPr eaLnBrk="0" fontAlgn="base" hangingPunct="0">
              <a:spcBef>
                <a:spcPct val="0"/>
              </a:spcBef>
              <a:spcAft>
                <a:spcPct val="0"/>
              </a:spcAft>
            </a:pPr>
            <a:endParaRPr lang="en-US">
              <a:solidFill>
                <a:srgbClr val="000000"/>
              </a:solidFill>
              <a:latin typeface="Arial" panose="020B0604020202020204" pitchFamily="34" charset="0"/>
              <a:ea typeface="ＭＳ Ｐゴシック" panose="020B0600070205080204" pitchFamily="34" charset="-128"/>
            </a:endParaRPr>
          </a:p>
        </p:txBody>
      </p:sp>
      <p:sp>
        <p:nvSpPr>
          <p:cNvPr id="136" name="Freeform 5">
            <a:extLst>
              <a:ext uri="{FF2B5EF4-FFF2-40B4-BE49-F238E27FC236}">
                <a16:creationId xmlns:a16="http://schemas.microsoft.com/office/drawing/2014/main" id="{0C57D509-51AE-2841-9672-3FEF7F27BD3E}"/>
              </a:ext>
            </a:extLst>
          </p:cNvPr>
          <p:cNvSpPr>
            <a:spLocks/>
          </p:cNvSpPr>
          <p:nvPr/>
        </p:nvSpPr>
        <p:spPr bwMode="auto">
          <a:xfrm>
            <a:off x="7707312" y="3895751"/>
            <a:ext cx="1976438" cy="1987550"/>
          </a:xfrm>
          <a:custGeom>
            <a:avLst/>
            <a:gdLst>
              <a:gd name="T0" fmla="*/ 2147483647 w 873"/>
              <a:gd name="T1" fmla="*/ 2147483647 h 940"/>
              <a:gd name="T2" fmla="*/ 2147483647 w 873"/>
              <a:gd name="T3" fmla="*/ 2147483647 h 940"/>
              <a:gd name="T4" fmla="*/ 2147483647 w 873"/>
              <a:gd name="T5" fmla="*/ 2147483647 h 940"/>
              <a:gd name="T6" fmla="*/ 2147483647 w 873"/>
              <a:gd name="T7" fmla="*/ 2147483647 h 940"/>
              <a:gd name="T8" fmla="*/ 2147483647 w 873"/>
              <a:gd name="T9" fmla="*/ 2147483647 h 940"/>
              <a:gd name="T10" fmla="*/ 2147483647 w 873"/>
              <a:gd name="T11" fmla="*/ 2147483647 h 940"/>
              <a:gd name="T12" fmla="*/ 2147483647 w 873"/>
              <a:gd name="T13" fmla="*/ 2147483647 h 940"/>
              <a:gd name="T14" fmla="*/ 2147483647 w 873"/>
              <a:gd name="T15" fmla="*/ 2147483647 h 940"/>
              <a:gd name="T16" fmla="*/ 2147483647 w 873"/>
              <a:gd name="T17" fmla="*/ 2147483647 h 940"/>
              <a:gd name="T18" fmla="*/ 2147483647 w 873"/>
              <a:gd name="T19" fmla="*/ 2147483647 h 940"/>
              <a:gd name="T20" fmla="*/ 2147483647 w 873"/>
              <a:gd name="T21" fmla="*/ 2147483647 h 9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73"/>
              <a:gd name="T34" fmla="*/ 0 h 940"/>
              <a:gd name="T35" fmla="*/ 873 w 873"/>
              <a:gd name="T36" fmla="*/ 940 h 9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73" h="940">
                <a:moveTo>
                  <a:pt x="2" y="405"/>
                </a:moveTo>
                <a:cubicBezTo>
                  <a:pt x="17" y="290"/>
                  <a:pt x="138" y="129"/>
                  <a:pt x="230" y="65"/>
                </a:cubicBezTo>
                <a:cubicBezTo>
                  <a:pt x="322" y="1"/>
                  <a:pt x="460" y="0"/>
                  <a:pt x="555" y="22"/>
                </a:cubicBezTo>
                <a:cubicBezTo>
                  <a:pt x="650" y="44"/>
                  <a:pt x="748" y="143"/>
                  <a:pt x="800" y="197"/>
                </a:cubicBezTo>
                <a:cubicBezTo>
                  <a:pt x="852" y="251"/>
                  <a:pt x="859" y="292"/>
                  <a:pt x="866" y="347"/>
                </a:cubicBezTo>
                <a:cubicBezTo>
                  <a:pt x="873" y="402"/>
                  <a:pt x="855" y="457"/>
                  <a:pt x="842" y="527"/>
                </a:cubicBezTo>
                <a:cubicBezTo>
                  <a:pt x="829" y="597"/>
                  <a:pt x="827" y="714"/>
                  <a:pt x="788" y="767"/>
                </a:cubicBezTo>
                <a:cubicBezTo>
                  <a:pt x="749" y="820"/>
                  <a:pt x="670" y="819"/>
                  <a:pt x="608" y="845"/>
                </a:cubicBezTo>
                <a:cubicBezTo>
                  <a:pt x="546" y="871"/>
                  <a:pt x="496" y="940"/>
                  <a:pt x="418" y="925"/>
                </a:cubicBezTo>
                <a:cubicBezTo>
                  <a:pt x="340" y="910"/>
                  <a:pt x="208" y="840"/>
                  <a:pt x="139" y="754"/>
                </a:cubicBezTo>
                <a:cubicBezTo>
                  <a:pt x="69" y="667"/>
                  <a:pt x="0" y="546"/>
                  <a:pt x="2" y="405"/>
                </a:cubicBezTo>
                <a:close/>
              </a:path>
            </a:pathLst>
          </a:custGeom>
          <a:solidFill>
            <a:srgbClr val="9CE0FA"/>
          </a:solidFill>
          <a:ln>
            <a:noFill/>
          </a:ln>
        </p:spPr>
        <p:txBody>
          <a:bodyPr wrap="none" anchor="ctr"/>
          <a:lstStyle/>
          <a:p>
            <a:pPr eaLnBrk="0" fontAlgn="base" hangingPunct="0">
              <a:spcBef>
                <a:spcPct val="0"/>
              </a:spcBef>
              <a:spcAft>
                <a:spcPct val="0"/>
              </a:spcAft>
            </a:pPr>
            <a:endParaRPr lang="en-US">
              <a:solidFill>
                <a:srgbClr val="000000"/>
              </a:solidFill>
              <a:latin typeface="Arial" panose="020B0604020202020204" pitchFamily="34" charset="0"/>
              <a:ea typeface="ＭＳ Ｐゴシック" panose="020B0600070205080204" pitchFamily="34" charset="-128"/>
            </a:endParaRPr>
          </a:p>
        </p:txBody>
      </p:sp>
      <p:sp>
        <p:nvSpPr>
          <p:cNvPr id="137" name="Line 16">
            <a:extLst>
              <a:ext uri="{FF2B5EF4-FFF2-40B4-BE49-F238E27FC236}">
                <a16:creationId xmlns:a16="http://schemas.microsoft.com/office/drawing/2014/main" id="{E6E1AA19-DE73-3D4E-91BB-D85915C23F8D}"/>
              </a:ext>
            </a:extLst>
          </p:cNvPr>
          <p:cNvSpPr>
            <a:spLocks noChangeShapeType="1"/>
          </p:cNvSpPr>
          <p:nvPr/>
        </p:nvSpPr>
        <p:spPr bwMode="auto">
          <a:xfrm flipV="1">
            <a:off x="7780337" y="2449538"/>
            <a:ext cx="127000"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38" name="Line 17">
            <a:extLst>
              <a:ext uri="{FF2B5EF4-FFF2-40B4-BE49-F238E27FC236}">
                <a16:creationId xmlns:a16="http://schemas.microsoft.com/office/drawing/2014/main" id="{F2E70A62-0156-8944-B6FC-50361CCD8FAC}"/>
              </a:ext>
            </a:extLst>
          </p:cNvPr>
          <p:cNvSpPr>
            <a:spLocks noChangeShapeType="1"/>
          </p:cNvSpPr>
          <p:nvPr/>
        </p:nvSpPr>
        <p:spPr bwMode="auto">
          <a:xfrm>
            <a:off x="8356600" y="1774851"/>
            <a:ext cx="658812" cy="279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39" name="Line 18">
            <a:extLst>
              <a:ext uri="{FF2B5EF4-FFF2-40B4-BE49-F238E27FC236}">
                <a16:creationId xmlns:a16="http://schemas.microsoft.com/office/drawing/2014/main" id="{33FE7BA7-51F4-8142-A2B1-EE64C510477E}"/>
              </a:ext>
            </a:extLst>
          </p:cNvPr>
          <p:cNvSpPr>
            <a:spLocks noChangeShapeType="1"/>
          </p:cNvSpPr>
          <p:nvPr/>
        </p:nvSpPr>
        <p:spPr bwMode="auto">
          <a:xfrm>
            <a:off x="9202737" y="2111401"/>
            <a:ext cx="196850" cy="6699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0" name="Line 19">
            <a:extLst>
              <a:ext uri="{FF2B5EF4-FFF2-40B4-BE49-F238E27FC236}">
                <a16:creationId xmlns:a16="http://schemas.microsoft.com/office/drawing/2014/main" id="{41C2D445-8AC7-DC4E-90DA-7737AC9E6848}"/>
              </a:ext>
            </a:extLst>
          </p:cNvPr>
          <p:cNvSpPr>
            <a:spLocks noChangeShapeType="1"/>
          </p:cNvSpPr>
          <p:nvPr/>
        </p:nvSpPr>
        <p:spPr bwMode="auto">
          <a:xfrm>
            <a:off x="8105775" y="1887563"/>
            <a:ext cx="1587" cy="5826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1" name="Line 20">
            <a:extLst>
              <a:ext uri="{FF2B5EF4-FFF2-40B4-BE49-F238E27FC236}">
                <a16:creationId xmlns:a16="http://schemas.microsoft.com/office/drawing/2014/main" id="{FE5A7448-2415-4D4E-AC3D-F48CA7EC488C}"/>
              </a:ext>
            </a:extLst>
          </p:cNvPr>
          <p:cNvSpPr>
            <a:spLocks noChangeShapeType="1"/>
          </p:cNvSpPr>
          <p:nvPr/>
        </p:nvSpPr>
        <p:spPr bwMode="auto">
          <a:xfrm>
            <a:off x="8340725" y="2541613"/>
            <a:ext cx="971550" cy="4016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2" name="Line 21">
            <a:extLst>
              <a:ext uri="{FF2B5EF4-FFF2-40B4-BE49-F238E27FC236}">
                <a16:creationId xmlns:a16="http://schemas.microsoft.com/office/drawing/2014/main" id="{410B3223-C758-3A41-945F-A4A35D3915A2}"/>
              </a:ext>
            </a:extLst>
          </p:cNvPr>
          <p:cNvSpPr>
            <a:spLocks noChangeShapeType="1"/>
          </p:cNvSpPr>
          <p:nvPr/>
        </p:nvSpPr>
        <p:spPr bwMode="auto">
          <a:xfrm flipH="1" flipV="1">
            <a:off x="9613900" y="3071838"/>
            <a:ext cx="476250" cy="6873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3" name="Line 22">
            <a:extLst>
              <a:ext uri="{FF2B5EF4-FFF2-40B4-BE49-F238E27FC236}">
                <a16:creationId xmlns:a16="http://schemas.microsoft.com/office/drawing/2014/main" id="{36B66FB4-5666-504C-8FDA-A307D938EC09}"/>
              </a:ext>
            </a:extLst>
          </p:cNvPr>
          <p:cNvSpPr>
            <a:spLocks noChangeShapeType="1"/>
          </p:cNvSpPr>
          <p:nvPr/>
        </p:nvSpPr>
        <p:spPr bwMode="auto">
          <a:xfrm flipH="1">
            <a:off x="8364537" y="2079651"/>
            <a:ext cx="758825" cy="517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4" name="Line 23">
            <a:extLst>
              <a:ext uri="{FF2B5EF4-FFF2-40B4-BE49-F238E27FC236}">
                <a16:creationId xmlns:a16="http://schemas.microsoft.com/office/drawing/2014/main" id="{6F4B7018-ECE3-B448-A062-215EEC7BD482}"/>
              </a:ext>
            </a:extLst>
          </p:cNvPr>
          <p:cNvSpPr>
            <a:spLocks noChangeShapeType="1"/>
          </p:cNvSpPr>
          <p:nvPr/>
        </p:nvSpPr>
        <p:spPr bwMode="auto">
          <a:xfrm flipH="1">
            <a:off x="8374062" y="1519263"/>
            <a:ext cx="476250" cy="3429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5" name="Line 24">
            <a:extLst>
              <a:ext uri="{FF2B5EF4-FFF2-40B4-BE49-F238E27FC236}">
                <a16:creationId xmlns:a16="http://schemas.microsoft.com/office/drawing/2014/main" id="{9362A827-F7DC-ED43-A6FF-00161FF74B3B}"/>
              </a:ext>
            </a:extLst>
          </p:cNvPr>
          <p:cNvSpPr>
            <a:spLocks noChangeShapeType="1"/>
          </p:cNvSpPr>
          <p:nvPr/>
        </p:nvSpPr>
        <p:spPr bwMode="auto">
          <a:xfrm flipH="1">
            <a:off x="9091612" y="1695476"/>
            <a:ext cx="273050" cy="2365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6" name="Line 119">
            <a:extLst>
              <a:ext uri="{FF2B5EF4-FFF2-40B4-BE49-F238E27FC236}">
                <a16:creationId xmlns:a16="http://schemas.microsoft.com/office/drawing/2014/main" id="{E4259C46-3478-964B-ABF8-34BA85D22144}"/>
              </a:ext>
            </a:extLst>
          </p:cNvPr>
          <p:cNvSpPr>
            <a:spLocks noChangeShapeType="1"/>
          </p:cNvSpPr>
          <p:nvPr/>
        </p:nvSpPr>
        <p:spPr bwMode="auto">
          <a:xfrm flipH="1">
            <a:off x="9508303" y="4069262"/>
            <a:ext cx="644816" cy="9763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47" name="Group 199">
            <a:extLst>
              <a:ext uri="{FF2B5EF4-FFF2-40B4-BE49-F238E27FC236}">
                <a16:creationId xmlns:a16="http://schemas.microsoft.com/office/drawing/2014/main" id="{1A53A182-1595-464C-B765-FE435ECE1292}"/>
              </a:ext>
            </a:extLst>
          </p:cNvPr>
          <p:cNvGrpSpPr>
            <a:grpSpLocks/>
          </p:cNvGrpSpPr>
          <p:nvPr/>
        </p:nvGrpSpPr>
        <p:grpSpPr bwMode="auto">
          <a:xfrm>
            <a:off x="8113712" y="2821013"/>
            <a:ext cx="1222375" cy="403225"/>
            <a:chOff x="3152" y="1862"/>
            <a:chExt cx="770" cy="254"/>
          </a:xfrm>
        </p:grpSpPr>
        <p:grpSp>
          <p:nvGrpSpPr>
            <p:cNvPr id="148" name="Group 120">
              <a:extLst>
                <a:ext uri="{FF2B5EF4-FFF2-40B4-BE49-F238E27FC236}">
                  <a16:creationId xmlns:a16="http://schemas.microsoft.com/office/drawing/2014/main" id="{B4D5FAAB-3612-EA4A-8744-D8BB13F1EEB7}"/>
                </a:ext>
              </a:extLst>
            </p:cNvPr>
            <p:cNvGrpSpPr>
              <a:grpSpLocks/>
            </p:cNvGrpSpPr>
            <p:nvPr/>
          </p:nvGrpSpPr>
          <p:grpSpPr bwMode="auto">
            <a:xfrm rot="1433392">
              <a:off x="3152" y="1862"/>
              <a:ext cx="648" cy="108"/>
              <a:chOff x="4712" y="1742"/>
              <a:chExt cx="648" cy="108"/>
            </a:xfrm>
          </p:grpSpPr>
          <p:sp>
            <p:nvSpPr>
              <p:cNvPr id="150" name="Rectangle 121">
                <a:extLst>
                  <a:ext uri="{FF2B5EF4-FFF2-40B4-BE49-F238E27FC236}">
                    <a16:creationId xmlns:a16="http://schemas.microsoft.com/office/drawing/2014/main" id="{1F47C304-58FE-2048-B582-AE7E89F219E0}"/>
                  </a:ext>
                </a:extLst>
              </p:cNvPr>
              <p:cNvSpPr>
                <a:spLocks noChangeArrowheads="1"/>
              </p:cNvSpPr>
              <p:nvPr/>
            </p:nvSpPr>
            <p:spPr bwMode="auto">
              <a:xfrm>
                <a:off x="4712" y="1742"/>
                <a:ext cx="648"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1" name="Rectangle 122">
                <a:extLst>
                  <a:ext uri="{FF2B5EF4-FFF2-40B4-BE49-F238E27FC236}">
                    <a16:creationId xmlns:a16="http://schemas.microsoft.com/office/drawing/2014/main" id="{7358DC30-2F8E-EA43-8C20-2A7C27D44156}"/>
                  </a:ext>
                </a:extLst>
              </p:cNvPr>
              <p:cNvSpPr>
                <a:spLocks noChangeArrowheads="1"/>
              </p:cNvSpPr>
              <p:nvPr/>
            </p:nvSpPr>
            <p:spPr bwMode="auto">
              <a:xfrm>
                <a:off x="4710" y="1742"/>
                <a:ext cx="534"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49" name="Line 132">
              <a:extLst>
                <a:ext uri="{FF2B5EF4-FFF2-40B4-BE49-F238E27FC236}">
                  <a16:creationId xmlns:a16="http://schemas.microsoft.com/office/drawing/2014/main" id="{6ED7E332-AA5C-2940-A9C3-86F0F1FB6A43}"/>
                </a:ext>
              </a:extLst>
            </p:cNvPr>
            <p:cNvSpPr>
              <a:spLocks noChangeShapeType="1"/>
            </p:cNvSpPr>
            <p:nvPr/>
          </p:nvSpPr>
          <p:spPr bwMode="auto">
            <a:xfrm>
              <a:off x="3784" y="2060"/>
              <a:ext cx="138" cy="56"/>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52" name="Text Box 136">
            <a:extLst>
              <a:ext uri="{FF2B5EF4-FFF2-40B4-BE49-F238E27FC236}">
                <a16:creationId xmlns:a16="http://schemas.microsoft.com/office/drawing/2014/main" id="{9BC5688D-CFFA-B945-97C3-E3C920B04748}"/>
              </a:ext>
            </a:extLst>
          </p:cNvPr>
          <p:cNvSpPr txBox="1">
            <a:spLocks noChangeArrowheads="1"/>
          </p:cNvSpPr>
          <p:nvPr/>
        </p:nvSpPr>
        <p:spPr bwMode="auto">
          <a:xfrm>
            <a:off x="9725025" y="2106638"/>
            <a:ext cx="2466975"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rPr>
              <a:t>fragmentation:</a:t>
            </a: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 </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1" i="1" u="none" strike="noStrike" kern="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rPr>
              <a:t>in:</a:t>
            </a: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 one large datagram</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1" i="1" u="none" strike="noStrike" kern="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rPr>
              <a:t>out:</a:t>
            </a: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 3 smaller datagrams</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3" name="Line 118">
            <a:extLst>
              <a:ext uri="{FF2B5EF4-FFF2-40B4-BE49-F238E27FC236}">
                <a16:creationId xmlns:a16="http://schemas.microsoft.com/office/drawing/2014/main" id="{F77B9896-B65C-7742-AD0D-9D2E1519554D}"/>
              </a:ext>
            </a:extLst>
          </p:cNvPr>
          <p:cNvSpPr>
            <a:spLocks noChangeShapeType="1"/>
          </p:cNvSpPr>
          <p:nvPr/>
        </p:nvSpPr>
        <p:spPr bwMode="auto">
          <a:xfrm>
            <a:off x="8594725" y="5043513"/>
            <a:ext cx="287337"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54" name="Group 220">
            <a:extLst>
              <a:ext uri="{FF2B5EF4-FFF2-40B4-BE49-F238E27FC236}">
                <a16:creationId xmlns:a16="http://schemas.microsoft.com/office/drawing/2014/main" id="{BBE78FA4-AB6A-2D4A-85C8-151AC915DC1E}"/>
              </a:ext>
            </a:extLst>
          </p:cNvPr>
          <p:cNvGrpSpPr>
            <a:grpSpLocks/>
          </p:cNvGrpSpPr>
          <p:nvPr/>
        </p:nvGrpSpPr>
        <p:grpSpPr bwMode="auto">
          <a:xfrm>
            <a:off x="8516937" y="4218013"/>
            <a:ext cx="708025" cy="558800"/>
            <a:chOff x="3406" y="2742"/>
            <a:chExt cx="446" cy="352"/>
          </a:xfrm>
        </p:grpSpPr>
        <p:grpSp>
          <p:nvGrpSpPr>
            <p:cNvPr id="155" name="Group 137">
              <a:extLst>
                <a:ext uri="{FF2B5EF4-FFF2-40B4-BE49-F238E27FC236}">
                  <a16:creationId xmlns:a16="http://schemas.microsoft.com/office/drawing/2014/main" id="{335DB6F8-B3D2-4946-9BB9-177D133342F2}"/>
                </a:ext>
              </a:extLst>
            </p:cNvPr>
            <p:cNvGrpSpPr>
              <a:grpSpLocks/>
            </p:cNvGrpSpPr>
            <p:nvPr/>
          </p:nvGrpSpPr>
          <p:grpSpPr bwMode="auto">
            <a:xfrm rot="-10773343">
              <a:off x="3566" y="2742"/>
              <a:ext cx="282" cy="108"/>
              <a:chOff x="5078" y="1860"/>
              <a:chExt cx="282" cy="108"/>
            </a:xfrm>
          </p:grpSpPr>
          <p:sp>
            <p:nvSpPr>
              <p:cNvPr id="165" name="Rectangle 138">
                <a:extLst>
                  <a:ext uri="{FF2B5EF4-FFF2-40B4-BE49-F238E27FC236}">
                    <a16:creationId xmlns:a16="http://schemas.microsoft.com/office/drawing/2014/main" id="{09258E58-AB90-8440-B7CC-97B973BB09E6}"/>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6" name="Rectangle 139">
                <a:extLst>
                  <a:ext uri="{FF2B5EF4-FFF2-40B4-BE49-F238E27FC236}">
                    <a16:creationId xmlns:a16="http://schemas.microsoft.com/office/drawing/2014/main" id="{04190050-6539-A343-BC9D-56951402E7DD}"/>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56" name="Group 140">
              <a:extLst>
                <a:ext uri="{FF2B5EF4-FFF2-40B4-BE49-F238E27FC236}">
                  <a16:creationId xmlns:a16="http://schemas.microsoft.com/office/drawing/2014/main" id="{1B6F0022-099B-9849-BFE9-69E6FAD4AF6B}"/>
                </a:ext>
              </a:extLst>
            </p:cNvPr>
            <p:cNvGrpSpPr>
              <a:grpSpLocks/>
            </p:cNvGrpSpPr>
            <p:nvPr/>
          </p:nvGrpSpPr>
          <p:grpSpPr bwMode="auto">
            <a:xfrm rot="-10773343">
              <a:off x="3568" y="2864"/>
              <a:ext cx="282" cy="108"/>
              <a:chOff x="5078" y="1860"/>
              <a:chExt cx="282" cy="108"/>
            </a:xfrm>
          </p:grpSpPr>
          <p:sp>
            <p:nvSpPr>
              <p:cNvPr id="163" name="Rectangle 141">
                <a:extLst>
                  <a:ext uri="{FF2B5EF4-FFF2-40B4-BE49-F238E27FC236}">
                    <a16:creationId xmlns:a16="http://schemas.microsoft.com/office/drawing/2014/main" id="{67D09A5A-FDD8-D746-8BC5-A0C26C0F1A7E}"/>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4" name="Rectangle 142">
                <a:extLst>
                  <a:ext uri="{FF2B5EF4-FFF2-40B4-BE49-F238E27FC236}">
                    <a16:creationId xmlns:a16="http://schemas.microsoft.com/office/drawing/2014/main" id="{D77B9FB7-679A-5C43-9DC2-9F97C31BC2C5}"/>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57" name="Group 143">
              <a:extLst>
                <a:ext uri="{FF2B5EF4-FFF2-40B4-BE49-F238E27FC236}">
                  <a16:creationId xmlns:a16="http://schemas.microsoft.com/office/drawing/2014/main" id="{D8696D8D-6055-AA44-B1A5-FAEB890742CC}"/>
                </a:ext>
              </a:extLst>
            </p:cNvPr>
            <p:cNvGrpSpPr>
              <a:grpSpLocks/>
            </p:cNvGrpSpPr>
            <p:nvPr/>
          </p:nvGrpSpPr>
          <p:grpSpPr bwMode="auto">
            <a:xfrm rot="-10773343">
              <a:off x="3570" y="2986"/>
              <a:ext cx="282" cy="108"/>
              <a:chOff x="5078" y="1860"/>
              <a:chExt cx="282" cy="108"/>
            </a:xfrm>
          </p:grpSpPr>
          <p:sp>
            <p:nvSpPr>
              <p:cNvPr id="161" name="Rectangle 144">
                <a:extLst>
                  <a:ext uri="{FF2B5EF4-FFF2-40B4-BE49-F238E27FC236}">
                    <a16:creationId xmlns:a16="http://schemas.microsoft.com/office/drawing/2014/main" id="{F2805755-525B-5D41-8C35-09EE2BF2A307}"/>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2" name="Rectangle 145">
                <a:extLst>
                  <a:ext uri="{FF2B5EF4-FFF2-40B4-BE49-F238E27FC236}">
                    <a16:creationId xmlns:a16="http://schemas.microsoft.com/office/drawing/2014/main" id="{5A419255-964A-9848-8AE2-9DFFDF094AB7}"/>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58" name="Line 146">
              <a:extLst>
                <a:ext uri="{FF2B5EF4-FFF2-40B4-BE49-F238E27FC236}">
                  <a16:creationId xmlns:a16="http://schemas.microsoft.com/office/drawing/2014/main" id="{31077201-1AE6-4441-B952-7BD39CDCE657}"/>
                </a:ext>
              </a:extLst>
            </p:cNvPr>
            <p:cNvSpPr>
              <a:spLocks noChangeShapeType="1"/>
            </p:cNvSpPr>
            <p:nvPr/>
          </p:nvSpPr>
          <p:spPr bwMode="auto">
            <a:xfrm rot="9691848">
              <a:off x="3412" y="277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9" name="Line 147">
              <a:extLst>
                <a:ext uri="{FF2B5EF4-FFF2-40B4-BE49-F238E27FC236}">
                  <a16:creationId xmlns:a16="http://schemas.microsoft.com/office/drawing/2014/main" id="{2315AC79-E49C-0A4F-9BE0-DA26186F6235}"/>
                </a:ext>
              </a:extLst>
            </p:cNvPr>
            <p:cNvSpPr>
              <a:spLocks noChangeShapeType="1"/>
            </p:cNvSpPr>
            <p:nvPr/>
          </p:nvSpPr>
          <p:spPr bwMode="auto">
            <a:xfrm rot="9691848">
              <a:off x="3406" y="288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0" name="Line 148">
              <a:extLst>
                <a:ext uri="{FF2B5EF4-FFF2-40B4-BE49-F238E27FC236}">
                  <a16:creationId xmlns:a16="http://schemas.microsoft.com/office/drawing/2014/main" id="{70B950D0-8388-E24C-B667-D2040FBFA60C}"/>
                </a:ext>
              </a:extLst>
            </p:cNvPr>
            <p:cNvSpPr>
              <a:spLocks noChangeShapeType="1"/>
            </p:cNvSpPr>
            <p:nvPr/>
          </p:nvSpPr>
          <p:spPr bwMode="auto">
            <a:xfrm rot="9691848">
              <a:off x="3408" y="301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67" name="Group 233">
            <a:extLst>
              <a:ext uri="{FF2B5EF4-FFF2-40B4-BE49-F238E27FC236}">
                <a16:creationId xmlns:a16="http://schemas.microsoft.com/office/drawing/2014/main" id="{95053BDB-D436-CB48-BF01-E8D3F74DD2E4}"/>
              </a:ext>
            </a:extLst>
          </p:cNvPr>
          <p:cNvGrpSpPr>
            <a:grpSpLocks/>
          </p:cNvGrpSpPr>
          <p:nvPr/>
        </p:nvGrpSpPr>
        <p:grpSpPr bwMode="auto">
          <a:xfrm>
            <a:off x="7397750" y="3737001"/>
            <a:ext cx="1395412" cy="490537"/>
            <a:chOff x="2701" y="2439"/>
            <a:chExt cx="879" cy="309"/>
          </a:xfrm>
        </p:grpSpPr>
        <p:grpSp>
          <p:nvGrpSpPr>
            <p:cNvPr id="168" name="Group 232">
              <a:extLst>
                <a:ext uri="{FF2B5EF4-FFF2-40B4-BE49-F238E27FC236}">
                  <a16:creationId xmlns:a16="http://schemas.microsoft.com/office/drawing/2014/main" id="{61643642-4D2E-5E46-BCEB-A911FAA7AFFC}"/>
                </a:ext>
              </a:extLst>
            </p:cNvPr>
            <p:cNvGrpSpPr>
              <a:grpSpLocks/>
            </p:cNvGrpSpPr>
            <p:nvPr/>
          </p:nvGrpSpPr>
          <p:grpSpPr bwMode="auto">
            <a:xfrm>
              <a:off x="2701" y="2639"/>
              <a:ext cx="806" cy="109"/>
              <a:chOff x="2540" y="2639"/>
              <a:chExt cx="806" cy="109"/>
            </a:xfrm>
          </p:grpSpPr>
          <p:grpSp>
            <p:nvGrpSpPr>
              <p:cNvPr id="170" name="Group 149">
                <a:extLst>
                  <a:ext uri="{FF2B5EF4-FFF2-40B4-BE49-F238E27FC236}">
                    <a16:creationId xmlns:a16="http://schemas.microsoft.com/office/drawing/2014/main" id="{F0D18BC9-03A9-F24C-8210-D99A7D7F3BA3}"/>
                  </a:ext>
                </a:extLst>
              </p:cNvPr>
              <p:cNvGrpSpPr>
                <a:grpSpLocks/>
              </p:cNvGrpSpPr>
              <p:nvPr/>
            </p:nvGrpSpPr>
            <p:grpSpPr bwMode="auto">
              <a:xfrm rot="10793026">
                <a:off x="2697" y="2639"/>
                <a:ext cx="649" cy="109"/>
                <a:chOff x="4712" y="1742"/>
                <a:chExt cx="648" cy="108"/>
              </a:xfrm>
            </p:grpSpPr>
            <p:sp>
              <p:nvSpPr>
                <p:cNvPr id="172" name="Rectangle 150">
                  <a:extLst>
                    <a:ext uri="{FF2B5EF4-FFF2-40B4-BE49-F238E27FC236}">
                      <a16:creationId xmlns:a16="http://schemas.microsoft.com/office/drawing/2014/main" id="{B49F1A96-1869-8B47-9F3D-8B8652177867}"/>
                    </a:ext>
                  </a:extLst>
                </p:cNvPr>
                <p:cNvSpPr>
                  <a:spLocks noChangeArrowheads="1"/>
                </p:cNvSpPr>
                <p:nvPr/>
              </p:nvSpPr>
              <p:spPr bwMode="auto">
                <a:xfrm>
                  <a:off x="4712" y="1742"/>
                  <a:ext cx="648"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3" name="Rectangle 151">
                  <a:extLst>
                    <a:ext uri="{FF2B5EF4-FFF2-40B4-BE49-F238E27FC236}">
                      <a16:creationId xmlns:a16="http://schemas.microsoft.com/office/drawing/2014/main" id="{CD1D6BE2-BFEE-A54C-8231-AC40E24BC234}"/>
                    </a:ext>
                  </a:extLst>
                </p:cNvPr>
                <p:cNvSpPr>
                  <a:spLocks noChangeArrowheads="1"/>
                </p:cNvSpPr>
                <p:nvPr/>
              </p:nvSpPr>
              <p:spPr bwMode="auto">
                <a:xfrm>
                  <a:off x="4714" y="1744"/>
                  <a:ext cx="534"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71" name="Line 152">
                <a:extLst>
                  <a:ext uri="{FF2B5EF4-FFF2-40B4-BE49-F238E27FC236}">
                    <a16:creationId xmlns:a16="http://schemas.microsoft.com/office/drawing/2014/main" id="{3520614F-C700-9942-9107-0386BDD33825}"/>
                  </a:ext>
                </a:extLst>
              </p:cNvPr>
              <p:cNvSpPr>
                <a:spLocks noChangeShapeType="1"/>
              </p:cNvSpPr>
              <p:nvPr/>
            </p:nvSpPr>
            <p:spPr bwMode="auto">
              <a:xfrm rot="9691848">
                <a:off x="2540" y="2666"/>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69" name="Text Box 153">
              <a:extLst>
                <a:ext uri="{FF2B5EF4-FFF2-40B4-BE49-F238E27FC236}">
                  <a16:creationId xmlns:a16="http://schemas.microsoft.com/office/drawing/2014/main" id="{8DC21157-1E8F-B04A-B82A-865322CAE769}"/>
                </a:ext>
              </a:extLst>
            </p:cNvPr>
            <p:cNvSpPr txBox="1">
              <a:spLocks noChangeArrowheads="1"/>
            </p:cNvSpPr>
            <p:nvPr/>
          </p:nvSpPr>
          <p:spPr bwMode="auto">
            <a:xfrm>
              <a:off x="2810" y="2439"/>
              <a:ext cx="77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rPr>
                <a:t>reassembly</a:t>
              </a:r>
              <a:endParaRPr kumimoji="0" lang="en-US" altLang="en-US" sz="1800" b="0" i="1"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endParaRPr>
            </a:p>
          </p:txBody>
        </p:sp>
      </p:grpSp>
      <p:grpSp>
        <p:nvGrpSpPr>
          <p:cNvPr id="174" name="Group 162">
            <a:extLst>
              <a:ext uri="{FF2B5EF4-FFF2-40B4-BE49-F238E27FC236}">
                <a16:creationId xmlns:a16="http://schemas.microsoft.com/office/drawing/2014/main" id="{32F547D0-417F-4B48-ADEE-07F820D922CC}"/>
              </a:ext>
            </a:extLst>
          </p:cNvPr>
          <p:cNvGrpSpPr>
            <a:grpSpLocks/>
          </p:cNvGrpSpPr>
          <p:nvPr/>
        </p:nvGrpSpPr>
        <p:grpSpPr bwMode="auto">
          <a:xfrm>
            <a:off x="6959600" y="1573238"/>
            <a:ext cx="838200" cy="1720850"/>
            <a:chOff x="2345" y="1140"/>
            <a:chExt cx="528" cy="1084"/>
          </a:xfrm>
        </p:grpSpPr>
        <p:sp>
          <p:nvSpPr>
            <p:cNvPr id="175" name="Line 8">
              <a:extLst>
                <a:ext uri="{FF2B5EF4-FFF2-40B4-BE49-F238E27FC236}">
                  <a16:creationId xmlns:a16="http://schemas.microsoft.com/office/drawing/2014/main" id="{D21D06EC-6091-2849-8D37-49E126CD0401}"/>
                </a:ext>
              </a:extLst>
            </p:cNvPr>
            <p:cNvSpPr>
              <a:spLocks noChangeShapeType="1"/>
            </p:cNvSpPr>
            <p:nvPr/>
          </p:nvSpPr>
          <p:spPr bwMode="auto">
            <a:xfrm flipV="1">
              <a:off x="2811" y="1459"/>
              <a:ext cx="62"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6" name="Line 10">
              <a:extLst>
                <a:ext uri="{FF2B5EF4-FFF2-40B4-BE49-F238E27FC236}">
                  <a16:creationId xmlns:a16="http://schemas.microsoft.com/office/drawing/2014/main" id="{F990EC90-FE4D-8D40-9E5C-68CA1DF32699}"/>
                </a:ext>
              </a:extLst>
            </p:cNvPr>
            <p:cNvSpPr>
              <a:spLocks noChangeShapeType="1"/>
            </p:cNvSpPr>
            <p:nvPr/>
          </p:nvSpPr>
          <p:spPr bwMode="auto">
            <a:xfrm flipV="1">
              <a:off x="2811" y="1967"/>
              <a:ext cx="62" cy="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7" name="Line 15">
              <a:extLst>
                <a:ext uri="{FF2B5EF4-FFF2-40B4-BE49-F238E27FC236}">
                  <a16:creationId xmlns:a16="http://schemas.microsoft.com/office/drawing/2014/main" id="{A98C855E-3FD3-DE4E-BF52-C97A94773599}"/>
                </a:ext>
              </a:extLst>
            </p:cNvPr>
            <p:cNvSpPr>
              <a:spLocks noChangeShapeType="1"/>
            </p:cNvSpPr>
            <p:nvPr/>
          </p:nvSpPr>
          <p:spPr bwMode="auto">
            <a:xfrm>
              <a:off x="2868" y="1456"/>
              <a:ext cx="0" cy="51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78" name="Group 155">
              <a:extLst>
                <a:ext uri="{FF2B5EF4-FFF2-40B4-BE49-F238E27FC236}">
                  <a16:creationId xmlns:a16="http://schemas.microsoft.com/office/drawing/2014/main" id="{EF8C0F42-C332-4143-89B9-D884E67C52BB}"/>
                </a:ext>
              </a:extLst>
            </p:cNvPr>
            <p:cNvGrpSpPr>
              <a:grpSpLocks/>
            </p:cNvGrpSpPr>
            <p:nvPr/>
          </p:nvGrpSpPr>
          <p:grpSpPr bwMode="auto">
            <a:xfrm>
              <a:off x="2345" y="1140"/>
              <a:ext cx="503" cy="444"/>
              <a:chOff x="-44" y="1473"/>
              <a:chExt cx="981" cy="1105"/>
            </a:xfrm>
          </p:grpSpPr>
          <p:pic>
            <p:nvPicPr>
              <p:cNvPr id="183" name="Picture 156" descr="desktop_computer_stylized_medium">
                <a:extLst>
                  <a:ext uri="{FF2B5EF4-FFF2-40B4-BE49-F238E27FC236}">
                    <a16:creationId xmlns:a16="http://schemas.microsoft.com/office/drawing/2014/main" id="{10B5B846-E283-7143-B820-20A6F3306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 name="Freeform 157">
                <a:extLst>
                  <a:ext uri="{FF2B5EF4-FFF2-40B4-BE49-F238E27FC236}">
                    <a16:creationId xmlns:a16="http://schemas.microsoft.com/office/drawing/2014/main" id="{4ABED2D6-CEA3-0A4D-93D1-BED81AA4E3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79" name="Text Box 158">
              <a:extLst>
                <a:ext uri="{FF2B5EF4-FFF2-40B4-BE49-F238E27FC236}">
                  <a16:creationId xmlns:a16="http://schemas.microsoft.com/office/drawing/2014/main" id="{23C4FFDA-1326-A94E-A751-D63EFD07320F}"/>
                </a:ext>
              </a:extLst>
            </p:cNvPr>
            <p:cNvSpPr txBox="1">
              <a:spLocks noChangeArrowheads="1"/>
            </p:cNvSpPr>
            <p:nvPr/>
          </p:nvSpPr>
          <p:spPr bwMode="auto">
            <a:xfrm rot="5400000">
              <a:off x="2526" y="1509"/>
              <a:ext cx="340"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a:t>
              </a:r>
            </a:p>
          </p:txBody>
        </p:sp>
        <p:grpSp>
          <p:nvGrpSpPr>
            <p:cNvPr id="180" name="Group 159">
              <a:extLst>
                <a:ext uri="{FF2B5EF4-FFF2-40B4-BE49-F238E27FC236}">
                  <a16:creationId xmlns:a16="http://schemas.microsoft.com/office/drawing/2014/main" id="{D6A0E7F7-059E-3F4C-ABA2-AA5E369BD877}"/>
                </a:ext>
              </a:extLst>
            </p:cNvPr>
            <p:cNvGrpSpPr>
              <a:grpSpLocks/>
            </p:cNvGrpSpPr>
            <p:nvPr/>
          </p:nvGrpSpPr>
          <p:grpSpPr bwMode="auto">
            <a:xfrm>
              <a:off x="2357" y="1780"/>
              <a:ext cx="503" cy="444"/>
              <a:chOff x="-44" y="1473"/>
              <a:chExt cx="981" cy="1105"/>
            </a:xfrm>
          </p:grpSpPr>
          <p:pic>
            <p:nvPicPr>
              <p:cNvPr id="181" name="Picture 160" descr="desktop_computer_stylized_medium">
                <a:extLst>
                  <a:ext uri="{FF2B5EF4-FFF2-40B4-BE49-F238E27FC236}">
                    <a16:creationId xmlns:a16="http://schemas.microsoft.com/office/drawing/2014/main" id="{BFBDEB56-F84C-984A-93A8-41D2D90AB69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2" name="Freeform 161">
                <a:extLst>
                  <a:ext uri="{FF2B5EF4-FFF2-40B4-BE49-F238E27FC236}">
                    <a16:creationId xmlns:a16="http://schemas.microsoft.com/office/drawing/2014/main" id="{23C08C6D-2EFE-1640-874E-7F751DFE3F9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grpSp>
        <p:nvGrpSpPr>
          <p:cNvPr id="252" name="Group 221">
            <a:extLst>
              <a:ext uri="{FF2B5EF4-FFF2-40B4-BE49-F238E27FC236}">
                <a16:creationId xmlns:a16="http://schemas.microsoft.com/office/drawing/2014/main" id="{83321E86-F1C1-444F-8733-A8BC3E94F176}"/>
              </a:ext>
            </a:extLst>
          </p:cNvPr>
          <p:cNvGrpSpPr>
            <a:grpSpLocks/>
          </p:cNvGrpSpPr>
          <p:nvPr/>
        </p:nvGrpSpPr>
        <p:grpSpPr bwMode="auto">
          <a:xfrm>
            <a:off x="7862887" y="4265638"/>
            <a:ext cx="738188" cy="1385888"/>
            <a:chOff x="2345" y="1140"/>
            <a:chExt cx="528" cy="1084"/>
          </a:xfrm>
        </p:grpSpPr>
        <p:sp>
          <p:nvSpPr>
            <p:cNvPr id="253" name="Line 222">
              <a:extLst>
                <a:ext uri="{FF2B5EF4-FFF2-40B4-BE49-F238E27FC236}">
                  <a16:creationId xmlns:a16="http://schemas.microsoft.com/office/drawing/2014/main" id="{28256FDA-1567-AA4A-9678-A59E9E6FD476}"/>
                </a:ext>
              </a:extLst>
            </p:cNvPr>
            <p:cNvSpPr>
              <a:spLocks noChangeShapeType="1"/>
            </p:cNvSpPr>
            <p:nvPr/>
          </p:nvSpPr>
          <p:spPr bwMode="auto">
            <a:xfrm flipV="1">
              <a:off x="2811" y="1459"/>
              <a:ext cx="62"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54" name="Line 223">
              <a:extLst>
                <a:ext uri="{FF2B5EF4-FFF2-40B4-BE49-F238E27FC236}">
                  <a16:creationId xmlns:a16="http://schemas.microsoft.com/office/drawing/2014/main" id="{BE536D99-819F-7442-BD4B-497C8D68FFCA}"/>
                </a:ext>
              </a:extLst>
            </p:cNvPr>
            <p:cNvSpPr>
              <a:spLocks noChangeShapeType="1"/>
            </p:cNvSpPr>
            <p:nvPr/>
          </p:nvSpPr>
          <p:spPr bwMode="auto">
            <a:xfrm flipV="1">
              <a:off x="2811" y="1967"/>
              <a:ext cx="62" cy="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55" name="Line 224">
              <a:extLst>
                <a:ext uri="{FF2B5EF4-FFF2-40B4-BE49-F238E27FC236}">
                  <a16:creationId xmlns:a16="http://schemas.microsoft.com/office/drawing/2014/main" id="{518367ED-FF00-134A-BE7E-957FF73C4212}"/>
                </a:ext>
              </a:extLst>
            </p:cNvPr>
            <p:cNvSpPr>
              <a:spLocks noChangeShapeType="1"/>
            </p:cNvSpPr>
            <p:nvPr/>
          </p:nvSpPr>
          <p:spPr bwMode="auto">
            <a:xfrm>
              <a:off x="2868" y="1455"/>
              <a:ext cx="0" cy="50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256" name="Group 225">
              <a:extLst>
                <a:ext uri="{FF2B5EF4-FFF2-40B4-BE49-F238E27FC236}">
                  <a16:creationId xmlns:a16="http://schemas.microsoft.com/office/drawing/2014/main" id="{9B6119C0-ED52-6E40-ADFA-169BE71421CF}"/>
                </a:ext>
              </a:extLst>
            </p:cNvPr>
            <p:cNvGrpSpPr>
              <a:grpSpLocks/>
            </p:cNvGrpSpPr>
            <p:nvPr/>
          </p:nvGrpSpPr>
          <p:grpSpPr bwMode="auto">
            <a:xfrm>
              <a:off x="2345" y="1140"/>
              <a:ext cx="503" cy="444"/>
              <a:chOff x="-44" y="1473"/>
              <a:chExt cx="981" cy="1105"/>
            </a:xfrm>
          </p:grpSpPr>
          <p:pic>
            <p:nvPicPr>
              <p:cNvPr id="261" name="Picture 226" descr="desktop_computer_stylized_medium">
                <a:extLst>
                  <a:ext uri="{FF2B5EF4-FFF2-40B4-BE49-F238E27FC236}">
                    <a16:creationId xmlns:a16="http://schemas.microsoft.com/office/drawing/2014/main" id="{1FE06784-BDA3-3E46-B541-E88B4540469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2" name="Freeform 227">
                <a:extLst>
                  <a:ext uri="{FF2B5EF4-FFF2-40B4-BE49-F238E27FC236}">
                    <a16:creationId xmlns:a16="http://schemas.microsoft.com/office/drawing/2014/main" id="{42E355F2-6D46-854E-A07A-0F85D46DA50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57" name="Text Box 228">
              <a:extLst>
                <a:ext uri="{FF2B5EF4-FFF2-40B4-BE49-F238E27FC236}">
                  <a16:creationId xmlns:a16="http://schemas.microsoft.com/office/drawing/2014/main" id="{F09BDB7F-04BE-6641-B83A-55D6ACFB49EF}"/>
                </a:ext>
              </a:extLst>
            </p:cNvPr>
            <p:cNvSpPr txBox="1">
              <a:spLocks noChangeArrowheads="1"/>
            </p:cNvSpPr>
            <p:nvPr/>
          </p:nvSpPr>
          <p:spPr bwMode="auto">
            <a:xfrm rot="5400000">
              <a:off x="2463" y="1529"/>
              <a:ext cx="422"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a:t>
              </a:r>
            </a:p>
          </p:txBody>
        </p:sp>
        <p:grpSp>
          <p:nvGrpSpPr>
            <p:cNvPr id="258" name="Group 229">
              <a:extLst>
                <a:ext uri="{FF2B5EF4-FFF2-40B4-BE49-F238E27FC236}">
                  <a16:creationId xmlns:a16="http://schemas.microsoft.com/office/drawing/2014/main" id="{496A4233-E5C1-9B4E-9749-F2C6601958C9}"/>
                </a:ext>
              </a:extLst>
            </p:cNvPr>
            <p:cNvGrpSpPr>
              <a:grpSpLocks/>
            </p:cNvGrpSpPr>
            <p:nvPr/>
          </p:nvGrpSpPr>
          <p:grpSpPr bwMode="auto">
            <a:xfrm>
              <a:off x="2357" y="1780"/>
              <a:ext cx="503" cy="444"/>
              <a:chOff x="-44" y="1473"/>
              <a:chExt cx="981" cy="1105"/>
            </a:xfrm>
          </p:grpSpPr>
          <p:pic>
            <p:nvPicPr>
              <p:cNvPr id="259" name="Picture 230" descr="desktop_computer_stylized_medium">
                <a:extLst>
                  <a:ext uri="{FF2B5EF4-FFF2-40B4-BE49-F238E27FC236}">
                    <a16:creationId xmlns:a16="http://schemas.microsoft.com/office/drawing/2014/main" id="{A1BCEA6F-5119-2A43-BBB3-3849D2DE187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Freeform 231">
                <a:extLst>
                  <a:ext uri="{FF2B5EF4-FFF2-40B4-BE49-F238E27FC236}">
                    <a16:creationId xmlns:a16="http://schemas.microsoft.com/office/drawing/2014/main" id="{6BF309CA-6E15-2047-AA4B-0A352AE112C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grpSp>
        <p:nvGrpSpPr>
          <p:cNvPr id="263" name="Group 262">
            <a:extLst>
              <a:ext uri="{FF2B5EF4-FFF2-40B4-BE49-F238E27FC236}">
                <a16:creationId xmlns:a16="http://schemas.microsoft.com/office/drawing/2014/main" id="{2F1EAC85-6023-FF4D-81F9-90127C296F2C}"/>
              </a:ext>
            </a:extLst>
          </p:cNvPr>
          <p:cNvGrpSpPr/>
          <p:nvPr/>
        </p:nvGrpSpPr>
        <p:grpSpPr>
          <a:xfrm>
            <a:off x="7884408" y="1659012"/>
            <a:ext cx="632991" cy="300938"/>
            <a:chOff x="7493876" y="2774731"/>
            <a:chExt cx="1481958" cy="894622"/>
          </a:xfrm>
        </p:grpSpPr>
        <p:sp>
          <p:nvSpPr>
            <p:cNvPr id="264" name="Freeform 263">
              <a:extLst>
                <a:ext uri="{FF2B5EF4-FFF2-40B4-BE49-F238E27FC236}">
                  <a16:creationId xmlns:a16="http://schemas.microsoft.com/office/drawing/2014/main" id="{C4821AC8-A5FA-774F-A9DB-A4DFCF48EFB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5" name="Oval 264">
              <a:extLst>
                <a:ext uri="{FF2B5EF4-FFF2-40B4-BE49-F238E27FC236}">
                  <a16:creationId xmlns:a16="http://schemas.microsoft.com/office/drawing/2014/main" id="{BB3DDF33-9237-3E46-A4FF-988BBD900EB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6" name="Group 265">
              <a:extLst>
                <a:ext uri="{FF2B5EF4-FFF2-40B4-BE49-F238E27FC236}">
                  <a16:creationId xmlns:a16="http://schemas.microsoft.com/office/drawing/2014/main" id="{EC5529D6-F051-354C-B235-5B3B32B14CC3}"/>
                </a:ext>
              </a:extLst>
            </p:cNvPr>
            <p:cNvGrpSpPr/>
            <p:nvPr/>
          </p:nvGrpSpPr>
          <p:grpSpPr>
            <a:xfrm>
              <a:off x="7713663" y="2848339"/>
              <a:ext cx="1042107" cy="425543"/>
              <a:chOff x="7786941" y="2884917"/>
              <a:chExt cx="897649" cy="353919"/>
            </a:xfrm>
          </p:grpSpPr>
          <p:sp>
            <p:nvSpPr>
              <p:cNvPr id="267" name="Freeform 266">
                <a:extLst>
                  <a:ext uri="{FF2B5EF4-FFF2-40B4-BE49-F238E27FC236}">
                    <a16:creationId xmlns:a16="http://schemas.microsoft.com/office/drawing/2014/main" id="{56960A76-E855-8245-929A-6428787BBF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E3E61EDB-ACC2-2645-A21D-7C7821DE2BD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9" name="Freeform 268">
                <a:extLst>
                  <a:ext uri="{FF2B5EF4-FFF2-40B4-BE49-F238E27FC236}">
                    <a16:creationId xmlns:a16="http://schemas.microsoft.com/office/drawing/2014/main" id="{9139A776-6C26-7845-83EC-33D2A826F73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0" name="Freeform 269">
                <a:extLst>
                  <a:ext uri="{FF2B5EF4-FFF2-40B4-BE49-F238E27FC236}">
                    <a16:creationId xmlns:a16="http://schemas.microsoft.com/office/drawing/2014/main" id="{891C25F5-70CA-D840-85A2-76E9F35490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87" name="Group 286">
            <a:extLst>
              <a:ext uri="{FF2B5EF4-FFF2-40B4-BE49-F238E27FC236}">
                <a16:creationId xmlns:a16="http://schemas.microsoft.com/office/drawing/2014/main" id="{807F039A-0711-7449-900A-5ABB0A16C0AC}"/>
              </a:ext>
            </a:extLst>
          </p:cNvPr>
          <p:cNvGrpSpPr/>
          <p:nvPr/>
        </p:nvGrpSpPr>
        <p:grpSpPr>
          <a:xfrm>
            <a:off x="7880158" y="2314150"/>
            <a:ext cx="632991" cy="300938"/>
            <a:chOff x="7493876" y="2774731"/>
            <a:chExt cx="1481958" cy="894622"/>
          </a:xfrm>
        </p:grpSpPr>
        <p:sp>
          <p:nvSpPr>
            <p:cNvPr id="288" name="Freeform 287">
              <a:extLst>
                <a:ext uri="{FF2B5EF4-FFF2-40B4-BE49-F238E27FC236}">
                  <a16:creationId xmlns:a16="http://schemas.microsoft.com/office/drawing/2014/main" id="{368F4B2E-FBAB-8A41-A938-3CAB86E16A7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9" name="Oval 288">
              <a:extLst>
                <a:ext uri="{FF2B5EF4-FFF2-40B4-BE49-F238E27FC236}">
                  <a16:creationId xmlns:a16="http://schemas.microsoft.com/office/drawing/2014/main" id="{6EA2914F-86D7-BE41-9528-DD609321AD7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0" name="Group 289">
              <a:extLst>
                <a:ext uri="{FF2B5EF4-FFF2-40B4-BE49-F238E27FC236}">
                  <a16:creationId xmlns:a16="http://schemas.microsoft.com/office/drawing/2014/main" id="{F6FEA792-E944-7F40-8522-0F3BB5E23346}"/>
                </a:ext>
              </a:extLst>
            </p:cNvPr>
            <p:cNvGrpSpPr/>
            <p:nvPr/>
          </p:nvGrpSpPr>
          <p:grpSpPr>
            <a:xfrm>
              <a:off x="7713663" y="2848339"/>
              <a:ext cx="1042107" cy="425543"/>
              <a:chOff x="7786941" y="2884917"/>
              <a:chExt cx="897649" cy="353919"/>
            </a:xfrm>
          </p:grpSpPr>
          <p:sp>
            <p:nvSpPr>
              <p:cNvPr id="291" name="Freeform 290">
                <a:extLst>
                  <a:ext uri="{FF2B5EF4-FFF2-40B4-BE49-F238E27FC236}">
                    <a16:creationId xmlns:a16="http://schemas.microsoft.com/office/drawing/2014/main" id="{972F4E62-E379-194B-871E-E46E92AFC2F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2" name="Freeform 291">
                <a:extLst>
                  <a:ext uri="{FF2B5EF4-FFF2-40B4-BE49-F238E27FC236}">
                    <a16:creationId xmlns:a16="http://schemas.microsoft.com/office/drawing/2014/main" id="{ED05D402-8D82-2F46-9C17-0AC4A042D60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3" name="Freeform 292">
                <a:extLst>
                  <a:ext uri="{FF2B5EF4-FFF2-40B4-BE49-F238E27FC236}">
                    <a16:creationId xmlns:a16="http://schemas.microsoft.com/office/drawing/2014/main" id="{7DA453E6-118F-7E48-AB98-9E78F795553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4" name="Freeform 293">
                <a:extLst>
                  <a:ext uri="{FF2B5EF4-FFF2-40B4-BE49-F238E27FC236}">
                    <a16:creationId xmlns:a16="http://schemas.microsoft.com/office/drawing/2014/main" id="{815C067A-55D2-0842-B95C-8B59B2F9D30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95" name="Group 294">
            <a:extLst>
              <a:ext uri="{FF2B5EF4-FFF2-40B4-BE49-F238E27FC236}">
                <a16:creationId xmlns:a16="http://schemas.microsoft.com/office/drawing/2014/main" id="{E05E51FE-6D06-724F-A864-98AA3622A939}"/>
              </a:ext>
            </a:extLst>
          </p:cNvPr>
          <p:cNvGrpSpPr/>
          <p:nvPr/>
        </p:nvGrpSpPr>
        <p:grpSpPr>
          <a:xfrm>
            <a:off x="8793951" y="1869094"/>
            <a:ext cx="632991" cy="300938"/>
            <a:chOff x="7493876" y="2774731"/>
            <a:chExt cx="1481958" cy="894622"/>
          </a:xfrm>
        </p:grpSpPr>
        <p:sp>
          <p:nvSpPr>
            <p:cNvPr id="296" name="Freeform 295">
              <a:extLst>
                <a:ext uri="{FF2B5EF4-FFF2-40B4-BE49-F238E27FC236}">
                  <a16:creationId xmlns:a16="http://schemas.microsoft.com/office/drawing/2014/main" id="{39167229-980A-5148-A640-DFE741EA85C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97" name="Oval 296">
              <a:extLst>
                <a:ext uri="{FF2B5EF4-FFF2-40B4-BE49-F238E27FC236}">
                  <a16:creationId xmlns:a16="http://schemas.microsoft.com/office/drawing/2014/main" id="{0086428A-7293-A947-A526-D3C06F68E73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8" name="Group 297">
              <a:extLst>
                <a:ext uri="{FF2B5EF4-FFF2-40B4-BE49-F238E27FC236}">
                  <a16:creationId xmlns:a16="http://schemas.microsoft.com/office/drawing/2014/main" id="{C749E6C3-5725-AA4F-B967-4F6B56370D3C}"/>
                </a:ext>
              </a:extLst>
            </p:cNvPr>
            <p:cNvGrpSpPr/>
            <p:nvPr/>
          </p:nvGrpSpPr>
          <p:grpSpPr>
            <a:xfrm>
              <a:off x="7713663" y="2848339"/>
              <a:ext cx="1042107" cy="425543"/>
              <a:chOff x="7786941" y="2884917"/>
              <a:chExt cx="897649" cy="353919"/>
            </a:xfrm>
          </p:grpSpPr>
          <p:sp>
            <p:nvSpPr>
              <p:cNvPr id="299" name="Freeform 298">
                <a:extLst>
                  <a:ext uri="{FF2B5EF4-FFF2-40B4-BE49-F238E27FC236}">
                    <a16:creationId xmlns:a16="http://schemas.microsoft.com/office/drawing/2014/main" id="{1DBF2F38-9130-4045-B1F1-F32D81B5E4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0" name="Freeform 299">
                <a:extLst>
                  <a:ext uri="{FF2B5EF4-FFF2-40B4-BE49-F238E27FC236}">
                    <a16:creationId xmlns:a16="http://schemas.microsoft.com/office/drawing/2014/main" id="{E63A837A-0C0E-D146-B677-E6611EB454B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1" name="Freeform 300">
                <a:extLst>
                  <a:ext uri="{FF2B5EF4-FFF2-40B4-BE49-F238E27FC236}">
                    <a16:creationId xmlns:a16="http://schemas.microsoft.com/office/drawing/2014/main" id="{8C5D26E9-C8F1-914C-B704-8B11AC641B6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2" name="Freeform 301">
                <a:extLst>
                  <a:ext uri="{FF2B5EF4-FFF2-40B4-BE49-F238E27FC236}">
                    <a16:creationId xmlns:a16="http://schemas.microsoft.com/office/drawing/2014/main" id="{BAFDD1D0-615D-0249-9F98-0FEEC487350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03" name="Group 302">
            <a:extLst>
              <a:ext uri="{FF2B5EF4-FFF2-40B4-BE49-F238E27FC236}">
                <a16:creationId xmlns:a16="http://schemas.microsoft.com/office/drawing/2014/main" id="{E2AC8335-D6C0-A144-AF32-A58DE5F9C3A6}"/>
              </a:ext>
            </a:extLst>
          </p:cNvPr>
          <p:cNvGrpSpPr/>
          <p:nvPr/>
        </p:nvGrpSpPr>
        <p:grpSpPr>
          <a:xfrm>
            <a:off x="9121216" y="2764672"/>
            <a:ext cx="632991" cy="300938"/>
            <a:chOff x="7493876" y="2774731"/>
            <a:chExt cx="1481958" cy="894622"/>
          </a:xfrm>
        </p:grpSpPr>
        <p:sp>
          <p:nvSpPr>
            <p:cNvPr id="304" name="Freeform 303">
              <a:extLst>
                <a:ext uri="{FF2B5EF4-FFF2-40B4-BE49-F238E27FC236}">
                  <a16:creationId xmlns:a16="http://schemas.microsoft.com/office/drawing/2014/main" id="{8A05DBFA-0EAB-1845-9738-0EB0EE239C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5" name="Oval 304">
              <a:extLst>
                <a:ext uri="{FF2B5EF4-FFF2-40B4-BE49-F238E27FC236}">
                  <a16:creationId xmlns:a16="http://schemas.microsoft.com/office/drawing/2014/main" id="{57B67D1D-3B77-9140-B848-C561A80DA4A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6" name="Group 305">
              <a:extLst>
                <a:ext uri="{FF2B5EF4-FFF2-40B4-BE49-F238E27FC236}">
                  <a16:creationId xmlns:a16="http://schemas.microsoft.com/office/drawing/2014/main" id="{28A2F0BB-0470-2A4F-809B-26CEE46BFCFA}"/>
                </a:ext>
              </a:extLst>
            </p:cNvPr>
            <p:cNvGrpSpPr/>
            <p:nvPr/>
          </p:nvGrpSpPr>
          <p:grpSpPr>
            <a:xfrm>
              <a:off x="7713663" y="2848339"/>
              <a:ext cx="1042107" cy="425543"/>
              <a:chOff x="7786941" y="2884917"/>
              <a:chExt cx="897649" cy="353919"/>
            </a:xfrm>
          </p:grpSpPr>
          <p:sp>
            <p:nvSpPr>
              <p:cNvPr id="307" name="Freeform 306">
                <a:extLst>
                  <a:ext uri="{FF2B5EF4-FFF2-40B4-BE49-F238E27FC236}">
                    <a16:creationId xmlns:a16="http://schemas.microsoft.com/office/drawing/2014/main" id="{1BECC3AF-A2D6-6440-B742-F4103B39442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8" name="Freeform 307">
                <a:extLst>
                  <a:ext uri="{FF2B5EF4-FFF2-40B4-BE49-F238E27FC236}">
                    <a16:creationId xmlns:a16="http://schemas.microsoft.com/office/drawing/2014/main" id="{B186CB30-9A94-0948-B787-CD6FC9EF21B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9" name="Freeform 308">
                <a:extLst>
                  <a:ext uri="{FF2B5EF4-FFF2-40B4-BE49-F238E27FC236}">
                    <a16:creationId xmlns:a16="http://schemas.microsoft.com/office/drawing/2014/main" id="{24F5F472-F50F-F24E-8E59-CFD0B0ED992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3D0405D5-7F85-264F-A6AD-695776F19C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1" name="Group 200">
            <a:extLst>
              <a:ext uri="{FF2B5EF4-FFF2-40B4-BE49-F238E27FC236}">
                <a16:creationId xmlns:a16="http://schemas.microsoft.com/office/drawing/2014/main" id="{06798466-3BB3-2342-BD22-8AE603A94657}"/>
              </a:ext>
            </a:extLst>
          </p:cNvPr>
          <p:cNvGrpSpPr>
            <a:grpSpLocks/>
          </p:cNvGrpSpPr>
          <p:nvPr/>
        </p:nvGrpSpPr>
        <p:grpSpPr bwMode="auto">
          <a:xfrm>
            <a:off x="9531350" y="2968651"/>
            <a:ext cx="1033462" cy="801687"/>
            <a:chOff x="4045" y="1955"/>
            <a:chExt cx="651" cy="505"/>
          </a:xfrm>
        </p:grpSpPr>
        <p:grpSp>
          <p:nvGrpSpPr>
            <p:cNvPr id="222" name="Group 123">
              <a:extLst>
                <a:ext uri="{FF2B5EF4-FFF2-40B4-BE49-F238E27FC236}">
                  <a16:creationId xmlns:a16="http://schemas.microsoft.com/office/drawing/2014/main" id="{174D30C2-0600-E842-9D13-48D84E15A8AC}"/>
                </a:ext>
              </a:extLst>
            </p:cNvPr>
            <p:cNvGrpSpPr>
              <a:grpSpLocks/>
            </p:cNvGrpSpPr>
            <p:nvPr/>
          </p:nvGrpSpPr>
          <p:grpSpPr bwMode="auto">
            <a:xfrm rot="3346875">
              <a:off x="3958" y="2042"/>
              <a:ext cx="282" cy="108"/>
              <a:chOff x="5078" y="1860"/>
              <a:chExt cx="282" cy="108"/>
            </a:xfrm>
          </p:grpSpPr>
          <p:sp>
            <p:nvSpPr>
              <p:cNvPr id="232" name="Rectangle 124">
                <a:extLst>
                  <a:ext uri="{FF2B5EF4-FFF2-40B4-BE49-F238E27FC236}">
                    <a16:creationId xmlns:a16="http://schemas.microsoft.com/office/drawing/2014/main" id="{F381050B-DDE8-954D-9D94-E1EE35A64E62}"/>
                  </a:ext>
                </a:extLst>
              </p:cNvPr>
              <p:cNvSpPr>
                <a:spLocks noChangeArrowheads="1"/>
              </p:cNvSpPr>
              <p:nvPr/>
            </p:nvSpPr>
            <p:spPr bwMode="auto">
              <a:xfrm>
                <a:off x="5215" y="1861"/>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33" name="Rectangle 125">
                <a:extLst>
                  <a:ext uri="{FF2B5EF4-FFF2-40B4-BE49-F238E27FC236}">
                    <a16:creationId xmlns:a16="http://schemas.microsoft.com/office/drawing/2014/main" id="{5197D7D3-1B07-6740-82AE-F29D7BEDCD09}"/>
                  </a:ext>
                </a:extLst>
              </p:cNvPr>
              <p:cNvSpPr>
                <a:spLocks noChangeArrowheads="1"/>
              </p:cNvSpPr>
              <p:nvPr/>
            </p:nvSpPr>
            <p:spPr bwMode="auto">
              <a:xfrm>
                <a:off x="5078"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3" name="Group 126">
              <a:extLst>
                <a:ext uri="{FF2B5EF4-FFF2-40B4-BE49-F238E27FC236}">
                  <a16:creationId xmlns:a16="http://schemas.microsoft.com/office/drawing/2014/main" id="{3E825F3A-5DF4-304A-B95C-B8A97DD304FA}"/>
                </a:ext>
              </a:extLst>
            </p:cNvPr>
            <p:cNvGrpSpPr>
              <a:grpSpLocks/>
            </p:cNvGrpSpPr>
            <p:nvPr/>
          </p:nvGrpSpPr>
          <p:grpSpPr bwMode="auto">
            <a:xfrm rot="3215306">
              <a:off x="4158" y="2108"/>
              <a:ext cx="282" cy="108"/>
              <a:chOff x="5078" y="1860"/>
              <a:chExt cx="282" cy="108"/>
            </a:xfrm>
          </p:grpSpPr>
          <p:sp>
            <p:nvSpPr>
              <p:cNvPr id="230" name="Rectangle 127">
                <a:extLst>
                  <a:ext uri="{FF2B5EF4-FFF2-40B4-BE49-F238E27FC236}">
                    <a16:creationId xmlns:a16="http://schemas.microsoft.com/office/drawing/2014/main" id="{6F4FE7A3-A500-AE4F-BCA5-184F3C5D66A8}"/>
                  </a:ext>
                </a:extLst>
              </p:cNvPr>
              <p:cNvSpPr>
                <a:spLocks noChangeArrowheads="1"/>
              </p:cNvSpPr>
              <p:nvPr/>
            </p:nvSpPr>
            <p:spPr bwMode="auto">
              <a:xfrm>
                <a:off x="5214"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31" name="Rectangle 128">
                <a:extLst>
                  <a:ext uri="{FF2B5EF4-FFF2-40B4-BE49-F238E27FC236}">
                    <a16:creationId xmlns:a16="http://schemas.microsoft.com/office/drawing/2014/main" id="{DC50AA62-2765-F54C-89E7-332279233AB7}"/>
                  </a:ext>
                </a:extLst>
              </p:cNvPr>
              <p:cNvSpPr>
                <a:spLocks noChangeArrowheads="1"/>
              </p:cNvSpPr>
              <p:nvPr/>
            </p:nvSpPr>
            <p:spPr bwMode="auto">
              <a:xfrm>
                <a:off x="5076"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4" name="Group 129">
              <a:extLst>
                <a:ext uri="{FF2B5EF4-FFF2-40B4-BE49-F238E27FC236}">
                  <a16:creationId xmlns:a16="http://schemas.microsoft.com/office/drawing/2014/main" id="{0A9E08EA-C83B-9C45-BA60-0B9B237E060B}"/>
                </a:ext>
              </a:extLst>
            </p:cNvPr>
            <p:cNvGrpSpPr>
              <a:grpSpLocks/>
            </p:cNvGrpSpPr>
            <p:nvPr/>
          </p:nvGrpSpPr>
          <p:grpSpPr bwMode="auto">
            <a:xfrm rot="3051000">
              <a:off x="4380" y="2184"/>
              <a:ext cx="282" cy="108"/>
              <a:chOff x="5078" y="1860"/>
              <a:chExt cx="282" cy="108"/>
            </a:xfrm>
          </p:grpSpPr>
          <p:sp>
            <p:nvSpPr>
              <p:cNvPr id="228" name="Rectangle 130">
                <a:extLst>
                  <a:ext uri="{FF2B5EF4-FFF2-40B4-BE49-F238E27FC236}">
                    <a16:creationId xmlns:a16="http://schemas.microsoft.com/office/drawing/2014/main" id="{D3EF473C-F3F1-064D-8B44-C21CE30AA66D}"/>
                  </a:ext>
                </a:extLst>
              </p:cNvPr>
              <p:cNvSpPr>
                <a:spLocks noChangeArrowheads="1"/>
              </p:cNvSpPr>
              <p:nvPr/>
            </p:nvSpPr>
            <p:spPr bwMode="auto">
              <a:xfrm>
                <a:off x="5214"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9" name="Rectangle 131">
                <a:extLst>
                  <a:ext uri="{FF2B5EF4-FFF2-40B4-BE49-F238E27FC236}">
                    <a16:creationId xmlns:a16="http://schemas.microsoft.com/office/drawing/2014/main" id="{C03C8DA3-06DA-EF43-B064-7CCBEDCA593D}"/>
                  </a:ext>
                </a:extLst>
              </p:cNvPr>
              <p:cNvSpPr>
                <a:spLocks noChangeArrowheads="1"/>
              </p:cNvSpPr>
              <p:nvPr/>
            </p:nvSpPr>
            <p:spPr bwMode="auto">
              <a:xfrm>
                <a:off x="5078"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25" name="Line 133">
              <a:extLst>
                <a:ext uri="{FF2B5EF4-FFF2-40B4-BE49-F238E27FC236}">
                  <a16:creationId xmlns:a16="http://schemas.microsoft.com/office/drawing/2014/main" id="{DE2846D5-5BC7-A148-987E-9BFF02F3AB40}"/>
                </a:ext>
              </a:extLst>
            </p:cNvPr>
            <p:cNvSpPr>
              <a:spLocks noChangeShapeType="1"/>
            </p:cNvSpPr>
            <p:nvPr/>
          </p:nvSpPr>
          <p:spPr bwMode="auto">
            <a:xfrm>
              <a:off x="4184" y="2216"/>
              <a:ext cx="84" cy="11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6" name="Line 134">
              <a:extLst>
                <a:ext uri="{FF2B5EF4-FFF2-40B4-BE49-F238E27FC236}">
                  <a16:creationId xmlns:a16="http://schemas.microsoft.com/office/drawing/2014/main" id="{30B266F5-491B-F245-8588-B01608E3BBD9}"/>
                </a:ext>
              </a:extLst>
            </p:cNvPr>
            <p:cNvSpPr>
              <a:spLocks noChangeShapeType="1"/>
            </p:cNvSpPr>
            <p:nvPr/>
          </p:nvSpPr>
          <p:spPr bwMode="auto">
            <a:xfrm>
              <a:off x="4388" y="2278"/>
              <a:ext cx="82" cy="11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7" name="Line 135">
              <a:extLst>
                <a:ext uri="{FF2B5EF4-FFF2-40B4-BE49-F238E27FC236}">
                  <a16:creationId xmlns:a16="http://schemas.microsoft.com/office/drawing/2014/main" id="{26AE079B-6AB9-4C4C-AF4E-AAC854681EEB}"/>
                </a:ext>
              </a:extLst>
            </p:cNvPr>
            <p:cNvSpPr>
              <a:spLocks noChangeShapeType="1"/>
            </p:cNvSpPr>
            <p:nvPr/>
          </p:nvSpPr>
          <p:spPr bwMode="auto">
            <a:xfrm>
              <a:off x="4620" y="2350"/>
              <a:ext cx="76" cy="11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11" name="Group 310">
            <a:extLst>
              <a:ext uri="{FF2B5EF4-FFF2-40B4-BE49-F238E27FC236}">
                <a16:creationId xmlns:a16="http://schemas.microsoft.com/office/drawing/2014/main" id="{E9162E78-8261-EA48-A8D1-AA206DF5AC5F}"/>
              </a:ext>
            </a:extLst>
          </p:cNvPr>
          <p:cNvGrpSpPr/>
          <p:nvPr/>
        </p:nvGrpSpPr>
        <p:grpSpPr>
          <a:xfrm>
            <a:off x="9820071" y="3769540"/>
            <a:ext cx="632991" cy="300938"/>
            <a:chOff x="7493876" y="2774731"/>
            <a:chExt cx="1481958" cy="894622"/>
          </a:xfrm>
        </p:grpSpPr>
        <p:sp>
          <p:nvSpPr>
            <p:cNvPr id="312" name="Freeform 311">
              <a:extLst>
                <a:ext uri="{FF2B5EF4-FFF2-40B4-BE49-F238E27FC236}">
                  <a16:creationId xmlns:a16="http://schemas.microsoft.com/office/drawing/2014/main" id="{61929FF8-27C2-9247-A465-EE63843072A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3" name="Oval 312">
              <a:extLst>
                <a:ext uri="{FF2B5EF4-FFF2-40B4-BE49-F238E27FC236}">
                  <a16:creationId xmlns:a16="http://schemas.microsoft.com/office/drawing/2014/main" id="{035E780E-BAF2-FA48-A0B3-9F54E54FDB8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4" name="Group 313">
              <a:extLst>
                <a:ext uri="{FF2B5EF4-FFF2-40B4-BE49-F238E27FC236}">
                  <a16:creationId xmlns:a16="http://schemas.microsoft.com/office/drawing/2014/main" id="{684F749B-ED1E-A047-A2B3-DE5EAB23CEE6}"/>
                </a:ext>
              </a:extLst>
            </p:cNvPr>
            <p:cNvGrpSpPr/>
            <p:nvPr/>
          </p:nvGrpSpPr>
          <p:grpSpPr>
            <a:xfrm>
              <a:off x="7713663" y="2848339"/>
              <a:ext cx="1042107" cy="425543"/>
              <a:chOff x="7786941" y="2884917"/>
              <a:chExt cx="897649" cy="353919"/>
            </a:xfrm>
          </p:grpSpPr>
          <p:sp>
            <p:nvSpPr>
              <p:cNvPr id="315" name="Freeform 314">
                <a:extLst>
                  <a:ext uri="{FF2B5EF4-FFF2-40B4-BE49-F238E27FC236}">
                    <a16:creationId xmlns:a16="http://schemas.microsoft.com/office/drawing/2014/main" id="{C89DC151-24F4-7047-B7AA-B2339047619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6" name="Freeform 315">
                <a:extLst>
                  <a:ext uri="{FF2B5EF4-FFF2-40B4-BE49-F238E27FC236}">
                    <a16:creationId xmlns:a16="http://schemas.microsoft.com/office/drawing/2014/main" id="{F448580F-C41E-514E-AB84-0B14F276080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7" name="Freeform 316">
                <a:extLst>
                  <a:ext uri="{FF2B5EF4-FFF2-40B4-BE49-F238E27FC236}">
                    <a16:creationId xmlns:a16="http://schemas.microsoft.com/office/drawing/2014/main" id="{8AEFCBA5-3ECF-9546-8AA6-966DE039FC1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8" name="Freeform 317">
                <a:extLst>
                  <a:ext uri="{FF2B5EF4-FFF2-40B4-BE49-F238E27FC236}">
                    <a16:creationId xmlns:a16="http://schemas.microsoft.com/office/drawing/2014/main" id="{67B5A22B-79ED-4949-A639-35B4D10A014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19" name="Group 318">
            <a:extLst>
              <a:ext uri="{FF2B5EF4-FFF2-40B4-BE49-F238E27FC236}">
                <a16:creationId xmlns:a16="http://schemas.microsoft.com/office/drawing/2014/main" id="{83F23AF2-A0FE-224D-920C-84AE9D1EC7B7}"/>
              </a:ext>
            </a:extLst>
          </p:cNvPr>
          <p:cNvGrpSpPr/>
          <p:nvPr/>
        </p:nvGrpSpPr>
        <p:grpSpPr>
          <a:xfrm>
            <a:off x="8883206" y="4890985"/>
            <a:ext cx="632991" cy="300938"/>
            <a:chOff x="7493876" y="2774731"/>
            <a:chExt cx="1481958" cy="894622"/>
          </a:xfrm>
        </p:grpSpPr>
        <p:sp>
          <p:nvSpPr>
            <p:cNvPr id="320" name="Freeform 319">
              <a:extLst>
                <a:ext uri="{FF2B5EF4-FFF2-40B4-BE49-F238E27FC236}">
                  <a16:creationId xmlns:a16="http://schemas.microsoft.com/office/drawing/2014/main" id="{20B06A7E-D607-A643-8573-7FA8832D501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1" name="Oval 320">
              <a:extLst>
                <a:ext uri="{FF2B5EF4-FFF2-40B4-BE49-F238E27FC236}">
                  <a16:creationId xmlns:a16="http://schemas.microsoft.com/office/drawing/2014/main" id="{7E112450-743E-2B49-88BE-591DC0195C2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2" name="Group 321">
              <a:extLst>
                <a:ext uri="{FF2B5EF4-FFF2-40B4-BE49-F238E27FC236}">
                  <a16:creationId xmlns:a16="http://schemas.microsoft.com/office/drawing/2014/main" id="{1AE80838-4934-0E4F-8553-C27D2320BC94}"/>
                </a:ext>
              </a:extLst>
            </p:cNvPr>
            <p:cNvGrpSpPr/>
            <p:nvPr/>
          </p:nvGrpSpPr>
          <p:grpSpPr>
            <a:xfrm>
              <a:off x="7713663" y="2848339"/>
              <a:ext cx="1042107" cy="425543"/>
              <a:chOff x="7786941" y="2884917"/>
              <a:chExt cx="897649" cy="353919"/>
            </a:xfrm>
          </p:grpSpPr>
          <p:sp>
            <p:nvSpPr>
              <p:cNvPr id="323" name="Freeform 322">
                <a:extLst>
                  <a:ext uri="{FF2B5EF4-FFF2-40B4-BE49-F238E27FC236}">
                    <a16:creationId xmlns:a16="http://schemas.microsoft.com/office/drawing/2014/main" id="{D4632782-D6F6-464C-9B44-5281824C25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4" name="Freeform 323">
                <a:extLst>
                  <a:ext uri="{FF2B5EF4-FFF2-40B4-BE49-F238E27FC236}">
                    <a16:creationId xmlns:a16="http://schemas.microsoft.com/office/drawing/2014/main" id="{16D6CA10-0739-4C44-A478-5170B47935D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5" name="Freeform 324">
                <a:extLst>
                  <a:ext uri="{FF2B5EF4-FFF2-40B4-BE49-F238E27FC236}">
                    <a16:creationId xmlns:a16="http://schemas.microsoft.com/office/drawing/2014/main" id="{4B16F740-0AC8-A547-9C7F-02F48F9EA29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6" name="Freeform 325">
                <a:extLst>
                  <a:ext uri="{FF2B5EF4-FFF2-40B4-BE49-F238E27FC236}">
                    <a16:creationId xmlns:a16="http://schemas.microsoft.com/office/drawing/2014/main" id="{B97565F7-3C72-3649-A488-D8651F23A3F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Tree>
    <p:extLst>
      <p:ext uri="{BB962C8B-B14F-4D97-AF65-F5344CB8AC3E}">
        <p14:creationId xmlns:p14="http://schemas.microsoft.com/office/powerpoint/2010/main" val="34000145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7"/>
                                        </p:tgtEl>
                                        <p:attrNameLst>
                                          <p:attrName>style.visibility</p:attrName>
                                        </p:attrNameLst>
                                      </p:cBhvr>
                                      <p:to>
                                        <p:strVal val="visible"/>
                                      </p:to>
                                    </p:set>
                                    <p:animEffect transition="in" filter="wipe(left)">
                                      <p:cBhvr>
                                        <p:cTn id="7" dur="1000"/>
                                        <p:tgtEl>
                                          <p:spTgt spid="14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221"/>
                                        </p:tgtEl>
                                        <p:attrNameLst>
                                          <p:attrName>style.visibility</p:attrName>
                                        </p:attrNameLst>
                                      </p:cBhvr>
                                      <p:to>
                                        <p:strVal val="visible"/>
                                      </p:to>
                                    </p:set>
                                    <p:animEffect transition="in" filter="wipe(up)">
                                      <p:cBhvr>
                                        <p:cTn id="12" dur="1000"/>
                                        <p:tgtEl>
                                          <p:spTgt spid="221"/>
                                        </p:tgtEl>
                                      </p:cBhvr>
                                    </p:animEffect>
                                  </p:childTnLst>
                                </p:cTn>
                              </p:par>
                              <p:par>
                                <p:cTn id="13" presetID="9" presetClass="entr" presetSubtype="0" fill="hold" nodeType="withEffect">
                                  <p:stCondLst>
                                    <p:cond delay="0"/>
                                  </p:stCondLst>
                                  <p:childTnLst>
                                    <p:set>
                                      <p:cBhvr>
                                        <p:cTn id="14" dur="1" fill="hold">
                                          <p:stCondLst>
                                            <p:cond delay="0"/>
                                          </p:stCondLst>
                                        </p:cTn>
                                        <p:tgtEl>
                                          <p:spTgt spid="152">
                                            <p:txEl>
                                              <p:pRg st="0" end="0"/>
                                            </p:txEl>
                                          </p:spTgt>
                                        </p:tgtEl>
                                        <p:attrNameLst>
                                          <p:attrName>style.visibility</p:attrName>
                                        </p:attrNameLst>
                                      </p:cBhvr>
                                      <p:to>
                                        <p:strVal val="visible"/>
                                      </p:to>
                                    </p:set>
                                    <p:animEffect transition="in" filter="dissolve">
                                      <p:cBhvr>
                                        <p:cTn id="15" dur="500"/>
                                        <p:tgtEl>
                                          <p:spTgt spid="152">
                                            <p:txEl>
                                              <p:pRg st="0" end="0"/>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52">
                                            <p:txEl>
                                              <p:pRg st="1" end="1"/>
                                            </p:txEl>
                                          </p:spTgt>
                                        </p:tgtEl>
                                        <p:attrNameLst>
                                          <p:attrName>style.visibility</p:attrName>
                                        </p:attrNameLst>
                                      </p:cBhvr>
                                      <p:to>
                                        <p:strVal val="visible"/>
                                      </p:to>
                                    </p:set>
                                    <p:animEffect transition="in" filter="dissolve">
                                      <p:cBhvr>
                                        <p:cTn id="18" dur="500"/>
                                        <p:tgtEl>
                                          <p:spTgt spid="152">
                                            <p:txEl>
                                              <p:pRg st="1" end="1"/>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52">
                                            <p:txEl>
                                              <p:pRg st="2" end="2"/>
                                            </p:txEl>
                                          </p:spTgt>
                                        </p:tgtEl>
                                        <p:attrNameLst>
                                          <p:attrName>style.visibility</p:attrName>
                                        </p:attrNameLst>
                                      </p:cBhvr>
                                      <p:to>
                                        <p:strVal val="visible"/>
                                      </p:to>
                                    </p:set>
                                    <p:animEffect transition="in" filter="dissolve">
                                      <p:cBhvr>
                                        <p:cTn id="21" dur="500"/>
                                        <p:tgtEl>
                                          <p:spTgt spid="152">
                                            <p:txEl>
                                              <p:pRg st="2" end="2"/>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2" fill="hold" nodeType="clickEffect">
                                  <p:stCondLst>
                                    <p:cond delay="0"/>
                                  </p:stCondLst>
                                  <p:childTnLst>
                                    <p:set>
                                      <p:cBhvr>
                                        <p:cTn id="25" dur="1" fill="hold">
                                          <p:stCondLst>
                                            <p:cond delay="0"/>
                                          </p:stCondLst>
                                        </p:cTn>
                                        <p:tgtEl>
                                          <p:spTgt spid="154"/>
                                        </p:tgtEl>
                                        <p:attrNameLst>
                                          <p:attrName>style.visibility</p:attrName>
                                        </p:attrNameLst>
                                      </p:cBhvr>
                                      <p:to>
                                        <p:strVal val="visible"/>
                                      </p:to>
                                    </p:set>
                                    <p:animEffect transition="in" filter="wipe(right)">
                                      <p:cBhvr>
                                        <p:cTn id="26" dur="1000"/>
                                        <p:tgtEl>
                                          <p:spTgt spid="154"/>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2" fill="hold" nodeType="clickEffect">
                                  <p:stCondLst>
                                    <p:cond delay="0"/>
                                  </p:stCondLst>
                                  <p:childTnLst>
                                    <p:set>
                                      <p:cBhvr>
                                        <p:cTn id="30" dur="1" fill="hold">
                                          <p:stCondLst>
                                            <p:cond delay="0"/>
                                          </p:stCondLst>
                                        </p:cTn>
                                        <p:tgtEl>
                                          <p:spTgt spid="167"/>
                                        </p:tgtEl>
                                        <p:attrNameLst>
                                          <p:attrName>style.visibility</p:attrName>
                                        </p:attrNameLst>
                                      </p:cBhvr>
                                      <p:to>
                                        <p:strVal val="visible"/>
                                      </p:to>
                                    </p:set>
                                    <p:animEffect transition="in" filter="wipe(right)">
                                      <p:cBhvr>
                                        <p:cTn id="31" dur="500"/>
                                        <p:tgtEl>
                                          <p:spTgt spid="1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fragmentation/reassembly</a:t>
            </a:r>
            <a:endParaRPr lang="en-US" dirty="0"/>
          </a:p>
        </p:txBody>
      </p:sp>
      <p:sp>
        <p:nvSpPr>
          <p:cNvPr id="4" name="Slide Number Placeholder 3">
            <a:extLst>
              <a:ext uri="{FF2B5EF4-FFF2-40B4-BE49-F238E27FC236}">
                <a16:creationId xmlns:a16="http://schemas.microsoft.com/office/drawing/2014/main" id="{8172FBE7-A2C0-3642-8E64-FB4716E783BC}"/>
              </a:ext>
            </a:extLst>
          </p:cNvPr>
          <p:cNvSpPr>
            <a:spLocks noGrp="1"/>
          </p:cNvSpPr>
          <p:nvPr>
            <p:ph type="sldNum" sz="quarter" idx="4"/>
          </p:nvPr>
        </p:nvSpPr>
        <p:spPr>
          <a:xfrm>
            <a:off x="9219616" y="6499361"/>
            <a:ext cx="2743200" cy="365125"/>
          </a:xfrm>
        </p:spPr>
        <p:txBody>
          <a:bodyPr/>
          <a:lstStyle/>
          <a:p>
            <a:r>
              <a:rPr lang="en-US" dirty="0"/>
              <a:t>Network Layer: 4-</a:t>
            </a:r>
            <a:fld id="{C4204591-24BD-A542-B9D5-F8D8A88D2FEE}" type="slidenum">
              <a:rPr lang="en-US" smtClean="0"/>
              <a:pPr/>
              <a:t>21</a:t>
            </a:fld>
            <a:endParaRPr lang="en-US" dirty="0"/>
          </a:p>
        </p:txBody>
      </p:sp>
      <p:grpSp>
        <p:nvGrpSpPr>
          <p:cNvPr id="273" name="Group 4">
            <a:extLst>
              <a:ext uri="{FF2B5EF4-FFF2-40B4-BE49-F238E27FC236}">
                <a16:creationId xmlns:a16="http://schemas.microsoft.com/office/drawing/2014/main" id="{C209DF58-BB84-EE41-9A05-9B26BDA48F8A}"/>
              </a:ext>
            </a:extLst>
          </p:cNvPr>
          <p:cNvGrpSpPr>
            <a:grpSpLocks/>
          </p:cNvGrpSpPr>
          <p:nvPr/>
        </p:nvGrpSpPr>
        <p:grpSpPr bwMode="auto">
          <a:xfrm>
            <a:off x="4989773" y="1527175"/>
            <a:ext cx="4181475" cy="660400"/>
            <a:chOff x="3006" y="1205"/>
            <a:chExt cx="2634" cy="416"/>
          </a:xfrm>
        </p:grpSpPr>
        <p:sp>
          <p:nvSpPr>
            <p:cNvPr id="275" name="Rectangle 6">
              <a:extLst>
                <a:ext uri="{FF2B5EF4-FFF2-40B4-BE49-F238E27FC236}">
                  <a16:creationId xmlns:a16="http://schemas.microsoft.com/office/drawing/2014/main" id="{9F97564F-AA01-CD42-B7AF-FD555736F768}"/>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76" name="Text Box 7">
              <a:extLst>
                <a:ext uri="{FF2B5EF4-FFF2-40B4-BE49-F238E27FC236}">
                  <a16:creationId xmlns:a16="http://schemas.microsoft.com/office/drawing/2014/main" id="{B08FA020-86D6-B940-A867-F9B73513D872}"/>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277" name="Text Box 8">
              <a:extLst>
                <a:ext uri="{FF2B5EF4-FFF2-40B4-BE49-F238E27FC236}">
                  <a16:creationId xmlns:a16="http://schemas.microsoft.com/office/drawing/2014/main" id="{F56BF547-3E90-BB4F-A15E-786126B2BCE3}"/>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278" name="Text Box 9">
              <a:extLst>
                <a:ext uri="{FF2B5EF4-FFF2-40B4-BE49-F238E27FC236}">
                  <a16:creationId xmlns:a16="http://schemas.microsoft.com/office/drawing/2014/main" id="{DBDC952C-C809-B445-B355-B2F02E8CE967}"/>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279" name="Text Box 10">
              <a:extLst>
                <a:ext uri="{FF2B5EF4-FFF2-40B4-BE49-F238E27FC236}">
                  <a16:creationId xmlns:a16="http://schemas.microsoft.com/office/drawing/2014/main" id="{A9EC1F74-3597-984E-BA0B-F7596BA8C5E7}"/>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=4000</a:t>
              </a:r>
            </a:p>
          </p:txBody>
        </p:sp>
        <p:sp>
          <p:nvSpPr>
            <p:cNvPr id="280" name="Line 11">
              <a:extLst>
                <a:ext uri="{FF2B5EF4-FFF2-40B4-BE49-F238E27FC236}">
                  <a16:creationId xmlns:a16="http://schemas.microsoft.com/office/drawing/2014/main" id="{62001456-A0DE-F549-91B8-4AFAB874A3B6}"/>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1" name="Line 12">
              <a:extLst>
                <a:ext uri="{FF2B5EF4-FFF2-40B4-BE49-F238E27FC236}">
                  <a16:creationId xmlns:a16="http://schemas.microsoft.com/office/drawing/2014/main" id="{893638D3-E04E-AA43-A78B-93162C2865E0}"/>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2" name="Line 13">
              <a:extLst>
                <a:ext uri="{FF2B5EF4-FFF2-40B4-BE49-F238E27FC236}">
                  <a16:creationId xmlns:a16="http://schemas.microsoft.com/office/drawing/2014/main" id="{83D5BE05-2CE6-B34D-AF80-010634152A21}"/>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3" name="Line 14">
              <a:extLst>
                <a:ext uri="{FF2B5EF4-FFF2-40B4-BE49-F238E27FC236}">
                  <a16:creationId xmlns:a16="http://schemas.microsoft.com/office/drawing/2014/main" id="{B403F84F-91AC-0F4D-9D8A-D3B010411ECA}"/>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4" name="Line 15">
              <a:extLst>
                <a:ext uri="{FF2B5EF4-FFF2-40B4-BE49-F238E27FC236}">
                  <a16:creationId xmlns:a16="http://schemas.microsoft.com/office/drawing/2014/main" id="{96E9F421-95E6-864D-AFCE-D0C2B7D32BE7}"/>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5" name="Rectangle 16">
              <a:extLst>
                <a:ext uri="{FF2B5EF4-FFF2-40B4-BE49-F238E27FC236}">
                  <a16:creationId xmlns:a16="http://schemas.microsoft.com/office/drawing/2014/main" id="{E06CA3A4-DDBA-A648-AE30-B136F21AE15C}"/>
                </a:ext>
              </a:extLst>
            </p:cNvPr>
            <p:cNvSpPr>
              <a:spLocks noChangeArrowheads="1"/>
            </p:cNvSpPr>
            <p:nvPr/>
          </p:nvSpPr>
          <p:spPr bwMode="auto">
            <a:xfrm>
              <a:off x="5232" y="1237"/>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86" name="Group 70">
            <a:extLst>
              <a:ext uri="{FF2B5EF4-FFF2-40B4-BE49-F238E27FC236}">
                <a16:creationId xmlns:a16="http://schemas.microsoft.com/office/drawing/2014/main" id="{E0E5D94D-8D0E-F447-B202-06A60559CE81}"/>
              </a:ext>
            </a:extLst>
          </p:cNvPr>
          <p:cNvGrpSpPr>
            <a:grpSpLocks/>
          </p:cNvGrpSpPr>
          <p:nvPr/>
        </p:nvGrpSpPr>
        <p:grpSpPr bwMode="auto">
          <a:xfrm>
            <a:off x="5078673" y="2290763"/>
            <a:ext cx="4645025" cy="3330574"/>
            <a:chOff x="2321" y="1443"/>
            <a:chExt cx="2926" cy="2098"/>
          </a:xfrm>
        </p:grpSpPr>
        <p:grpSp>
          <p:nvGrpSpPr>
            <p:cNvPr id="327" name="Group 17">
              <a:extLst>
                <a:ext uri="{FF2B5EF4-FFF2-40B4-BE49-F238E27FC236}">
                  <a16:creationId xmlns:a16="http://schemas.microsoft.com/office/drawing/2014/main" id="{D6D59DCE-5992-8C44-B2EB-F9E8F0FD4606}"/>
                </a:ext>
              </a:extLst>
            </p:cNvPr>
            <p:cNvGrpSpPr>
              <a:grpSpLocks/>
            </p:cNvGrpSpPr>
            <p:nvPr/>
          </p:nvGrpSpPr>
          <p:grpSpPr bwMode="auto">
            <a:xfrm>
              <a:off x="2613" y="2066"/>
              <a:ext cx="2634" cy="416"/>
              <a:chOff x="3006" y="1205"/>
              <a:chExt cx="2634" cy="416"/>
            </a:xfrm>
          </p:grpSpPr>
          <p:sp>
            <p:nvSpPr>
              <p:cNvPr id="359" name="Rectangle 19">
                <a:extLst>
                  <a:ext uri="{FF2B5EF4-FFF2-40B4-BE49-F238E27FC236}">
                    <a16:creationId xmlns:a16="http://schemas.microsoft.com/office/drawing/2014/main" id="{2A7BBF80-1D6D-734D-B87F-681AA9D8A5EF}"/>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0" name="Text Box 20">
                <a:extLst>
                  <a:ext uri="{FF2B5EF4-FFF2-40B4-BE49-F238E27FC236}">
                    <a16:creationId xmlns:a16="http://schemas.microsoft.com/office/drawing/2014/main" id="{6A532E8C-AC95-C849-AB1C-E073A332F129}"/>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61" name="Text Box 21">
                <a:extLst>
                  <a:ext uri="{FF2B5EF4-FFF2-40B4-BE49-F238E27FC236}">
                    <a16:creationId xmlns:a16="http://schemas.microsoft.com/office/drawing/2014/main" id="{2C14E1D0-AEA3-2946-96BE-BBDEAEAD40E6}"/>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362" name="Text Box 22">
                <a:extLst>
                  <a:ext uri="{FF2B5EF4-FFF2-40B4-BE49-F238E27FC236}">
                    <a16:creationId xmlns:a16="http://schemas.microsoft.com/office/drawing/2014/main" id="{9A73FBD4-64CA-644E-9CC8-4734F6A60D9F}"/>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a:t>
                </a:r>
              </a:p>
            </p:txBody>
          </p:sp>
          <p:sp>
            <p:nvSpPr>
              <p:cNvPr id="363" name="Text Box 23">
                <a:extLst>
                  <a:ext uri="{FF2B5EF4-FFF2-40B4-BE49-F238E27FC236}">
                    <a16:creationId xmlns:a16="http://schemas.microsoft.com/office/drawing/2014/main" id="{986EA356-F829-434B-9FDD-6D5DEF00873B}"/>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=1500</a:t>
                </a:r>
              </a:p>
            </p:txBody>
          </p:sp>
          <p:sp>
            <p:nvSpPr>
              <p:cNvPr id="364" name="Line 24">
                <a:extLst>
                  <a:ext uri="{FF2B5EF4-FFF2-40B4-BE49-F238E27FC236}">
                    <a16:creationId xmlns:a16="http://schemas.microsoft.com/office/drawing/2014/main" id="{97082873-DB44-F541-8876-F85138EEE33A}"/>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5" name="Line 25">
                <a:extLst>
                  <a:ext uri="{FF2B5EF4-FFF2-40B4-BE49-F238E27FC236}">
                    <a16:creationId xmlns:a16="http://schemas.microsoft.com/office/drawing/2014/main" id="{7FB1E670-9433-9A45-AE38-7E6CF33CE0DF}"/>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6" name="Line 26">
                <a:extLst>
                  <a:ext uri="{FF2B5EF4-FFF2-40B4-BE49-F238E27FC236}">
                    <a16:creationId xmlns:a16="http://schemas.microsoft.com/office/drawing/2014/main" id="{2DF386FB-87A4-AF4D-8755-36BCCFF71508}"/>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7" name="Line 27">
                <a:extLst>
                  <a:ext uri="{FF2B5EF4-FFF2-40B4-BE49-F238E27FC236}">
                    <a16:creationId xmlns:a16="http://schemas.microsoft.com/office/drawing/2014/main" id="{9698D062-8447-6541-AC16-F61EA75CCA0B}"/>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8" name="Line 28">
                <a:extLst>
                  <a:ext uri="{FF2B5EF4-FFF2-40B4-BE49-F238E27FC236}">
                    <a16:creationId xmlns:a16="http://schemas.microsoft.com/office/drawing/2014/main" id="{199F02F2-DF0B-E24E-8B1B-D7F09F27355C}"/>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9" name="Rectangle 29">
                <a:extLst>
                  <a:ext uri="{FF2B5EF4-FFF2-40B4-BE49-F238E27FC236}">
                    <a16:creationId xmlns:a16="http://schemas.microsoft.com/office/drawing/2014/main" id="{75F9EE65-3BF2-0B42-9D3F-29E55761F02A}"/>
                  </a:ext>
                </a:extLst>
              </p:cNvPr>
              <p:cNvSpPr>
                <a:spLocks noChangeArrowheads="1"/>
              </p:cNvSpPr>
              <p:nvPr/>
            </p:nvSpPr>
            <p:spPr bwMode="auto">
              <a:xfrm>
                <a:off x="5232" y="1235"/>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28" name="Group 30">
              <a:extLst>
                <a:ext uri="{FF2B5EF4-FFF2-40B4-BE49-F238E27FC236}">
                  <a16:creationId xmlns:a16="http://schemas.microsoft.com/office/drawing/2014/main" id="{12D4790F-40A3-F448-AC4E-CCA0878BDC2A}"/>
                </a:ext>
              </a:extLst>
            </p:cNvPr>
            <p:cNvGrpSpPr>
              <a:grpSpLocks/>
            </p:cNvGrpSpPr>
            <p:nvPr/>
          </p:nvGrpSpPr>
          <p:grpSpPr bwMode="auto">
            <a:xfrm>
              <a:off x="2613" y="2570"/>
              <a:ext cx="2634" cy="416"/>
              <a:chOff x="3006" y="1205"/>
              <a:chExt cx="2634" cy="416"/>
            </a:xfrm>
          </p:grpSpPr>
          <p:sp>
            <p:nvSpPr>
              <p:cNvPr id="347" name="Rectangle 32">
                <a:extLst>
                  <a:ext uri="{FF2B5EF4-FFF2-40B4-BE49-F238E27FC236}">
                    <a16:creationId xmlns:a16="http://schemas.microsoft.com/office/drawing/2014/main" id="{B15FF11D-8509-0040-A294-9AF84579D9EB}"/>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8" name="Text Box 33">
                <a:extLst>
                  <a:ext uri="{FF2B5EF4-FFF2-40B4-BE49-F238E27FC236}">
                    <a16:creationId xmlns:a16="http://schemas.microsoft.com/office/drawing/2014/main" id="{A66E9104-5A4E-5346-95BA-D285C3BBB0E6}"/>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49" name="Text Box 34">
                <a:extLst>
                  <a:ext uri="{FF2B5EF4-FFF2-40B4-BE49-F238E27FC236}">
                    <a16:creationId xmlns:a16="http://schemas.microsoft.com/office/drawing/2014/main" id="{C829564F-0014-D242-8FB2-98781565F51B}"/>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=185</a:t>
                </a:r>
              </a:p>
            </p:txBody>
          </p:sp>
          <p:sp>
            <p:nvSpPr>
              <p:cNvPr id="350" name="Text Box 35">
                <a:extLst>
                  <a:ext uri="{FF2B5EF4-FFF2-40B4-BE49-F238E27FC236}">
                    <a16:creationId xmlns:a16="http://schemas.microsoft.com/office/drawing/2014/main" id="{56158AC2-5A04-404E-A171-6A6805AB8CEA}"/>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a:t>
                </a:r>
              </a:p>
            </p:txBody>
          </p:sp>
          <p:sp>
            <p:nvSpPr>
              <p:cNvPr id="351" name="Text Box 36">
                <a:extLst>
                  <a:ext uri="{FF2B5EF4-FFF2-40B4-BE49-F238E27FC236}">
                    <a16:creationId xmlns:a16="http://schemas.microsoft.com/office/drawing/2014/main" id="{55166D62-F49D-B749-90C6-8147DE90AFC0}"/>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=1500</a:t>
                </a:r>
              </a:p>
            </p:txBody>
          </p:sp>
          <p:sp>
            <p:nvSpPr>
              <p:cNvPr id="352" name="Line 37">
                <a:extLst>
                  <a:ext uri="{FF2B5EF4-FFF2-40B4-BE49-F238E27FC236}">
                    <a16:creationId xmlns:a16="http://schemas.microsoft.com/office/drawing/2014/main" id="{F0A3D74F-264C-0349-9215-E7CBB0759379}"/>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3" name="Line 38">
                <a:extLst>
                  <a:ext uri="{FF2B5EF4-FFF2-40B4-BE49-F238E27FC236}">
                    <a16:creationId xmlns:a16="http://schemas.microsoft.com/office/drawing/2014/main" id="{5AA0C3A5-CE52-3240-95A8-CBCE0710E187}"/>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4" name="Line 39">
                <a:extLst>
                  <a:ext uri="{FF2B5EF4-FFF2-40B4-BE49-F238E27FC236}">
                    <a16:creationId xmlns:a16="http://schemas.microsoft.com/office/drawing/2014/main" id="{D8790347-989D-7242-9FFA-97B539C96E5B}"/>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5" name="Line 40">
                <a:extLst>
                  <a:ext uri="{FF2B5EF4-FFF2-40B4-BE49-F238E27FC236}">
                    <a16:creationId xmlns:a16="http://schemas.microsoft.com/office/drawing/2014/main" id="{C59C4051-FB9E-0C4D-AB29-CE5F0F328BD0}"/>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6" name="Line 41">
                <a:extLst>
                  <a:ext uri="{FF2B5EF4-FFF2-40B4-BE49-F238E27FC236}">
                    <a16:creationId xmlns:a16="http://schemas.microsoft.com/office/drawing/2014/main" id="{6D9DC6D6-4088-434D-AFD2-EBAB166C6FAD}"/>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7" name="Rectangle 42">
                <a:extLst>
                  <a:ext uri="{FF2B5EF4-FFF2-40B4-BE49-F238E27FC236}">
                    <a16:creationId xmlns:a16="http://schemas.microsoft.com/office/drawing/2014/main" id="{EA1C70D4-47D8-594E-8539-612492CA926B}"/>
                  </a:ext>
                </a:extLst>
              </p:cNvPr>
              <p:cNvSpPr>
                <a:spLocks noChangeArrowheads="1"/>
              </p:cNvSpPr>
              <p:nvPr/>
            </p:nvSpPr>
            <p:spPr bwMode="auto">
              <a:xfrm>
                <a:off x="5232" y="1235"/>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29" name="Group 43">
              <a:extLst>
                <a:ext uri="{FF2B5EF4-FFF2-40B4-BE49-F238E27FC236}">
                  <a16:creationId xmlns:a16="http://schemas.microsoft.com/office/drawing/2014/main" id="{E59F1A1E-ADC4-E248-8812-9B1455B8027C}"/>
                </a:ext>
              </a:extLst>
            </p:cNvPr>
            <p:cNvGrpSpPr>
              <a:grpSpLocks/>
            </p:cNvGrpSpPr>
            <p:nvPr/>
          </p:nvGrpSpPr>
          <p:grpSpPr bwMode="auto">
            <a:xfrm>
              <a:off x="2607" y="3092"/>
              <a:ext cx="2634" cy="449"/>
              <a:chOff x="3006" y="1205"/>
              <a:chExt cx="2634" cy="449"/>
            </a:xfrm>
          </p:grpSpPr>
          <p:sp>
            <p:nvSpPr>
              <p:cNvPr id="335" name="Rectangle 45">
                <a:extLst>
                  <a:ext uri="{FF2B5EF4-FFF2-40B4-BE49-F238E27FC236}">
                    <a16:creationId xmlns:a16="http://schemas.microsoft.com/office/drawing/2014/main" id="{FE70DE84-8AAA-8846-A748-B1E64C2FE0D8}"/>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6" name="Text Box 46">
                <a:extLst>
                  <a:ext uri="{FF2B5EF4-FFF2-40B4-BE49-F238E27FC236}">
                    <a16:creationId xmlns:a16="http://schemas.microsoft.com/office/drawing/2014/main" id="{C5A8CE00-0167-BE4B-B09C-F6086D864021}"/>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37" name="Text Box 47">
                <a:extLst>
                  <a:ext uri="{FF2B5EF4-FFF2-40B4-BE49-F238E27FC236}">
                    <a16:creationId xmlns:a16="http://schemas.microsoft.com/office/drawing/2014/main" id="{2F9C9AB8-33A0-134C-ACB9-56E71BD85D19}"/>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=370</a:t>
                </a:r>
              </a:p>
            </p:txBody>
          </p:sp>
          <p:sp>
            <p:nvSpPr>
              <p:cNvPr id="338" name="Text Box 48">
                <a:extLst>
                  <a:ext uri="{FF2B5EF4-FFF2-40B4-BE49-F238E27FC236}">
                    <a16:creationId xmlns:a16="http://schemas.microsoft.com/office/drawing/2014/main" id="{8AC2C926-77A5-E44A-9659-1F2EB67DE78E}"/>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339" name="Text Box 49">
                <a:extLst>
                  <a:ext uri="{FF2B5EF4-FFF2-40B4-BE49-F238E27FC236}">
                    <a16:creationId xmlns:a16="http://schemas.microsoft.com/office/drawing/2014/main" id="{ADD7C64B-1398-EC48-B74F-E620C62A8043}"/>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=1040</a:t>
                </a:r>
              </a:p>
            </p:txBody>
          </p:sp>
          <p:sp>
            <p:nvSpPr>
              <p:cNvPr id="340" name="Line 50">
                <a:extLst>
                  <a:ext uri="{FF2B5EF4-FFF2-40B4-BE49-F238E27FC236}">
                    <a16:creationId xmlns:a16="http://schemas.microsoft.com/office/drawing/2014/main" id="{09587459-A6B0-654D-86D7-6663EE218741}"/>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1" name="Line 51">
                <a:extLst>
                  <a:ext uri="{FF2B5EF4-FFF2-40B4-BE49-F238E27FC236}">
                    <a16:creationId xmlns:a16="http://schemas.microsoft.com/office/drawing/2014/main" id="{A748B13E-8E8C-B14E-B15A-9350C3AC6353}"/>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2" name="Line 52">
                <a:extLst>
                  <a:ext uri="{FF2B5EF4-FFF2-40B4-BE49-F238E27FC236}">
                    <a16:creationId xmlns:a16="http://schemas.microsoft.com/office/drawing/2014/main" id="{F81A466B-6D5C-054A-A2E0-43656AB99502}"/>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3" name="Line 53">
                <a:extLst>
                  <a:ext uri="{FF2B5EF4-FFF2-40B4-BE49-F238E27FC236}">
                    <a16:creationId xmlns:a16="http://schemas.microsoft.com/office/drawing/2014/main" id="{EBFE2F82-A061-6C46-8ED4-FC63BE95BA95}"/>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4" name="Line 54">
                <a:extLst>
                  <a:ext uri="{FF2B5EF4-FFF2-40B4-BE49-F238E27FC236}">
                    <a16:creationId xmlns:a16="http://schemas.microsoft.com/office/drawing/2014/main" id="{4B359F6B-C938-394C-B6D1-60315BA57735}"/>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5" name="Rectangle 55">
                <a:extLst>
                  <a:ext uri="{FF2B5EF4-FFF2-40B4-BE49-F238E27FC236}">
                    <a16:creationId xmlns:a16="http://schemas.microsoft.com/office/drawing/2014/main" id="{E131EC63-108A-D34A-B1BB-22245EF5D502}"/>
                  </a:ext>
                </a:extLst>
              </p:cNvPr>
              <p:cNvSpPr>
                <a:spLocks noChangeArrowheads="1"/>
              </p:cNvSpPr>
              <p:nvPr/>
            </p:nvSpPr>
            <p:spPr bwMode="auto">
              <a:xfrm>
                <a:off x="5224" y="1235"/>
                <a:ext cx="146" cy="41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330" name="Freeform 56">
              <a:extLst>
                <a:ext uri="{FF2B5EF4-FFF2-40B4-BE49-F238E27FC236}">
                  <a16:creationId xmlns:a16="http://schemas.microsoft.com/office/drawing/2014/main" id="{2EC91758-FB97-144D-8BEA-A0ABA3C63BF1}"/>
                </a:ext>
              </a:extLst>
            </p:cNvPr>
            <p:cNvSpPr>
              <a:spLocks/>
            </p:cNvSpPr>
            <p:nvPr/>
          </p:nvSpPr>
          <p:spPr bwMode="auto">
            <a:xfrm>
              <a:off x="2337" y="1443"/>
              <a:ext cx="210" cy="1362"/>
            </a:xfrm>
            <a:custGeom>
              <a:avLst/>
              <a:gdLst>
                <a:gd name="T0" fmla="*/ 0 w 210"/>
                <a:gd name="T1" fmla="*/ 0 h 1362"/>
                <a:gd name="T2" fmla="*/ 0 w 210"/>
                <a:gd name="T3" fmla="*/ 1362 h 1362"/>
                <a:gd name="T4" fmla="*/ 210 w 210"/>
                <a:gd name="T5" fmla="*/ 858 h 1362"/>
                <a:gd name="T6" fmla="*/ 0 60000 65536"/>
                <a:gd name="T7" fmla="*/ 0 60000 65536"/>
                <a:gd name="T8" fmla="*/ 0 60000 65536"/>
                <a:gd name="T9" fmla="*/ 0 w 210"/>
                <a:gd name="T10" fmla="*/ 0 h 1362"/>
                <a:gd name="T11" fmla="*/ 210 w 210"/>
                <a:gd name="T12" fmla="*/ 1362 h 1362"/>
              </a:gdLst>
              <a:ahLst/>
              <a:cxnLst>
                <a:cxn ang="T6">
                  <a:pos x="T0" y="T1"/>
                </a:cxn>
                <a:cxn ang="T7">
                  <a:pos x="T2" y="T3"/>
                </a:cxn>
                <a:cxn ang="T8">
                  <a:pos x="T4" y="T5"/>
                </a:cxn>
              </a:cxnLst>
              <a:rect l="T9" t="T10" r="T11" b="T12"/>
              <a:pathLst>
                <a:path w="210" h="1362">
                  <a:moveTo>
                    <a:pt x="0" y="0"/>
                  </a:moveTo>
                  <a:lnTo>
                    <a:pt x="0" y="1362"/>
                  </a:lnTo>
                  <a:lnTo>
                    <a:pt x="210" y="858"/>
                  </a:lnTo>
                </a:path>
              </a:pathLst>
            </a:custGeom>
            <a:noFill/>
            <a:ln w="19050" cap="flat" cmpd="sng">
              <a:solidFill>
                <a:srgbClr val="CC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1" name="Line 57">
              <a:extLst>
                <a:ext uri="{FF2B5EF4-FFF2-40B4-BE49-F238E27FC236}">
                  <a16:creationId xmlns:a16="http://schemas.microsoft.com/office/drawing/2014/main" id="{6E81C240-B39C-2B41-9279-E1C7F3FABC1E}"/>
                </a:ext>
              </a:extLst>
            </p:cNvPr>
            <p:cNvSpPr>
              <a:spLocks noChangeShapeType="1"/>
            </p:cNvSpPr>
            <p:nvPr/>
          </p:nvSpPr>
          <p:spPr bwMode="auto">
            <a:xfrm>
              <a:off x="2337" y="2787"/>
              <a:ext cx="228" cy="0"/>
            </a:xfrm>
            <a:prstGeom prst="line">
              <a:avLst/>
            </a:prstGeom>
            <a:noFill/>
            <a:ln w="1905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2" name="Line 58">
              <a:extLst>
                <a:ext uri="{FF2B5EF4-FFF2-40B4-BE49-F238E27FC236}">
                  <a16:creationId xmlns:a16="http://schemas.microsoft.com/office/drawing/2014/main" id="{67594024-6154-584C-8F5A-3493BB49D6CD}"/>
                </a:ext>
              </a:extLst>
            </p:cNvPr>
            <p:cNvSpPr>
              <a:spLocks noChangeShapeType="1"/>
            </p:cNvSpPr>
            <p:nvPr/>
          </p:nvSpPr>
          <p:spPr bwMode="auto">
            <a:xfrm>
              <a:off x="2343" y="2793"/>
              <a:ext cx="210" cy="498"/>
            </a:xfrm>
            <a:prstGeom prst="line">
              <a:avLst/>
            </a:prstGeom>
            <a:noFill/>
            <a:ln w="1905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3" name="Text Box 59">
              <a:extLst>
                <a:ext uri="{FF2B5EF4-FFF2-40B4-BE49-F238E27FC236}">
                  <a16:creationId xmlns:a16="http://schemas.microsoft.com/office/drawing/2014/main" id="{71F7F398-43FB-B84F-9D41-7BBF5DC4119F}"/>
                </a:ext>
              </a:extLst>
            </p:cNvPr>
            <p:cNvSpPr txBox="1">
              <a:spLocks noChangeArrowheads="1"/>
            </p:cNvSpPr>
            <p:nvPr/>
          </p:nvSpPr>
          <p:spPr bwMode="auto">
            <a:xfrm>
              <a:off x="2321" y="1490"/>
              <a:ext cx="198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rPr>
                <a:t>one large datagram becomes</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rPr>
                <a:t>several smaller datagrams</a:t>
              </a:r>
            </a:p>
          </p:txBody>
        </p:sp>
      </p:grpSp>
      <p:sp>
        <p:nvSpPr>
          <p:cNvPr id="370" name="Rectangle 60">
            <a:extLst>
              <a:ext uri="{FF2B5EF4-FFF2-40B4-BE49-F238E27FC236}">
                <a16:creationId xmlns:a16="http://schemas.microsoft.com/office/drawing/2014/main" id="{591C6D9B-A3D7-8144-8B0B-BBF79011C2D7}"/>
              </a:ext>
            </a:extLst>
          </p:cNvPr>
          <p:cNvSpPr>
            <a:spLocks noChangeArrowheads="1"/>
          </p:cNvSpPr>
          <p:nvPr/>
        </p:nvSpPr>
        <p:spPr bwMode="auto">
          <a:xfrm>
            <a:off x="734518" y="1472029"/>
            <a:ext cx="3806877" cy="1677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0" fontAlgn="base" hangingPunct="0">
              <a:lnSpc>
                <a:spcPct val="85000"/>
              </a:lnSpc>
              <a:spcBef>
                <a:spcPct val="20000"/>
              </a:spcBef>
              <a:spcAft>
                <a:spcPct val="0"/>
              </a:spcAft>
              <a:buClr>
                <a:srgbClr val="000099"/>
              </a:buClr>
              <a:buSzPct val="65000"/>
              <a:buFont typeface="Wingdings" pitchFamily="2" charset="2"/>
              <a:buNone/>
            </a:pPr>
            <a:r>
              <a:rPr lang="en-US" altLang="en-US" sz="3200" dirty="0">
                <a:solidFill>
                  <a:srgbClr val="0000A3"/>
                </a:solidFill>
                <a:latin typeface="+mn-lt"/>
              </a:rPr>
              <a:t>example:</a:t>
            </a:r>
          </a:p>
          <a:p>
            <a:pPr marL="403225" indent="-284163" eaLnBrk="0" fontAlgn="base" hangingPunct="0">
              <a:lnSpc>
                <a:spcPct val="85000"/>
              </a:lnSpc>
              <a:spcBef>
                <a:spcPct val="20000"/>
              </a:spcBef>
              <a:spcAft>
                <a:spcPct val="0"/>
              </a:spcAft>
              <a:buClr>
                <a:srgbClr val="000099"/>
              </a:buClr>
              <a:buSzPct val="100000"/>
              <a:buFont typeface="Wingdings" pitchFamily="2" charset="2"/>
              <a:buChar char="§"/>
            </a:pPr>
            <a:r>
              <a:rPr lang="en-US" altLang="en-US" dirty="0">
                <a:solidFill>
                  <a:srgbClr val="000000"/>
                </a:solidFill>
                <a:latin typeface="+mn-lt"/>
              </a:rPr>
              <a:t>4000 byte datagram</a:t>
            </a:r>
          </a:p>
          <a:p>
            <a:pPr marL="403225" indent="-284163" eaLnBrk="0" fontAlgn="base" hangingPunct="0">
              <a:lnSpc>
                <a:spcPct val="85000"/>
              </a:lnSpc>
              <a:spcBef>
                <a:spcPct val="20000"/>
              </a:spcBef>
              <a:spcAft>
                <a:spcPct val="0"/>
              </a:spcAft>
              <a:buClr>
                <a:srgbClr val="000099"/>
              </a:buClr>
              <a:buSzPct val="100000"/>
              <a:buFont typeface="Wingdings" pitchFamily="2" charset="2"/>
              <a:buChar char="§"/>
            </a:pPr>
            <a:r>
              <a:rPr lang="en-US" altLang="en-US" dirty="0">
                <a:solidFill>
                  <a:srgbClr val="000000"/>
                </a:solidFill>
                <a:latin typeface="+mn-lt"/>
              </a:rPr>
              <a:t>MTU = 1500 bytes</a:t>
            </a:r>
          </a:p>
          <a:p>
            <a:pPr eaLnBrk="0" fontAlgn="base" hangingPunct="0">
              <a:lnSpc>
                <a:spcPct val="85000"/>
              </a:lnSpc>
              <a:spcBef>
                <a:spcPct val="20000"/>
              </a:spcBef>
              <a:spcAft>
                <a:spcPct val="0"/>
              </a:spcAft>
              <a:buClr>
                <a:srgbClr val="000099"/>
              </a:buClr>
              <a:buSzPct val="65000"/>
              <a:buFont typeface="Wingdings" pitchFamily="2" charset="2"/>
              <a:buChar char="v"/>
            </a:pPr>
            <a:endParaRPr lang="en-US" altLang="en-US" sz="2000" dirty="0">
              <a:solidFill>
                <a:srgbClr val="000000"/>
              </a:solidFill>
              <a:latin typeface="Gill Sans MT" panose="020B0502020104020203" pitchFamily="34" charset="77"/>
            </a:endParaRPr>
          </a:p>
        </p:txBody>
      </p:sp>
      <p:sp>
        <p:nvSpPr>
          <p:cNvPr id="371" name="Text Box 61">
            <a:extLst>
              <a:ext uri="{FF2B5EF4-FFF2-40B4-BE49-F238E27FC236}">
                <a16:creationId xmlns:a16="http://schemas.microsoft.com/office/drawing/2014/main" id="{4864CDD5-A640-E645-9288-94B039FE5FB0}"/>
              </a:ext>
            </a:extLst>
          </p:cNvPr>
          <p:cNvSpPr txBox="1">
            <a:spLocks noChangeArrowheads="1"/>
          </p:cNvSpPr>
          <p:nvPr/>
        </p:nvSpPr>
        <p:spPr bwMode="auto">
          <a:xfrm>
            <a:off x="2437073" y="3238500"/>
            <a:ext cx="16065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1480 bytes in </a:t>
            </a:r>
            <a:b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b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data field</a:t>
            </a:r>
          </a:p>
        </p:txBody>
      </p:sp>
      <p:sp>
        <p:nvSpPr>
          <p:cNvPr id="372" name="Text Box 63">
            <a:extLst>
              <a:ext uri="{FF2B5EF4-FFF2-40B4-BE49-F238E27FC236}">
                <a16:creationId xmlns:a16="http://schemas.microsoft.com/office/drawing/2014/main" id="{F928EBD8-9012-7445-80D5-176216DFF785}"/>
              </a:ext>
            </a:extLst>
          </p:cNvPr>
          <p:cNvSpPr txBox="1">
            <a:spLocks noChangeArrowheads="1"/>
          </p:cNvSpPr>
          <p:nvPr/>
        </p:nvSpPr>
        <p:spPr bwMode="auto">
          <a:xfrm>
            <a:off x="2899035" y="4071938"/>
            <a:ext cx="9461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offset =</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1480/8 </a:t>
            </a:r>
          </a:p>
        </p:txBody>
      </p:sp>
      <p:sp>
        <p:nvSpPr>
          <p:cNvPr id="373" name="Line 68">
            <a:extLst>
              <a:ext uri="{FF2B5EF4-FFF2-40B4-BE49-F238E27FC236}">
                <a16:creationId xmlns:a16="http://schemas.microsoft.com/office/drawing/2014/main" id="{240D0E08-9FFF-2443-ADE9-50E4631ABC82}"/>
              </a:ext>
            </a:extLst>
          </p:cNvPr>
          <p:cNvSpPr>
            <a:spLocks noChangeShapeType="1"/>
          </p:cNvSpPr>
          <p:nvPr/>
        </p:nvSpPr>
        <p:spPr bwMode="auto">
          <a:xfrm>
            <a:off x="3380048" y="3590925"/>
            <a:ext cx="261937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74" name="Line 69">
            <a:extLst>
              <a:ext uri="{FF2B5EF4-FFF2-40B4-BE49-F238E27FC236}">
                <a16:creationId xmlns:a16="http://schemas.microsoft.com/office/drawing/2014/main" id="{19E2D7CF-6181-8C44-85E4-8D1A97979FFE}"/>
              </a:ext>
            </a:extLst>
          </p:cNvPr>
          <p:cNvSpPr>
            <a:spLocks noChangeShapeType="1"/>
          </p:cNvSpPr>
          <p:nvPr/>
        </p:nvSpPr>
        <p:spPr bwMode="auto">
          <a:xfrm flipH="1">
            <a:off x="3713423" y="4394200"/>
            <a:ext cx="46720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 name="TextBox 1"/>
          <p:cNvSpPr txBox="1"/>
          <p:nvPr/>
        </p:nvSpPr>
        <p:spPr>
          <a:xfrm>
            <a:off x="474133" y="6028267"/>
            <a:ext cx="10879667" cy="646331"/>
          </a:xfrm>
          <a:prstGeom prst="rect">
            <a:avLst/>
          </a:prstGeom>
          <a:noFill/>
        </p:spPr>
        <p:txBody>
          <a:bodyPr wrap="square" rtlCol="0">
            <a:spAutoFit/>
          </a:bodyPr>
          <a:lstStyle/>
          <a:p>
            <a:r>
              <a:rPr lang="en-US" dirty="0">
                <a:solidFill>
                  <a:srgbClr val="C00000"/>
                </a:solidFill>
              </a:rPr>
              <a:t>A datagram of </a:t>
            </a:r>
            <a:r>
              <a:rPr lang="en-US" b="1" dirty="0">
                <a:solidFill>
                  <a:srgbClr val="C00000"/>
                </a:solidFill>
              </a:rPr>
              <a:t>4,000 bytes (20 bytes of IP header plus 3,980 bytes of IP payload) </a:t>
            </a:r>
            <a:r>
              <a:rPr lang="en-US" dirty="0">
                <a:solidFill>
                  <a:srgbClr val="C00000"/>
                </a:solidFill>
              </a:rPr>
              <a:t>arrives at a router and must be forwarded to a link with an MTU of 1,500 bytes.</a:t>
            </a:r>
          </a:p>
        </p:txBody>
      </p:sp>
    </p:spTree>
    <p:extLst>
      <p:ext uri="{BB962C8B-B14F-4D97-AF65-F5344CB8AC3E}">
        <p14:creationId xmlns:p14="http://schemas.microsoft.com/office/powerpoint/2010/main" val="723334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86"/>
                                        </p:tgtEl>
                                        <p:attrNameLst>
                                          <p:attrName>style.visibility</p:attrName>
                                        </p:attrNameLst>
                                      </p:cBhvr>
                                      <p:to>
                                        <p:strVal val="visible"/>
                                      </p:to>
                                    </p:set>
                                    <p:animEffect transition="in" filter="wipe(up)">
                                      <p:cBhvr>
                                        <p:cTn id="7" dur="1000"/>
                                        <p:tgtEl>
                                          <p:spTgt spid="28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1"/>
                                        </p:tgtEl>
                                        <p:attrNameLst>
                                          <p:attrName>style.visibility</p:attrName>
                                        </p:attrNameLst>
                                      </p:cBhvr>
                                      <p:to>
                                        <p:strVal val="visible"/>
                                      </p:to>
                                    </p:set>
                                    <p:animEffect transition="in" filter="dissolve">
                                      <p:cBhvr>
                                        <p:cTn id="12" dur="500"/>
                                        <p:tgtEl>
                                          <p:spTgt spid="371"/>
                                        </p:tgtEl>
                                      </p:cBhvr>
                                    </p:animEffect>
                                  </p:childTnLst>
                                </p:cTn>
                              </p:par>
                              <p:par>
                                <p:cTn id="13" presetID="9" presetClass="entr" presetSubtype="0" fill="hold" nodeType="withEffect">
                                  <p:stCondLst>
                                    <p:cond delay="0"/>
                                  </p:stCondLst>
                                  <p:childTnLst>
                                    <p:set>
                                      <p:cBhvr>
                                        <p:cTn id="14" dur="1" fill="hold">
                                          <p:stCondLst>
                                            <p:cond delay="0"/>
                                          </p:stCondLst>
                                        </p:cTn>
                                        <p:tgtEl>
                                          <p:spTgt spid="373"/>
                                        </p:tgtEl>
                                        <p:attrNameLst>
                                          <p:attrName>style.visibility</p:attrName>
                                        </p:attrNameLst>
                                      </p:cBhvr>
                                      <p:to>
                                        <p:strVal val="visible"/>
                                      </p:to>
                                    </p:set>
                                    <p:animEffect transition="in" filter="dissolve">
                                      <p:cBhvr>
                                        <p:cTn id="15" dur="500"/>
                                        <p:tgtEl>
                                          <p:spTgt spid="373"/>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372"/>
                                        </p:tgtEl>
                                        <p:attrNameLst>
                                          <p:attrName>style.visibility</p:attrName>
                                        </p:attrNameLst>
                                      </p:cBhvr>
                                      <p:to>
                                        <p:strVal val="visible"/>
                                      </p:to>
                                    </p:set>
                                    <p:animEffect transition="in" filter="dissolve">
                                      <p:cBhvr>
                                        <p:cTn id="20" dur="500"/>
                                        <p:tgtEl>
                                          <p:spTgt spid="372"/>
                                        </p:tgtEl>
                                      </p:cBhvr>
                                    </p:animEffect>
                                  </p:childTnLst>
                                </p:cTn>
                              </p:par>
                              <p:par>
                                <p:cTn id="21" presetID="9" presetClass="entr" presetSubtype="0" fill="hold" nodeType="withEffect">
                                  <p:stCondLst>
                                    <p:cond delay="0"/>
                                  </p:stCondLst>
                                  <p:childTnLst>
                                    <p:set>
                                      <p:cBhvr>
                                        <p:cTn id="22" dur="1" fill="hold">
                                          <p:stCondLst>
                                            <p:cond delay="0"/>
                                          </p:stCondLst>
                                        </p:cTn>
                                        <p:tgtEl>
                                          <p:spTgt spid="374"/>
                                        </p:tgtEl>
                                        <p:attrNameLst>
                                          <p:attrName>style.visibility</p:attrName>
                                        </p:attrNameLst>
                                      </p:cBhvr>
                                      <p:to>
                                        <p:strVal val="visible"/>
                                      </p:to>
                                    </p:set>
                                    <p:animEffect transition="in" filter="dissolve">
                                      <p:cBhvr>
                                        <p:cTn id="23" dur="500"/>
                                        <p:tgtEl>
                                          <p:spTgt spid="3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1" grpId="0"/>
      <p:bldP spid="372"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t>
            </a:r>
            <a:r>
              <a:rPr lang="en-US" altLang="en-US" dirty="0" smtClean="0">
                <a:ea typeface="ＭＳ Ｐゴシック" panose="020B0600070205080204" pitchFamily="34" charset="-128"/>
              </a:rPr>
              <a:t>fragments</a:t>
            </a:r>
            <a:endParaRPr lang="en-US" dirty="0"/>
          </a:p>
        </p:txBody>
      </p:sp>
      <p:pic>
        <p:nvPicPr>
          <p:cNvPr id="6" name="Picture 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406054" y="1803399"/>
            <a:ext cx="9518063" cy="3158067"/>
          </a:xfrm>
          <a:prstGeom prst="rect">
            <a:avLst/>
          </a:prstGeom>
        </p:spPr>
      </p:pic>
      <p:sp>
        <p:nvSpPr>
          <p:cNvPr id="7" name="TextBox 6"/>
          <p:cNvSpPr txBox="1"/>
          <p:nvPr/>
        </p:nvSpPr>
        <p:spPr>
          <a:xfrm>
            <a:off x="3758849" y="5506535"/>
            <a:ext cx="4859985" cy="369332"/>
          </a:xfrm>
          <a:prstGeom prst="rect">
            <a:avLst/>
          </a:prstGeom>
          <a:noFill/>
        </p:spPr>
        <p:txBody>
          <a:bodyPr wrap="none" rtlCol="0">
            <a:spAutoFit/>
          </a:bodyPr>
          <a:lstStyle/>
          <a:p>
            <a:r>
              <a:rPr lang="en-US" b="1" dirty="0" smtClean="0">
                <a:solidFill>
                  <a:srgbClr val="C00000"/>
                </a:solidFill>
              </a:rPr>
              <a:t>Offset</a:t>
            </a:r>
            <a:r>
              <a:rPr lang="en-US" dirty="0" smtClean="0">
                <a:solidFill>
                  <a:srgbClr val="C00000"/>
                </a:solidFill>
              </a:rPr>
              <a:t> </a:t>
            </a:r>
            <a:r>
              <a:rPr lang="en-US" b="1" dirty="0">
                <a:solidFill>
                  <a:srgbClr val="C00000"/>
                </a:solidFill>
              </a:rPr>
              <a:t>value</a:t>
            </a:r>
            <a:r>
              <a:rPr lang="en-US" dirty="0">
                <a:solidFill>
                  <a:srgbClr val="C00000"/>
                </a:solidFill>
              </a:rPr>
              <a:t> be specified in units of 8-byte chunks</a:t>
            </a:r>
          </a:p>
        </p:txBody>
      </p:sp>
    </p:spTree>
    <p:extLst>
      <p:ext uri="{BB962C8B-B14F-4D97-AF65-F5344CB8AC3E}">
        <p14:creationId xmlns:p14="http://schemas.microsoft.com/office/powerpoint/2010/main" val="3658476400"/>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Title 1"/>
          <p:cNvSpPr>
            <a:spLocks noGrp="1"/>
          </p:cNvSpPr>
          <p:nvPr>
            <p:ph type="title"/>
          </p:nvPr>
        </p:nvSpPr>
        <p:spPr/>
        <p:txBody>
          <a:bodyPr>
            <a:normAutofit fontScale="90000"/>
          </a:bodyPr>
          <a:lstStyle/>
          <a:p>
            <a:r>
              <a:rPr lang="en-US" altLang="en-US" sz="2133" dirty="0"/>
              <a:t>IPv6 Packets</a:t>
            </a:r>
            <a:r>
              <a:rPr lang="en-US" altLang="en-US" dirty="0"/>
              <a:t/>
            </a:r>
            <a:br>
              <a:rPr lang="en-US" altLang="en-US" dirty="0"/>
            </a:br>
            <a:r>
              <a:rPr lang="en-US" altLang="en-US" dirty="0"/>
              <a:t>Limitations of IPv4</a:t>
            </a:r>
            <a:endParaRPr lang="en-CA" altLang="en-US" dirty="0"/>
          </a:p>
        </p:txBody>
      </p:sp>
      <p:sp>
        <p:nvSpPr>
          <p:cNvPr id="13315" name="Content Placeholder 2"/>
          <p:cNvSpPr>
            <a:spLocks noGrp="1"/>
          </p:cNvSpPr>
          <p:nvPr>
            <p:ph idx="1"/>
          </p:nvPr>
        </p:nvSpPr>
        <p:spPr>
          <a:xfrm>
            <a:off x="314030" y="1688204"/>
            <a:ext cx="11563939" cy="3178763"/>
          </a:xfrm>
        </p:spPr>
        <p:txBody>
          <a:bodyPr>
            <a:normAutofit/>
          </a:bodyPr>
          <a:lstStyle/>
          <a:p>
            <a:pPr marL="0" indent="0">
              <a:spcBef>
                <a:spcPts val="600"/>
              </a:spcBef>
              <a:spcAft>
                <a:spcPts val="600"/>
              </a:spcAft>
              <a:buNone/>
            </a:pPr>
            <a:r>
              <a:rPr lang="en-US" sz="2400" dirty="0"/>
              <a:t>IPv4 has </a:t>
            </a:r>
            <a:r>
              <a:rPr lang="en-US" sz="2400" dirty="0">
                <a:solidFill>
                  <a:srgbClr val="FF0000"/>
                </a:solidFill>
              </a:rPr>
              <a:t>three major limitations</a:t>
            </a:r>
            <a:r>
              <a:rPr lang="en-US" sz="2400" dirty="0"/>
              <a:t>:</a:t>
            </a:r>
          </a:p>
          <a:p>
            <a:pPr lvl="1">
              <a:spcBef>
                <a:spcPts val="600"/>
              </a:spcBef>
              <a:spcAft>
                <a:spcPts val="600"/>
              </a:spcAft>
            </a:pPr>
            <a:r>
              <a:rPr lang="en-US" dirty="0">
                <a:solidFill>
                  <a:srgbClr val="FF0000"/>
                </a:solidFill>
              </a:rPr>
              <a:t>IPv4 address depletion </a:t>
            </a:r>
            <a:r>
              <a:rPr lang="en-US" dirty="0"/>
              <a:t>– We have basically run out of IPv4 addressing.</a:t>
            </a:r>
          </a:p>
          <a:p>
            <a:pPr lvl="1">
              <a:spcBef>
                <a:spcPts val="600"/>
              </a:spcBef>
              <a:spcAft>
                <a:spcPts val="600"/>
              </a:spcAft>
            </a:pPr>
            <a:r>
              <a:rPr lang="en-US" dirty="0">
                <a:solidFill>
                  <a:srgbClr val="FF0000"/>
                </a:solidFill>
              </a:rPr>
              <a:t>Lack of end-to-end connectivity </a:t>
            </a:r>
            <a:r>
              <a:rPr lang="en-US" dirty="0"/>
              <a:t>– To make IPv4 survive this long, private addressing and NAT were created. This ended direct communications with public addressing.</a:t>
            </a:r>
          </a:p>
          <a:p>
            <a:pPr lvl="1">
              <a:spcBef>
                <a:spcPts val="600"/>
              </a:spcBef>
              <a:spcAft>
                <a:spcPts val="600"/>
              </a:spcAft>
            </a:pPr>
            <a:r>
              <a:rPr lang="en-US" dirty="0">
                <a:solidFill>
                  <a:srgbClr val="FF0000"/>
                </a:solidFill>
              </a:rPr>
              <a:t>Increased network complexity </a:t>
            </a:r>
            <a:r>
              <a:rPr lang="en-US" dirty="0"/>
              <a:t>– NAT was meant as temporary solution and creates issues on the network as a side effect of manipulating the network headers addressing. NAT causes latency and troubleshooting issues.</a:t>
            </a:r>
          </a:p>
          <a:p>
            <a:pPr lvl="1">
              <a:spcBef>
                <a:spcPts val="600"/>
              </a:spcBef>
              <a:spcAft>
                <a:spcPts val="600"/>
              </a:spcAft>
            </a:pPr>
            <a:endParaRPr lang="en-CA" altLang="en-US" dirty="0"/>
          </a:p>
          <a:p>
            <a:pPr lvl="1">
              <a:spcBef>
                <a:spcPts val="600"/>
              </a:spcBef>
              <a:spcAft>
                <a:spcPts val="600"/>
              </a:spcAft>
            </a:pPr>
            <a:endParaRPr lang="en-CA" altLang="en-US" dirty="0"/>
          </a:p>
          <a:p>
            <a:pPr lvl="1">
              <a:spcBef>
                <a:spcPts val="600"/>
              </a:spcBef>
              <a:spcAft>
                <a:spcPts val="600"/>
              </a:spcAft>
            </a:pPr>
            <a:endParaRPr lang="en-CA" altLang="en-US" dirty="0"/>
          </a:p>
          <a:p>
            <a:pPr lvl="1">
              <a:spcBef>
                <a:spcPts val="600"/>
              </a:spcBef>
              <a:spcAft>
                <a:spcPts val="600"/>
              </a:spcAft>
            </a:pPr>
            <a:endParaRPr lang="en-CA" altLang="en-US" dirty="0"/>
          </a:p>
          <a:p>
            <a:pPr lvl="1">
              <a:spcBef>
                <a:spcPts val="600"/>
              </a:spcBef>
              <a:spcAft>
                <a:spcPts val="600"/>
              </a:spcAft>
            </a:pPr>
            <a:endParaRPr lang="en-CA" altLang="en-US" dirty="0"/>
          </a:p>
          <a:p>
            <a:pPr lvl="1">
              <a:spcBef>
                <a:spcPts val="600"/>
              </a:spcBef>
              <a:spcAft>
                <a:spcPts val="600"/>
              </a:spcAft>
            </a:pPr>
            <a:endParaRPr lang="en-CA" altLang="en-US" dirty="0"/>
          </a:p>
        </p:txBody>
      </p:sp>
    </p:spTree>
    <p:extLst>
      <p:ext uri="{BB962C8B-B14F-4D97-AF65-F5344CB8AC3E}">
        <p14:creationId xmlns:p14="http://schemas.microsoft.com/office/powerpoint/2010/main" val="4072055983"/>
      </p:ext>
    </p:extLst>
  </p:cSld>
  <p:clrMapOvr>
    <a:masterClrMapping/>
  </p:clrMapOvr>
  <p:transition spd="slow">
    <p:wipe/>
  </p:transition>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indent="-341313">
              <a:defRPr/>
            </a:pPr>
            <a:r>
              <a:rPr lang="en-US" altLang="en-US" sz="3200" dirty="0">
                <a:solidFill>
                  <a:srgbClr val="CC0000"/>
                </a:solidFill>
                <a:ea typeface="ＭＳ Ｐゴシック" panose="020B0600070205080204" pitchFamily="34" charset="-128"/>
                <a:cs typeface="ＭＳ Ｐゴシック" panose="020B0600070205080204" pitchFamily="34" charset="-128"/>
              </a:rPr>
              <a:t>initial motivation:</a:t>
            </a:r>
            <a:r>
              <a:rPr lang="en-US" altLang="en-US" sz="3200" dirty="0">
                <a:solidFill>
                  <a:prstClr val="black"/>
                </a:solidFill>
                <a:ea typeface="ＭＳ Ｐゴシック" panose="020B0600070205080204" pitchFamily="34" charset="-128"/>
                <a:cs typeface="ＭＳ Ｐゴシック" panose="020B0600070205080204" pitchFamily="34" charset="-128"/>
              </a:rPr>
              <a:t> 32-bit IPv4 address space would be completely allocated  </a:t>
            </a:r>
          </a:p>
          <a:p>
            <a:pPr marL="471488" indent="-341313">
              <a:defRPr/>
            </a:pPr>
            <a:r>
              <a:rPr lang="en-US" altLang="en-US" sz="3200" dirty="0">
                <a:solidFill>
                  <a:prstClr val="black"/>
                </a:solidFill>
                <a:ea typeface="ＭＳ Ｐゴシック" panose="020B0600070205080204" pitchFamily="34" charset="-128"/>
                <a:cs typeface="ＭＳ Ｐゴシック" panose="020B0600070205080204" pitchFamily="34" charset="-128"/>
              </a:rPr>
              <a:t>additional motivation:</a:t>
            </a:r>
          </a:p>
          <a:p>
            <a:pPr lvl="1">
              <a:defRPr/>
            </a:pPr>
            <a:r>
              <a:rPr lang="en-US" altLang="en-US" sz="2800" dirty="0">
                <a:solidFill>
                  <a:prstClr val="black"/>
                </a:solidFill>
                <a:ea typeface="ＭＳ Ｐゴシック" panose="020B0600070205080204" pitchFamily="34" charset="-128"/>
              </a:rPr>
              <a:t>speed processing/forwarding: 40-byte fixed length header</a:t>
            </a:r>
          </a:p>
          <a:p>
            <a:pPr lvl="1">
              <a:defRPr/>
            </a:pPr>
            <a:r>
              <a:rPr lang="en-US" altLang="en-US" sz="2800" dirty="0">
                <a:solidFill>
                  <a:prstClr val="black"/>
                </a:solidFill>
                <a:ea typeface="ＭＳ Ｐゴシック" panose="020B0600070205080204" pitchFamily="34" charset="-128"/>
              </a:rPr>
              <a:t>enable different network-layer treatment of “flows”</a:t>
            </a:r>
          </a:p>
          <a:p>
            <a:pPr lvl="1">
              <a:defRPr/>
            </a:pPr>
            <a:endParaRPr lang="en-US" altLang="en-US" sz="2800" dirty="0">
              <a:solidFill>
                <a:prstClr val="black"/>
              </a:solidFill>
              <a:ea typeface="ＭＳ Ｐゴシック" panose="020B0600070205080204" pitchFamily="34" charset="-128"/>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motivation</a:t>
            </a:r>
          </a:p>
        </p:txBody>
      </p:sp>
      <p:sp>
        <p:nvSpPr>
          <p:cNvPr id="4" name="Slide Number Placeholder 3">
            <a:extLst>
              <a:ext uri="{FF2B5EF4-FFF2-40B4-BE49-F238E27FC236}">
                <a16:creationId xmlns:a16="http://schemas.microsoft.com/office/drawing/2014/main" id="{3DCBCA91-367F-144D-81CF-EC6DDC4A71FE}"/>
              </a:ext>
            </a:extLst>
          </p:cNvPr>
          <p:cNvSpPr>
            <a:spLocks noGrp="1"/>
          </p:cNvSpPr>
          <p:nvPr>
            <p:ph type="sldNum" sz="quarter" idx="4"/>
          </p:nvPr>
        </p:nvSpPr>
        <p:spPr>
          <a:xfrm>
            <a:off x="9219616" y="6443089"/>
            <a:ext cx="2743200" cy="365125"/>
          </a:xfrm>
        </p:spPr>
        <p:txBody>
          <a:bodyPr/>
          <a:lstStyle/>
          <a:p>
            <a:r>
              <a:rPr lang="en-US" dirty="0">
                <a:solidFill>
                  <a:prstClr val="white">
                    <a:lumMod val="50000"/>
                  </a:prstClr>
                </a:solidFill>
              </a:rPr>
              <a:t>Network Layer: 4-</a:t>
            </a:r>
            <a:fld id="{C4204591-24BD-A542-B9D5-F8D8A88D2FEE}" type="slidenum">
              <a:rPr lang="en-US" smtClean="0">
                <a:solidFill>
                  <a:prstClr val="white">
                    <a:lumMod val="50000"/>
                  </a:prstClr>
                </a:solidFill>
              </a:rPr>
              <a:pPr/>
              <a:t>24</a:t>
            </a:fld>
            <a:endParaRPr lang="en-US" dirty="0">
              <a:solidFill>
                <a:prstClr val="white">
                  <a:lumMod val="50000"/>
                </a:prstClr>
              </a:solidFill>
            </a:endParaRPr>
          </a:p>
        </p:txBody>
      </p:sp>
      <p:sp>
        <p:nvSpPr>
          <p:cNvPr id="2" name="TextBox 1"/>
          <p:cNvSpPr txBox="1"/>
          <p:nvPr/>
        </p:nvSpPr>
        <p:spPr>
          <a:xfrm>
            <a:off x="955011" y="4957002"/>
            <a:ext cx="10396071" cy="923330"/>
          </a:xfrm>
          <a:prstGeom prst="rect">
            <a:avLst/>
          </a:prstGeom>
          <a:noFill/>
        </p:spPr>
        <p:txBody>
          <a:bodyPr wrap="square" rtlCol="0">
            <a:spAutoFit/>
          </a:bodyPr>
          <a:lstStyle/>
          <a:p>
            <a:r>
              <a:rPr lang="en-US" dirty="0">
                <a:solidFill>
                  <a:srgbClr val="C00000"/>
                </a:solidFill>
              </a:rPr>
              <a:t>The header structure of an IPv6 packet is specified in RFC 2460. The header has a fixed length of 40 bytes. The two fields for source and destination addresses each use 16 bytes (128 bits), so there are only 8 bytes for general header information.</a:t>
            </a:r>
          </a:p>
        </p:txBody>
      </p:sp>
    </p:spTree>
    <p:extLst>
      <p:ext uri="{BB962C8B-B14F-4D97-AF65-F5344CB8AC3E}">
        <p14:creationId xmlns:p14="http://schemas.microsoft.com/office/powerpoint/2010/main" val="6058552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81">
                                            <p:txEl>
                                              <p:pRg st="3" end="3"/>
                                            </p:txEl>
                                          </p:spTgt>
                                        </p:tgtEl>
                                        <p:attrNameLst>
                                          <p:attrName>style.visibility</p:attrName>
                                        </p:attrNameLst>
                                      </p:cBhvr>
                                      <p:to>
                                        <p:strVal val="visible"/>
                                      </p:to>
                                    </p:set>
                                    <p:animEffect transition="in" filter="dissolve">
                                      <p:cBhvr>
                                        <p:cTn id="20" dur="500"/>
                                        <p:tgtEl>
                                          <p:spTgt spid="81">
                                            <p:txEl>
                                              <p:pRg st="3" end="3"/>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build="p"/>
      <p:bldP spid="2"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02AA8F8-1E43-384B-8982-C0BB94049B5C}"/>
              </a:ext>
            </a:extLst>
          </p:cNvPr>
          <p:cNvSpPr>
            <a:spLocks noGrp="1"/>
          </p:cNvSpPr>
          <p:nvPr>
            <p:ph type="title"/>
          </p:nvPr>
        </p:nvSpPr>
        <p:spPr>
          <a:xfrm>
            <a:off x="255638" y="164776"/>
            <a:ext cx="11127317" cy="975783"/>
          </a:xfrm>
        </p:spPr>
        <p:txBody>
          <a:bodyPr/>
          <a:lstStyle/>
          <a:p>
            <a:r>
              <a:rPr lang="en-US" sz="2133" dirty="0"/>
              <a:t>IPv4 Issues</a:t>
            </a:r>
            <a:r>
              <a:rPr lang="en-US" dirty="0"/>
              <a:t/>
            </a:r>
            <a:br>
              <a:rPr lang="en-US" dirty="0"/>
            </a:br>
            <a:r>
              <a:rPr lang="en-US" sz="3200" dirty="0"/>
              <a:t>Need for IPv6</a:t>
            </a:r>
          </a:p>
        </p:txBody>
      </p:sp>
      <p:sp>
        <p:nvSpPr>
          <p:cNvPr id="4" name="Content Placeholder 3">
            <a:extLst>
              <a:ext uri="{FF2B5EF4-FFF2-40B4-BE49-F238E27FC236}">
                <a16:creationId xmlns:a16="http://schemas.microsoft.com/office/drawing/2014/main" id="{50693879-5816-3444-9D50-A12F1F37F5DE}"/>
              </a:ext>
            </a:extLst>
          </p:cNvPr>
          <p:cNvSpPr>
            <a:spLocks noGrp="1"/>
          </p:cNvSpPr>
          <p:nvPr>
            <p:ph idx="1"/>
          </p:nvPr>
        </p:nvSpPr>
        <p:spPr>
          <a:xfrm>
            <a:off x="575963" y="1494520"/>
            <a:ext cx="5520037" cy="4098595"/>
          </a:xfrm>
        </p:spPr>
        <p:txBody>
          <a:bodyPr/>
          <a:lstStyle/>
          <a:p>
            <a:pPr marL="457189" indent="-457189" algn="l">
              <a:buFont typeface="Arial" panose="020B0604020202020204" pitchFamily="34" charset="0"/>
              <a:buChar char="•"/>
            </a:pPr>
            <a:r>
              <a:rPr lang="en-US" sz="2400" dirty="0">
                <a:solidFill>
                  <a:schemeClr val="tx1"/>
                </a:solidFill>
              </a:rPr>
              <a:t>IPv4 is running out of addresses. IPv6 is the successor to IPv4. IPv6 has a much larger </a:t>
            </a:r>
            <a:r>
              <a:rPr lang="en-US" sz="2400" dirty="0">
                <a:solidFill>
                  <a:srgbClr val="FF0000"/>
                </a:solidFill>
              </a:rPr>
              <a:t>128-bit address space</a:t>
            </a:r>
            <a:r>
              <a:rPr lang="en-US" sz="2400" dirty="0">
                <a:solidFill>
                  <a:schemeClr val="tx1"/>
                </a:solidFill>
              </a:rPr>
              <a:t>.</a:t>
            </a:r>
          </a:p>
          <a:p>
            <a:pPr marL="457189" indent="-457189" algn="l">
              <a:buFont typeface="Arial" panose="020B0604020202020204" pitchFamily="34" charset="0"/>
              <a:buChar char="•"/>
            </a:pPr>
            <a:r>
              <a:rPr lang="en-US" sz="2400" dirty="0">
                <a:solidFill>
                  <a:schemeClr val="tx1"/>
                </a:solidFill>
              </a:rPr>
              <a:t>The development of IPv6 also included </a:t>
            </a:r>
            <a:r>
              <a:rPr lang="en-US" sz="2400" dirty="0">
                <a:solidFill>
                  <a:srgbClr val="FF0000"/>
                </a:solidFill>
              </a:rPr>
              <a:t>fixes for IPv4 limitations </a:t>
            </a:r>
            <a:r>
              <a:rPr lang="en-US" sz="2400" dirty="0">
                <a:solidFill>
                  <a:schemeClr val="tx1"/>
                </a:solidFill>
              </a:rPr>
              <a:t>and other enhancements.</a:t>
            </a:r>
          </a:p>
          <a:p>
            <a:pPr marL="457189" indent="-457189" algn="l">
              <a:buFont typeface="Arial" panose="020B0604020202020204" pitchFamily="34" charset="0"/>
              <a:buChar char="•"/>
            </a:pPr>
            <a:r>
              <a:rPr lang="en-US" sz="2400" dirty="0">
                <a:solidFill>
                  <a:schemeClr val="tx1"/>
                </a:solidFill>
              </a:rPr>
              <a:t>With an increasing i</a:t>
            </a:r>
            <a:r>
              <a:rPr lang="en-US" sz="2400" dirty="0" smtClean="0">
                <a:solidFill>
                  <a:schemeClr val="tx1"/>
                </a:solidFill>
              </a:rPr>
              <a:t>nternet </a:t>
            </a:r>
            <a:r>
              <a:rPr lang="en-US" sz="2400" dirty="0">
                <a:solidFill>
                  <a:schemeClr val="tx1"/>
                </a:solidFill>
              </a:rPr>
              <a:t>population, a limited IPv4 address space, issues with </a:t>
            </a:r>
            <a:r>
              <a:rPr lang="en-US" sz="2400" dirty="0">
                <a:solidFill>
                  <a:srgbClr val="FF0000"/>
                </a:solidFill>
              </a:rPr>
              <a:t>NAT and the IoT</a:t>
            </a:r>
            <a:r>
              <a:rPr lang="en-US" sz="2400" dirty="0">
                <a:solidFill>
                  <a:schemeClr val="tx1"/>
                </a:solidFill>
              </a:rPr>
              <a:t>, the time has come to begin the transition to IPv6.</a:t>
            </a:r>
          </a:p>
          <a:p>
            <a:pPr marL="457189" indent="-457189" algn="l">
              <a:buFont typeface="Arial" panose="020B0604020202020204" pitchFamily="34" charset="0"/>
              <a:buChar char="•"/>
            </a:pPr>
            <a:endParaRPr lang="en-US" sz="2400" dirty="0">
              <a:solidFill>
                <a:schemeClr val="tx1"/>
              </a:solidFill>
            </a:endParaRPr>
          </a:p>
        </p:txBody>
      </p:sp>
      <p:pic>
        <p:nvPicPr>
          <p:cNvPr id="5" name="Picture 4">
            <a:extLst>
              <a:ext uri="{FF2B5EF4-FFF2-40B4-BE49-F238E27FC236}">
                <a16:creationId xmlns:a16="http://schemas.microsoft.com/office/drawing/2014/main" id="{BFB1C0E8-9A48-4776-9AE6-431C4EFFF458}"/>
              </a:ext>
            </a:extLst>
          </p:cNvPr>
          <p:cNvPicPr>
            <a:picLocks noChangeAspect="1"/>
          </p:cNvPicPr>
          <p:nvPr/>
        </p:nvPicPr>
        <p:blipFill>
          <a:blip r:embed="rId3"/>
          <a:stretch>
            <a:fillRect/>
          </a:stretch>
        </p:blipFill>
        <p:spPr>
          <a:xfrm>
            <a:off x="6209700" y="1140559"/>
            <a:ext cx="4638469" cy="2751635"/>
          </a:xfrm>
          <a:prstGeom prst="rect">
            <a:avLst/>
          </a:prstGeom>
        </p:spPr>
      </p:pic>
    </p:spTree>
    <p:extLst>
      <p:ext uri="{BB962C8B-B14F-4D97-AF65-F5344CB8AC3E}">
        <p14:creationId xmlns:p14="http://schemas.microsoft.com/office/powerpoint/2010/main" val="30620827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datagram format</a:t>
            </a:r>
          </a:p>
        </p:txBody>
      </p:sp>
      <p:sp>
        <p:nvSpPr>
          <p:cNvPr id="7" name="Rectangle 56">
            <a:extLst>
              <a:ext uri="{FF2B5EF4-FFF2-40B4-BE49-F238E27FC236}">
                <a16:creationId xmlns:a16="http://schemas.microsoft.com/office/drawing/2014/main" id="{06BD331B-6C82-EA41-9AF4-9AB955F03E40}"/>
              </a:ext>
            </a:extLst>
          </p:cNvPr>
          <p:cNvSpPr>
            <a:spLocks noChangeArrowheads="1"/>
          </p:cNvSpPr>
          <p:nvPr/>
        </p:nvSpPr>
        <p:spPr bwMode="auto">
          <a:xfrm>
            <a:off x="3731801" y="2152167"/>
            <a:ext cx="4748212" cy="2817812"/>
          </a:xfrm>
          <a:prstGeom prst="rect">
            <a:avLst/>
          </a:prstGeom>
          <a:solidFill>
            <a:schemeClr val="bg1"/>
          </a:solidFill>
          <a:ln w="19050">
            <a:solidFill>
              <a:schemeClr val="tx1"/>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8" name="Line 60">
            <a:extLst>
              <a:ext uri="{FF2B5EF4-FFF2-40B4-BE49-F238E27FC236}">
                <a16:creationId xmlns:a16="http://schemas.microsoft.com/office/drawing/2014/main" id="{FF46BAEB-0183-724A-A6DD-D25D457DBDD2}"/>
              </a:ext>
            </a:extLst>
          </p:cNvPr>
          <p:cNvSpPr>
            <a:spLocks noChangeShapeType="1"/>
          </p:cNvSpPr>
          <p:nvPr/>
        </p:nvSpPr>
        <p:spPr bwMode="auto">
          <a:xfrm>
            <a:off x="3733388" y="2461729"/>
            <a:ext cx="4727575"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9" name="Line 61">
            <a:extLst>
              <a:ext uri="{FF2B5EF4-FFF2-40B4-BE49-F238E27FC236}">
                <a16:creationId xmlns:a16="http://schemas.microsoft.com/office/drawing/2014/main" id="{4AB2FA49-F8C7-3B44-B21F-4186310D80F5}"/>
              </a:ext>
            </a:extLst>
          </p:cNvPr>
          <p:cNvSpPr>
            <a:spLocks noChangeShapeType="1"/>
          </p:cNvSpPr>
          <p:nvPr/>
        </p:nvSpPr>
        <p:spPr bwMode="auto">
          <a:xfrm>
            <a:off x="4384263" y="216169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10" name="Line 63">
            <a:extLst>
              <a:ext uri="{FF2B5EF4-FFF2-40B4-BE49-F238E27FC236}">
                <a16:creationId xmlns:a16="http://schemas.microsoft.com/office/drawing/2014/main" id="{3032CAAE-849B-6041-8584-A4B185020812}"/>
              </a:ext>
            </a:extLst>
          </p:cNvPr>
          <p:cNvSpPr>
            <a:spLocks noChangeShapeType="1"/>
          </p:cNvSpPr>
          <p:nvPr/>
        </p:nvSpPr>
        <p:spPr bwMode="auto">
          <a:xfrm>
            <a:off x="5073238" y="215851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12" name="Line 64">
            <a:extLst>
              <a:ext uri="{FF2B5EF4-FFF2-40B4-BE49-F238E27FC236}">
                <a16:creationId xmlns:a16="http://schemas.microsoft.com/office/drawing/2014/main" id="{08C91634-6D01-FD43-B618-241CCA3AE545}"/>
              </a:ext>
            </a:extLst>
          </p:cNvPr>
          <p:cNvSpPr>
            <a:spLocks noChangeShapeType="1"/>
          </p:cNvSpPr>
          <p:nvPr/>
        </p:nvSpPr>
        <p:spPr bwMode="auto">
          <a:xfrm>
            <a:off x="6000338" y="245696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13" name="Line 65">
            <a:extLst>
              <a:ext uri="{FF2B5EF4-FFF2-40B4-BE49-F238E27FC236}">
                <a16:creationId xmlns:a16="http://schemas.microsoft.com/office/drawing/2014/main" id="{B1E03300-E1D2-D14B-81BA-074E0B943A8D}"/>
              </a:ext>
            </a:extLst>
          </p:cNvPr>
          <p:cNvSpPr>
            <a:spLocks noChangeShapeType="1"/>
          </p:cNvSpPr>
          <p:nvPr/>
        </p:nvSpPr>
        <p:spPr bwMode="auto">
          <a:xfrm>
            <a:off x="7146513" y="246014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14" name="Line 66">
            <a:extLst>
              <a:ext uri="{FF2B5EF4-FFF2-40B4-BE49-F238E27FC236}">
                <a16:creationId xmlns:a16="http://schemas.microsoft.com/office/drawing/2014/main" id="{154D8129-6C32-E84D-B8E1-4813483FD7D4}"/>
              </a:ext>
            </a:extLst>
          </p:cNvPr>
          <p:cNvSpPr>
            <a:spLocks noChangeShapeType="1"/>
          </p:cNvSpPr>
          <p:nvPr/>
        </p:nvSpPr>
        <p:spPr bwMode="auto">
          <a:xfrm>
            <a:off x="3720688" y="3982554"/>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15" name="Line 67">
            <a:extLst>
              <a:ext uri="{FF2B5EF4-FFF2-40B4-BE49-F238E27FC236}">
                <a16:creationId xmlns:a16="http://schemas.microsoft.com/office/drawing/2014/main" id="{9A2D256A-3619-D145-8E9B-835ABDC5637D}"/>
              </a:ext>
            </a:extLst>
          </p:cNvPr>
          <p:cNvSpPr>
            <a:spLocks noChangeShapeType="1"/>
          </p:cNvSpPr>
          <p:nvPr/>
        </p:nvSpPr>
        <p:spPr bwMode="auto">
          <a:xfrm>
            <a:off x="3738151" y="3342792"/>
            <a:ext cx="4760912"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16" name="Line 68">
            <a:extLst>
              <a:ext uri="{FF2B5EF4-FFF2-40B4-BE49-F238E27FC236}">
                <a16:creationId xmlns:a16="http://schemas.microsoft.com/office/drawing/2014/main" id="{4BED1352-6084-5E44-8ADB-97D4B1546060}"/>
              </a:ext>
            </a:extLst>
          </p:cNvPr>
          <p:cNvSpPr>
            <a:spLocks noChangeShapeType="1"/>
          </p:cNvSpPr>
          <p:nvPr/>
        </p:nvSpPr>
        <p:spPr bwMode="auto">
          <a:xfrm>
            <a:off x="3723863" y="2760179"/>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17" name="Text Box 69">
            <a:extLst>
              <a:ext uri="{FF2B5EF4-FFF2-40B4-BE49-F238E27FC236}">
                <a16:creationId xmlns:a16="http://schemas.microsoft.com/office/drawing/2014/main" id="{E0AC04AF-B0F8-7444-B657-E5F780A80276}"/>
              </a:ext>
            </a:extLst>
          </p:cNvPr>
          <p:cNvSpPr txBox="1">
            <a:spLocks noChangeArrowheads="1"/>
          </p:cNvSpPr>
          <p:nvPr/>
        </p:nvSpPr>
        <p:spPr bwMode="auto">
          <a:xfrm>
            <a:off x="5234225" y="4260919"/>
            <a:ext cx="17235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 payload (data)</a:t>
            </a:r>
          </a:p>
        </p:txBody>
      </p:sp>
      <p:sp>
        <p:nvSpPr>
          <p:cNvPr id="18" name="Text Box 70">
            <a:extLst>
              <a:ext uri="{FF2B5EF4-FFF2-40B4-BE49-F238E27FC236}">
                <a16:creationId xmlns:a16="http://schemas.microsoft.com/office/drawing/2014/main" id="{5C952E09-E1D5-644F-A77A-EF94E62A6DCB}"/>
              </a:ext>
            </a:extLst>
          </p:cNvPr>
          <p:cNvSpPr txBox="1">
            <a:spLocks noChangeArrowheads="1"/>
          </p:cNvSpPr>
          <p:nvPr/>
        </p:nvSpPr>
        <p:spPr bwMode="auto">
          <a:xfrm>
            <a:off x="4968463" y="3385654"/>
            <a:ext cx="21653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defRPr/>
            </a:pPr>
            <a:r>
              <a:rPr lang="en-US" altLang="en-US" sz="1800" dirty="0">
                <a:solidFill>
                  <a:prstClr val="black"/>
                </a:solidFill>
              </a:rPr>
              <a:t>destination address</a:t>
            </a:r>
          </a:p>
          <a:p>
            <a:pPr algn="ctr">
              <a:lnSpc>
                <a:spcPct val="85000"/>
              </a:lnSpc>
              <a:defRPr/>
            </a:pPr>
            <a:r>
              <a:rPr lang="en-US" altLang="en-US" sz="1800" dirty="0">
                <a:solidFill>
                  <a:prstClr val="black"/>
                </a:solidFill>
              </a:rPr>
              <a:t>(128 bits)</a:t>
            </a:r>
          </a:p>
        </p:txBody>
      </p:sp>
      <p:sp>
        <p:nvSpPr>
          <p:cNvPr id="19" name="Text Box 71">
            <a:extLst>
              <a:ext uri="{FF2B5EF4-FFF2-40B4-BE49-F238E27FC236}">
                <a16:creationId xmlns:a16="http://schemas.microsoft.com/office/drawing/2014/main" id="{5DB8207C-7284-E643-8418-E273F617A0B3}"/>
              </a:ext>
            </a:extLst>
          </p:cNvPr>
          <p:cNvSpPr txBox="1">
            <a:spLocks noChangeArrowheads="1"/>
          </p:cNvSpPr>
          <p:nvPr/>
        </p:nvSpPr>
        <p:spPr bwMode="auto">
          <a:xfrm>
            <a:off x="5133563" y="2779229"/>
            <a:ext cx="17462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defRPr/>
            </a:pPr>
            <a:r>
              <a:rPr lang="en-US" altLang="en-US" sz="1800" dirty="0">
                <a:solidFill>
                  <a:prstClr val="black"/>
                </a:solidFill>
              </a:rPr>
              <a:t>source address</a:t>
            </a:r>
          </a:p>
          <a:p>
            <a:pPr algn="ctr">
              <a:lnSpc>
                <a:spcPct val="85000"/>
              </a:lnSpc>
              <a:defRPr/>
            </a:pPr>
            <a:r>
              <a:rPr lang="en-US" altLang="en-US" sz="1800" dirty="0">
                <a:solidFill>
                  <a:prstClr val="black"/>
                </a:solidFill>
              </a:rPr>
              <a:t>(128 bits)</a:t>
            </a:r>
          </a:p>
        </p:txBody>
      </p:sp>
      <p:sp>
        <p:nvSpPr>
          <p:cNvPr id="20" name="Text Box 72">
            <a:extLst>
              <a:ext uri="{FF2B5EF4-FFF2-40B4-BE49-F238E27FC236}">
                <a16:creationId xmlns:a16="http://schemas.microsoft.com/office/drawing/2014/main" id="{A085D2DC-A1A9-7842-BB93-C0F03DCF58EF}"/>
              </a:ext>
            </a:extLst>
          </p:cNvPr>
          <p:cNvSpPr txBox="1">
            <a:spLocks noChangeArrowheads="1"/>
          </p:cNvSpPr>
          <p:nvPr/>
        </p:nvSpPr>
        <p:spPr bwMode="auto">
          <a:xfrm>
            <a:off x="4217576" y="2426804"/>
            <a:ext cx="1352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payload len</a:t>
            </a:r>
          </a:p>
        </p:txBody>
      </p:sp>
      <p:sp>
        <p:nvSpPr>
          <p:cNvPr id="21" name="Text Box 73">
            <a:extLst>
              <a:ext uri="{FF2B5EF4-FFF2-40B4-BE49-F238E27FC236}">
                <a16:creationId xmlns:a16="http://schemas.microsoft.com/office/drawing/2014/main" id="{BBC2A83E-7E03-734C-8CE7-1FE8A5C1A015}"/>
              </a:ext>
            </a:extLst>
          </p:cNvPr>
          <p:cNvSpPr txBox="1">
            <a:spLocks noChangeArrowheads="1"/>
          </p:cNvSpPr>
          <p:nvPr/>
        </p:nvSpPr>
        <p:spPr bwMode="auto">
          <a:xfrm>
            <a:off x="5998751" y="2434742"/>
            <a:ext cx="1009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next hdr</a:t>
            </a:r>
          </a:p>
        </p:txBody>
      </p:sp>
      <p:sp>
        <p:nvSpPr>
          <p:cNvPr id="22" name="Text Box 74">
            <a:extLst>
              <a:ext uri="{FF2B5EF4-FFF2-40B4-BE49-F238E27FC236}">
                <a16:creationId xmlns:a16="http://schemas.microsoft.com/office/drawing/2014/main" id="{57026753-C52D-054A-BAC4-B9BFD12FC199}"/>
              </a:ext>
            </a:extLst>
          </p:cNvPr>
          <p:cNvSpPr txBox="1">
            <a:spLocks noChangeArrowheads="1"/>
          </p:cNvSpPr>
          <p:nvPr/>
        </p:nvSpPr>
        <p:spPr bwMode="auto">
          <a:xfrm>
            <a:off x="7254463" y="2420454"/>
            <a:ext cx="1035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hop limit</a:t>
            </a:r>
          </a:p>
        </p:txBody>
      </p:sp>
      <p:sp>
        <p:nvSpPr>
          <p:cNvPr id="23" name="Text Box 75">
            <a:extLst>
              <a:ext uri="{FF2B5EF4-FFF2-40B4-BE49-F238E27FC236}">
                <a16:creationId xmlns:a16="http://schemas.microsoft.com/office/drawing/2014/main" id="{6AE14882-771E-7C44-B5A7-46D9917BA232}"/>
              </a:ext>
            </a:extLst>
          </p:cNvPr>
          <p:cNvSpPr txBox="1">
            <a:spLocks noChangeArrowheads="1"/>
          </p:cNvSpPr>
          <p:nvPr/>
        </p:nvSpPr>
        <p:spPr bwMode="auto">
          <a:xfrm>
            <a:off x="6124163" y="2126767"/>
            <a:ext cx="1136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flow label</a:t>
            </a:r>
          </a:p>
        </p:txBody>
      </p:sp>
      <p:sp>
        <p:nvSpPr>
          <p:cNvPr id="24" name="Text Box 76">
            <a:extLst>
              <a:ext uri="{FF2B5EF4-FFF2-40B4-BE49-F238E27FC236}">
                <a16:creationId xmlns:a16="http://schemas.microsoft.com/office/drawing/2014/main" id="{E4F605DE-8A23-A342-A2D0-EA394C25E769}"/>
              </a:ext>
            </a:extLst>
          </p:cNvPr>
          <p:cNvSpPr txBox="1">
            <a:spLocks noChangeArrowheads="1"/>
          </p:cNvSpPr>
          <p:nvPr/>
        </p:nvSpPr>
        <p:spPr bwMode="auto">
          <a:xfrm>
            <a:off x="4503326" y="2112479"/>
            <a:ext cx="438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pri</a:t>
            </a:r>
          </a:p>
        </p:txBody>
      </p:sp>
      <p:sp>
        <p:nvSpPr>
          <p:cNvPr id="25" name="Text Box 77">
            <a:extLst>
              <a:ext uri="{FF2B5EF4-FFF2-40B4-BE49-F238E27FC236}">
                <a16:creationId xmlns:a16="http://schemas.microsoft.com/office/drawing/2014/main" id="{F5BAFC39-337A-7D4D-B953-EDE378336D82}"/>
              </a:ext>
            </a:extLst>
          </p:cNvPr>
          <p:cNvSpPr txBox="1">
            <a:spLocks noChangeArrowheads="1"/>
          </p:cNvSpPr>
          <p:nvPr/>
        </p:nvSpPr>
        <p:spPr bwMode="auto">
          <a:xfrm>
            <a:off x="3796888" y="2120417"/>
            <a:ext cx="501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ver</a:t>
            </a:r>
          </a:p>
        </p:txBody>
      </p:sp>
      <p:sp>
        <p:nvSpPr>
          <p:cNvPr id="26" name="Line 79">
            <a:extLst>
              <a:ext uri="{FF2B5EF4-FFF2-40B4-BE49-F238E27FC236}">
                <a16:creationId xmlns:a16="http://schemas.microsoft.com/office/drawing/2014/main" id="{6D309F43-CEA6-6C4A-A66E-1ED5E647B3B1}"/>
              </a:ext>
            </a:extLst>
          </p:cNvPr>
          <p:cNvSpPr>
            <a:spLocks noChangeShapeType="1"/>
          </p:cNvSpPr>
          <p:nvPr/>
        </p:nvSpPr>
        <p:spPr bwMode="auto">
          <a:xfrm>
            <a:off x="3696324" y="1921565"/>
            <a:ext cx="4816475" cy="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pPr>
              <a:defRPr/>
            </a:pPr>
            <a:r>
              <a:rPr lang="en-US" dirty="0">
                <a:solidFill>
                  <a:prstClr val="black"/>
                </a:solidFill>
              </a:rPr>
              <a:t>      </a:t>
            </a:r>
          </a:p>
        </p:txBody>
      </p:sp>
      <p:sp>
        <p:nvSpPr>
          <p:cNvPr id="27" name="Text Box 78">
            <a:extLst>
              <a:ext uri="{FF2B5EF4-FFF2-40B4-BE49-F238E27FC236}">
                <a16:creationId xmlns:a16="http://schemas.microsoft.com/office/drawing/2014/main" id="{293429CE-DA58-654F-BA3A-CCFCE2B31159}"/>
              </a:ext>
            </a:extLst>
          </p:cNvPr>
          <p:cNvSpPr txBox="1">
            <a:spLocks noChangeArrowheads="1"/>
          </p:cNvSpPr>
          <p:nvPr/>
        </p:nvSpPr>
        <p:spPr bwMode="auto">
          <a:xfrm>
            <a:off x="5555286" y="1731065"/>
            <a:ext cx="864339"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32 bits</a:t>
            </a:r>
          </a:p>
        </p:txBody>
      </p:sp>
      <p:grpSp>
        <p:nvGrpSpPr>
          <p:cNvPr id="38" name="Group 37">
            <a:extLst>
              <a:ext uri="{FF2B5EF4-FFF2-40B4-BE49-F238E27FC236}">
                <a16:creationId xmlns:a16="http://schemas.microsoft.com/office/drawing/2014/main" id="{6AEA1261-6406-384A-80E1-CD0E73579F74}"/>
              </a:ext>
            </a:extLst>
          </p:cNvPr>
          <p:cNvGrpSpPr/>
          <p:nvPr/>
        </p:nvGrpSpPr>
        <p:grpSpPr>
          <a:xfrm>
            <a:off x="159026" y="1902722"/>
            <a:ext cx="4399722" cy="1089529"/>
            <a:chOff x="159026" y="1902722"/>
            <a:chExt cx="4399722" cy="1089529"/>
          </a:xfrm>
        </p:grpSpPr>
        <p:sp>
          <p:nvSpPr>
            <p:cNvPr id="30" name="Rectangle 4">
              <a:extLst>
                <a:ext uri="{FF2B5EF4-FFF2-40B4-BE49-F238E27FC236}">
                  <a16:creationId xmlns:a16="http://schemas.microsoft.com/office/drawing/2014/main" id="{A62F1DF5-B9B3-694D-A24D-1B7BD3EDB470}"/>
                </a:ext>
              </a:extLst>
            </p:cNvPr>
            <p:cNvSpPr>
              <a:spLocks noChangeArrowheads="1"/>
            </p:cNvSpPr>
            <p:nvPr/>
          </p:nvSpPr>
          <p:spPr bwMode="auto">
            <a:xfrm>
              <a:off x="159026" y="1902722"/>
              <a:ext cx="3072157" cy="10895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r">
                <a:lnSpc>
                  <a:spcPct val="90000"/>
                </a:lnSpc>
                <a:defRPr/>
              </a:pPr>
              <a:r>
                <a:rPr lang="en-US" altLang="en-US" dirty="0">
                  <a:solidFill>
                    <a:srgbClr val="C00000"/>
                  </a:solidFill>
                  <a:latin typeface="Calibri" panose="020F0502020204030204"/>
                </a:rPr>
                <a:t>priority:  </a:t>
              </a:r>
              <a:r>
                <a:rPr lang="en-US" altLang="en-US" dirty="0">
                  <a:solidFill>
                    <a:prstClr val="black"/>
                  </a:solidFill>
                  <a:latin typeface="Calibri" panose="020F0502020204030204"/>
                </a:rPr>
                <a:t>identify priority among datagrams in flow</a:t>
              </a:r>
            </a:p>
          </p:txBody>
        </p:sp>
        <p:cxnSp>
          <p:nvCxnSpPr>
            <p:cNvPr id="32" name="Straight Connector 31">
              <a:extLst>
                <a:ext uri="{FF2B5EF4-FFF2-40B4-BE49-F238E27FC236}">
                  <a16:creationId xmlns:a16="http://schemas.microsoft.com/office/drawing/2014/main" id="{687B5EFD-DE55-954C-AA2E-B11349D91A5E}"/>
                </a:ext>
              </a:extLst>
            </p:cNvPr>
            <p:cNvCxnSpPr/>
            <p:nvPr/>
          </p:nvCxnSpPr>
          <p:spPr>
            <a:xfrm>
              <a:off x="3299791" y="2398643"/>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1" name="Group 40">
            <a:extLst>
              <a:ext uri="{FF2B5EF4-FFF2-40B4-BE49-F238E27FC236}">
                <a16:creationId xmlns:a16="http://schemas.microsoft.com/office/drawing/2014/main" id="{E7C16337-BB18-3647-8DA0-0577F7F7EAE2}"/>
              </a:ext>
            </a:extLst>
          </p:cNvPr>
          <p:cNvGrpSpPr/>
          <p:nvPr/>
        </p:nvGrpSpPr>
        <p:grpSpPr>
          <a:xfrm>
            <a:off x="7480852" y="1426988"/>
            <a:ext cx="4499112" cy="1421928"/>
            <a:chOff x="7480852" y="1426988"/>
            <a:chExt cx="4499112" cy="1421928"/>
          </a:xfrm>
        </p:grpSpPr>
        <p:sp>
          <p:nvSpPr>
            <p:cNvPr id="29" name="Rectangle 4">
              <a:extLst>
                <a:ext uri="{FF2B5EF4-FFF2-40B4-BE49-F238E27FC236}">
                  <a16:creationId xmlns:a16="http://schemas.microsoft.com/office/drawing/2014/main" id="{5C471EC3-3AA5-544E-9614-322ED92F4309}"/>
                </a:ext>
              </a:extLst>
            </p:cNvPr>
            <p:cNvSpPr>
              <a:spLocks noChangeArrowheads="1"/>
            </p:cNvSpPr>
            <p:nvPr/>
          </p:nvSpPr>
          <p:spPr bwMode="auto">
            <a:xfrm>
              <a:off x="8742156" y="1426988"/>
              <a:ext cx="3237808" cy="1421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90000"/>
                </a:lnSpc>
                <a:defRPr/>
              </a:pPr>
              <a:r>
                <a:rPr lang="en-US" altLang="en-US" dirty="0">
                  <a:solidFill>
                    <a:srgbClr val="C00000"/>
                  </a:solidFill>
                  <a:latin typeface="Calibri" panose="020F0502020204030204"/>
                </a:rPr>
                <a:t>flow label: </a:t>
              </a:r>
              <a:r>
                <a:rPr lang="en-US" altLang="en-US" dirty="0">
                  <a:solidFill>
                    <a:prstClr val="black"/>
                  </a:solidFill>
                  <a:latin typeface="Calibri" panose="020F0502020204030204"/>
                </a:rPr>
                <a:t>identify datagrams in same "</a:t>
              </a:r>
              <a:r>
                <a:rPr lang="en-US" altLang="ja-JP" dirty="0">
                  <a:solidFill>
                    <a:prstClr val="black"/>
                  </a:solidFill>
                  <a:latin typeface="Calibri" panose="020F0502020204030204"/>
                </a:rPr>
                <a:t>flow.” </a:t>
              </a:r>
              <a:r>
                <a:rPr lang="en-US" altLang="en-US" dirty="0">
                  <a:solidFill>
                    <a:prstClr val="black"/>
                  </a:solidFill>
                  <a:latin typeface="Calibri" panose="020F0502020204030204"/>
                </a:rPr>
                <a:t>(concept of “</a:t>
              </a:r>
              <a:r>
                <a:rPr lang="en-US" altLang="ja-JP" dirty="0">
                  <a:solidFill>
                    <a:prstClr val="black"/>
                  </a:solidFill>
                  <a:latin typeface="Calibri" panose="020F0502020204030204"/>
                </a:rPr>
                <a:t>flow” not well defined).</a:t>
              </a:r>
            </a:p>
          </p:txBody>
        </p:sp>
        <p:cxnSp>
          <p:nvCxnSpPr>
            <p:cNvPr id="34" name="Straight Connector 33">
              <a:extLst>
                <a:ext uri="{FF2B5EF4-FFF2-40B4-BE49-F238E27FC236}">
                  <a16:creationId xmlns:a16="http://schemas.microsoft.com/office/drawing/2014/main" id="{2E335EC0-BE93-7D48-B1F1-2EBDF7E08A9B}"/>
                </a:ext>
              </a:extLst>
            </p:cNvPr>
            <p:cNvCxnSpPr/>
            <p:nvPr/>
          </p:nvCxnSpPr>
          <p:spPr>
            <a:xfrm>
              <a:off x="7480852" y="2325756"/>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81414790-8DD3-3D4D-8E4E-CD4D79358549}"/>
              </a:ext>
            </a:extLst>
          </p:cNvPr>
          <p:cNvGrpSpPr/>
          <p:nvPr/>
        </p:nvGrpSpPr>
        <p:grpSpPr>
          <a:xfrm>
            <a:off x="0" y="2970865"/>
            <a:ext cx="4028661" cy="757130"/>
            <a:chOff x="0" y="2970865"/>
            <a:chExt cx="4028661" cy="757130"/>
          </a:xfrm>
        </p:grpSpPr>
        <p:sp>
          <p:nvSpPr>
            <p:cNvPr id="31" name="Rectangle 4">
              <a:extLst>
                <a:ext uri="{FF2B5EF4-FFF2-40B4-BE49-F238E27FC236}">
                  <a16:creationId xmlns:a16="http://schemas.microsoft.com/office/drawing/2014/main" id="{FD2BAAAA-1AE8-4040-B5EF-F0275A2B5E9A}"/>
                </a:ext>
              </a:extLst>
            </p:cNvPr>
            <p:cNvSpPr>
              <a:spLocks noChangeArrowheads="1"/>
            </p:cNvSpPr>
            <p:nvPr/>
          </p:nvSpPr>
          <p:spPr bwMode="auto">
            <a:xfrm>
              <a:off x="0" y="2970865"/>
              <a:ext cx="3237808"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r">
                <a:lnSpc>
                  <a:spcPct val="90000"/>
                </a:lnSpc>
                <a:defRPr/>
              </a:pPr>
              <a:r>
                <a:rPr lang="en-US" altLang="en-US" dirty="0">
                  <a:solidFill>
                    <a:srgbClr val="C00000"/>
                  </a:solidFill>
                  <a:latin typeface="Calibri" panose="020F0502020204030204"/>
                </a:rPr>
                <a:t>128-bit </a:t>
              </a:r>
            </a:p>
            <a:p>
              <a:pPr algn="r">
                <a:lnSpc>
                  <a:spcPct val="90000"/>
                </a:lnSpc>
                <a:defRPr/>
              </a:pPr>
              <a:r>
                <a:rPr lang="en-US" altLang="en-US" dirty="0">
                  <a:solidFill>
                    <a:prstClr val="black"/>
                  </a:solidFill>
                  <a:latin typeface="Calibri" panose="020F0502020204030204"/>
                </a:rPr>
                <a:t>IPv6 addresses</a:t>
              </a:r>
              <a:endParaRPr lang="en-US" altLang="ja-JP" dirty="0">
                <a:solidFill>
                  <a:prstClr val="black"/>
                </a:solidFill>
                <a:latin typeface="Calibri" panose="020F0502020204030204"/>
              </a:endParaRPr>
            </a:p>
          </p:txBody>
        </p:sp>
        <p:cxnSp>
          <p:nvCxnSpPr>
            <p:cNvPr id="37" name="Straight Connector 36">
              <a:extLst>
                <a:ext uri="{FF2B5EF4-FFF2-40B4-BE49-F238E27FC236}">
                  <a16:creationId xmlns:a16="http://schemas.microsoft.com/office/drawing/2014/main" id="{86D2440C-820D-DB4D-9733-7F45283BFBFD}"/>
                </a:ext>
              </a:extLst>
            </p:cNvPr>
            <p:cNvCxnSpPr>
              <a:cxnSpLocks/>
            </p:cNvCxnSpPr>
            <p:nvPr/>
          </p:nvCxnSpPr>
          <p:spPr>
            <a:xfrm>
              <a:off x="3124200" y="3380098"/>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BB9E4D90-DD97-EC4E-8478-927833442B32}"/>
                </a:ext>
              </a:extLst>
            </p:cNvPr>
            <p:cNvCxnSpPr>
              <a:cxnSpLocks/>
            </p:cNvCxnSpPr>
            <p:nvPr/>
          </p:nvCxnSpPr>
          <p:spPr>
            <a:xfrm flipV="1">
              <a:off x="3124200" y="3055420"/>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43" name="TextBox 42">
            <a:extLst>
              <a:ext uri="{FF2B5EF4-FFF2-40B4-BE49-F238E27FC236}">
                <a16:creationId xmlns:a16="http://schemas.microsoft.com/office/drawing/2014/main" id="{2147A05B-9FF8-9348-9157-B03754DD0182}"/>
              </a:ext>
            </a:extLst>
          </p:cNvPr>
          <p:cNvSpPr txBox="1"/>
          <p:nvPr/>
        </p:nvSpPr>
        <p:spPr>
          <a:xfrm>
            <a:off x="1192696" y="5022574"/>
            <a:ext cx="8971722" cy="1569660"/>
          </a:xfrm>
          <a:prstGeom prst="rect">
            <a:avLst/>
          </a:prstGeom>
          <a:noFill/>
        </p:spPr>
        <p:txBody>
          <a:bodyPr wrap="square" rtlCol="0">
            <a:spAutoFit/>
          </a:bodyPr>
          <a:lstStyle/>
          <a:p>
            <a:pPr>
              <a:defRPr/>
            </a:pPr>
            <a:r>
              <a:rPr lang="en-US" sz="2400" dirty="0">
                <a:solidFill>
                  <a:prstClr val="black"/>
                </a:solidFill>
              </a:rPr>
              <a:t>What’s missing (compared with IPv4): </a:t>
            </a:r>
          </a:p>
          <a:p>
            <a:pPr marL="285750" indent="-285750">
              <a:buClr>
                <a:srgbClr val="0000A3"/>
              </a:buClr>
              <a:buFont typeface="Wingdings" pitchFamily="2" charset="2"/>
              <a:buChar char="§"/>
              <a:defRPr/>
            </a:pPr>
            <a:r>
              <a:rPr lang="en-US" sz="2400" dirty="0">
                <a:solidFill>
                  <a:prstClr val="black"/>
                </a:solidFill>
              </a:rPr>
              <a:t>no checksum (to speed processing at routers)</a:t>
            </a:r>
          </a:p>
          <a:p>
            <a:pPr marL="285750" indent="-285750">
              <a:buClr>
                <a:srgbClr val="0000A3"/>
              </a:buClr>
              <a:buFont typeface="Wingdings" pitchFamily="2" charset="2"/>
              <a:buChar char="§"/>
              <a:defRPr/>
            </a:pPr>
            <a:r>
              <a:rPr lang="en-US" sz="2400" dirty="0">
                <a:solidFill>
                  <a:prstClr val="black"/>
                </a:solidFill>
              </a:rPr>
              <a:t>no fragmentation/reassembly</a:t>
            </a:r>
          </a:p>
          <a:p>
            <a:pPr marL="285750" indent="-285750">
              <a:buClr>
                <a:srgbClr val="0000A3"/>
              </a:buClr>
              <a:buFont typeface="Wingdings" pitchFamily="2" charset="2"/>
              <a:buChar char="§"/>
              <a:defRPr/>
            </a:pPr>
            <a:r>
              <a:rPr lang="en-US" sz="2400" dirty="0">
                <a:solidFill>
                  <a:prstClr val="black"/>
                </a:solidFill>
              </a:rPr>
              <a:t>no options (available as upper-layer, next-header protocol at router)</a:t>
            </a:r>
            <a:endParaRPr lang="en-US" dirty="0">
              <a:solidFill>
                <a:prstClr val="black"/>
              </a:solidFill>
            </a:endParaRPr>
          </a:p>
        </p:txBody>
      </p:sp>
      <p:sp>
        <p:nvSpPr>
          <p:cNvPr id="35" name="Slide Number Placeholder 3">
            <a:extLst>
              <a:ext uri="{FF2B5EF4-FFF2-40B4-BE49-F238E27FC236}">
                <a16:creationId xmlns:a16="http://schemas.microsoft.com/office/drawing/2014/main" id="{FECA57F1-CDA6-B74D-8BAA-F8802916451A}"/>
              </a:ext>
            </a:extLst>
          </p:cNvPr>
          <p:cNvSpPr>
            <a:spLocks noGrp="1"/>
          </p:cNvSpPr>
          <p:nvPr>
            <p:ph type="sldNum" sz="quarter" idx="4"/>
          </p:nvPr>
        </p:nvSpPr>
        <p:spPr>
          <a:xfrm>
            <a:off x="9219616" y="6443089"/>
            <a:ext cx="2743200" cy="365125"/>
          </a:xfrm>
        </p:spPr>
        <p:txBody>
          <a:bodyPr/>
          <a:lstStyle/>
          <a:p>
            <a:r>
              <a:rPr lang="en-US" dirty="0">
                <a:solidFill>
                  <a:prstClr val="white">
                    <a:lumMod val="50000"/>
                  </a:prstClr>
                </a:solidFill>
              </a:rPr>
              <a:t>Network Layer: 4-</a:t>
            </a:r>
            <a:fld id="{C4204591-24BD-A542-B9D5-F8D8A88D2FEE}" type="slidenum">
              <a:rPr lang="en-US" smtClean="0">
                <a:solidFill>
                  <a:prstClr val="white">
                    <a:lumMod val="50000"/>
                  </a:prstClr>
                </a:solidFill>
              </a:rPr>
              <a:pPr/>
              <a:t>26</a:t>
            </a:fld>
            <a:endParaRPr lang="en-US" dirty="0">
              <a:solidFill>
                <a:prstClr val="white">
                  <a:lumMod val="50000"/>
                </a:prstClr>
              </a:solidFill>
            </a:endParaRPr>
          </a:p>
        </p:txBody>
      </p:sp>
    </p:spTree>
    <p:extLst>
      <p:ext uri="{BB962C8B-B14F-4D97-AF65-F5344CB8AC3E}">
        <p14:creationId xmlns:p14="http://schemas.microsoft.com/office/powerpoint/2010/main" val="25547705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dissolve">
                                      <p:cBhvr>
                                        <p:cTn id="7" dur="500"/>
                                        <p:tgtEl>
                                          <p:spTgt spid="4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1"/>
                                        </p:tgtEl>
                                        <p:attrNameLst>
                                          <p:attrName>style.visibility</p:attrName>
                                        </p:attrNameLst>
                                      </p:cBhvr>
                                      <p:to>
                                        <p:strVal val="visible"/>
                                      </p:to>
                                    </p:set>
                                    <p:animEffect transition="in" filter="dissolve">
                                      <p:cBhvr>
                                        <p:cTn id="12" dur="500"/>
                                        <p:tgtEl>
                                          <p:spTgt spid="4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8"/>
                                        </p:tgtEl>
                                        <p:attrNameLst>
                                          <p:attrName>style.visibility</p:attrName>
                                        </p:attrNameLst>
                                      </p:cBhvr>
                                      <p:to>
                                        <p:strVal val="visible"/>
                                      </p:to>
                                    </p:set>
                                    <p:animEffect transition="in" filter="dissolve">
                                      <p:cBhvr>
                                        <p:cTn id="17" dur="500"/>
                                        <p:tgtEl>
                                          <p:spTgt spid="3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43"/>
                                        </p:tgtEl>
                                        <p:attrNameLst>
                                          <p:attrName>style.visibility</p:attrName>
                                        </p:attrNameLst>
                                      </p:cBhvr>
                                      <p:to>
                                        <p:strVal val="visible"/>
                                      </p:to>
                                    </p:set>
                                    <p:animEffect transition="in" filter="dissolve">
                                      <p:cBhvr>
                                        <p:cTn id="22"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Title 1"/>
          <p:cNvSpPr>
            <a:spLocks noGrp="1"/>
          </p:cNvSpPr>
          <p:nvPr>
            <p:ph type="title"/>
          </p:nvPr>
        </p:nvSpPr>
        <p:spPr>
          <a:xfrm>
            <a:off x="700549" y="127357"/>
            <a:ext cx="10515600" cy="894622"/>
          </a:xfrm>
        </p:spPr>
        <p:txBody>
          <a:bodyPr>
            <a:normAutofit fontScale="90000"/>
          </a:bodyPr>
          <a:lstStyle/>
          <a:p>
            <a:r>
              <a:rPr lang="en-US" altLang="en-US" sz="2133" dirty="0"/>
              <a:t>IPv6 Packets</a:t>
            </a:r>
            <a:r>
              <a:rPr lang="en-US" altLang="en-US" dirty="0"/>
              <a:t/>
            </a:r>
            <a:br>
              <a:rPr lang="en-US" altLang="en-US" dirty="0"/>
            </a:br>
            <a:r>
              <a:rPr lang="en-US" altLang="en-US" dirty="0"/>
              <a:t>IPv6 Packet Header</a:t>
            </a:r>
            <a:endParaRPr lang="en-CA" altLang="en-US" dirty="0"/>
          </a:p>
        </p:txBody>
      </p:sp>
      <p:sp>
        <p:nvSpPr>
          <p:cNvPr id="13315" name="Content Placeholder 2"/>
          <p:cNvSpPr>
            <a:spLocks noGrp="1"/>
          </p:cNvSpPr>
          <p:nvPr>
            <p:ph idx="1"/>
          </p:nvPr>
        </p:nvSpPr>
        <p:spPr>
          <a:xfrm>
            <a:off x="772127" y="1059679"/>
            <a:ext cx="10141383" cy="484723"/>
          </a:xfrm>
        </p:spPr>
        <p:txBody>
          <a:bodyPr>
            <a:normAutofit/>
          </a:bodyPr>
          <a:lstStyle/>
          <a:p>
            <a:pPr marL="0" indent="0">
              <a:buNone/>
            </a:pPr>
            <a:r>
              <a:rPr lang="en-US" altLang="ja-JP" sz="2133" dirty="0"/>
              <a:t>Significant fields in the IPv6 header:</a:t>
            </a:r>
          </a:p>
          <a:p>
            <a:pPr lvl="1"/>
            <a:endParaRPr lang="en-CA" altLang="en-US" dirty="0"/>
          </a:p>
        </p:txBody>
      </p:sp>
      <p:graphicFrame>
        <p:nvGraphicFramePr>
          <p:cNvPr id="5" name="Table 4"/>
          <p:cNvGraphicFramePr>
            <a:graphicFrameLocks noGrp="1"/>
          </p:cNvGraphicFramePr>
          <p:nvPr>
            <p:extLst>
              <p:ext uri="{D42A27DB-BD31-4B8C-83A1-F6EECF244321}">
                <p14:modId xmlns:p14="http://schemas.microsoft.com/office/powerpoint/2010/main" val="3043402814"/>
              </p:ext>
            </p:extLst>
          </p:nvPr>
        </p:nvGraphicFramePr>
        <p:xfrm>
          <a:off x="772127" y="1517211"/>
          <a:ext cx="10746660" cy="5230898"/>
        </p:xfrm>
        <a:graphic>
          <a:graphicData uri="http://schemas.openxmlformats.org/drawingml/2006/table">
            <a:tbl>
              <a:tblPr firstRow="1" bandRow="1">
                <a:tableStyleId>{5C22544A-7EE6-4342-B048-85BDC9FD1C3A}</a:tableStyleId>
              </a:tblPr>
              <a:tblGrid>
                <a:gridCol w="3067666">
                  <a:extLst>
                    <a:ext uri="{9D8B030D-6E8A-4147-A177-3AD203B41FA5}">
                      <a16:colId xmlns:a16="http://schemas.microsoft.com/office/drawing/2014/main" val="20000"/>
                    </a:ext>
                  </a:extLst>
                </a:gridCol>
                <a:gridCol w="7678994">
                  <a:extLst>
                    <a:ext uri="{9D8B030D-6E8A-4147-A177-3AD203B41FA5}">
                      <a16:colId xmlns:a16="http://schemas.microsoft.com/office/drawing/2014/main" val="20001"/>
                    </a:ext>
                  </a:extLst>
                </a:gridCol>
              </a:tblGrid>
              <a:tr h="476865">
                <a:tc>
                  <a:txBody>
                    <a:bodyPr/>
                    <a:lstStyle/>
                    <a:p>
                      <a:r>
                        <a:rPr lang="en-US" sz="2400" dirty="0"/>
                        <a:t>Function</a:t>
                      </a:r>
                    </a:p>
                  </a:txBody>
                  <a:tcPr marL="121920" marR="121920" marT="60960" marB="60960"/>
                </a:tc>
                <a:tc>
                  <a:txBody>
                    <a:bodyPr/>
                    <a:lstStyle/>
                    <a:p>
                      <a:r>
                        <a:rPr lang="en-US" sz="2400" dirty="0"/>
                        <a:t>Description</a:t>
                      </a:r>
                    </a:p>
                  </a:txBody>
                  <a:tcPr marL="121920" marR="121920" marT="60960" marB="60960"/>
                </a:tc>
                <a:extLst>
                  <a:ext uri="{0D108BD9-81ED-4DB2-BD59-A6C34878D82A}">
                    <a16:rowId xmlns:a16="http://schemas.microsoft.com/office/drawing/2014/main" val="10000"/>
                  </a:ext>
                </a:extLst>
              </a:tr>
              <a:tr h="650472">
                <a:tc>
                  <a:txBody>
                    <a:bodyPr/>
                    <a:lstStyle/>
                    <a:p>
                      <a:r>
                        <a:rPr lang="en-US" sz="2000" b="1" dirty="0"/>
                        <a:t>Version</a:t>
                      </a:r>
                      <a:endParaRPr lang="en-US" sz="2000" dirty="0"/>
                    </a:p>
                  </a:txBody>
                  <a:tcPr marL="121920" marR="121920" marT="60960" marB="60960"/>
                </a:tc>
                <a:tc>
                  <a:txBody>
                    <a:bodyPr/>
                    <a:lstStyle/>
                    <a:p>
                      <a:r>
                        <a:rPr lang="en-US" sz="2000" dirty="0"/>
                        <a:t>This</a:t>
                      </a:r>
                      <a:r>
                        <a:rPr lang="en-US" sz="2000" baseline="0" dirty="0"/>
                        <a:t> will be for v6, as opposed to v4, a 4 bit field= 0110  </a:t>
                      </a:r>
                      <a:endParaRPr lang="en-US" sz="2000" dirty="0"/>
                    </a:p>
                  </a:txBody>
                  <a:tcPr marL="121920" marR="121920" marT="60960" marB="60960"/>
                </a:tc>
                <a:extLst>
                  <a:ext uri="{0D108BD9-81ED-4DB2-BD59-A6C34878D82A}">
                    <a16:rowId xmlns:a16="http://schemas.microsoft.com/office/drawing/2014/main" val="10001"/>
                  </a:ext>
                </a:extLst>
              </a:tr>
              <a:tr h="417257">
                <a:tc>
                  <a:txBody>
                    <a:bodyPr/>
                    <a:lstStyle/>
                    <a:p>
                      <a:r>
                        <a:rPr lang="en-US" sz="2000" b="1" dirty="0"/>
                        <a:t>Traffic Class</a:t>
                      </a:r>
                      <a:endParaRPr lang="en-US" sz="2000" dirty="0"/>
                    </a:p>
                  </a:txBody>
                  <a:tcPr marL="121920" marR="121920" marT="60960" marB="60960"/>
                </a:tc>
                <a:tc>
                  <a:txBody>
                    <a:bodyPr/>
                    <a:lstStyle/>
                    <a:p>
                      <a:r>
                        <a:rPr lang="en-US" sz="2000" dirty="0"/>
                        <a:t>Used for </a:t>
                      </a:r>
                      <a:r>
                        <a:rPr lang="en-US" sz="2000" dirty="0" err="1"/>
                        <a:t>QoS</a:t>
                      </a:r>
                      <a:r>
                        <a:rPr lang="en-US" sz="2000" baseline="0" dirty="0"/>
                        <a:t>: Equivalent to </a:t>
                      </a:r>
                      <a:r>
                        <a:rPr lang="en-US" sz="2000" baseline="0" dirty="0" err="1"/>
                        <a:t>DiffServ</a:t>
                      </a:r>
                      <a:r>
                        <a:rPr lang="en-US" sz="2000" baseline="0" dirty="0"/>
                        <a:t> – DS field </a:t>
                      </a:r>
                      <a:endParaRPr lang="en-US" sz="2000" dirty="0"/>
                    </a:p>
                  </a:txBody>
                  <a:tcPr marL="121920" marR="121920" marT="60960" marB="60960"/>
                </a:tc>
                <a:extLst>
                  <a:ext uri="{0D108BD9-81ED-4DB2-BD59-A6C34878D82A}">
                    <a16:rowId xmlns:a16="http://schemas.microsoft.com/office/drawing/2014/main" val="10002"/>
                  </a:ext>
                </a:extLst>
              </a:tr>
              <a:tr h="715297">
                <a:tc>
                  <a:txBody>
                    <a:bodyPr/>
                    <a:lstStyle/>
                    <a:p>
                      <a:r>
                        <a:rPr lang="en-US" sz="2000" b="1" dirty="0"/>
                        <a:t>Flow Label</a:t>
                      </a:r>
                      <a:endParaRPr lang="en-US" sz="2000" dirty="0"/>
                    </a:p>
                  </a:txBody>
                  <a:tcPr marL="121920" marR="121920" marT="60960" marB="60960"/>
                </a:tc>
                <a:tc>
                  <a:txBody>
                    <a:bodyPr/>
                    <a:lstStyle/>
                    <a:p>
                      <a:r>
                        <a:rPr lang="en-US" sz="2000" baseline="0" dirty="0"/>
                        <a:t>Informs device to handle identical flow labels the same way, </a:t>
                      </a:r>
                      <a:r>
                        <a:rPr lang="en-US" sz="2000" dirty="0"/>
                        <a:t>20 bit field</a:t>
                      </a:r>
                    </a:p>
                  </a:txBody>
                  <a:tcPr marL="121920" marR="121920" marT="60960" marB="60960"/>
                </a:tc>
                <a:extLst>
                  <a:ext uri="{0D108BD9-81ED-4DB2-BD59-A6C34878D82A}">
                    <a16:rowId xmlns:a16="http://schemas.microsoft.com/office/drawing/2014/main" val="10003"/>
                  </a:ext>
                </a:extLst>
              </a:tr>
              <a:tr h="715297">
                <a:tc>
                  <a:txBody>
                    <a:bodyPr/>
                    <a:lstStyle/>
                    <a:p>
                      <a:r>
                        <a:rPr lang="en-US" sz="2000" b="1" dirty="0"/>
                        <a:t>Payload Length</a:t>
                      </a:r>
                      <a:endParaRPr lang="en-US" sz="2000" dirty="0"/>
                    </a:p>
                  </a:txBody>
                  <a:tcPr marL="121920" marR="121920" marT="60960" marB="60960"/>
                </a:tc>
                <a:tc>
                  <a:txBody>
                    <a:bodyPr/>
                    <a:lstStyle/>
                    <a:p>
                      <a:r>
                        <a:rPr lang="en-US" sz="2000" dirty="0"/>
                        <a:t>This 16-bit field indicates the length of the data portion or payload of the IPv6 packet</a:t>
                      </a:r>
                    </a:p>
                  </a:txBody>
                  <a:tcPr marL="121920" marR="121920" marT="60960" marB="60960"/>
                </a:tc>
                <a:extLst>
                  <a:ext uri="{0D108BD9-81ED-4DB2-BD59-A6C34878D82A}">
                    <a16:rowId xmlns:a16="http://schemas.microsoft.com/office/drawing/2014/main" val="10004"/>
                  </a:ext>
                </a:extLst>
              </a:tr>
              <a:tr h="417257">
                <a:tc>
                  <a:txBody>
                    <a:bodyPr/>
                    <a:lstStyle/>
                    <a:p>
                      <a:r>
                        <a:rPr lang="en-US" sz="2000" b="1" dirty="0"/>
                        <a:t>Next Header</a:t>
                      </a:r>
                      <a:endParaRPr lang="en-US" sz="2000" dirty="0"/>
                    </a:p>
                  </a:txBody>
                  <a:tcPr marL="121920" marR="121920" marT="60960" marB="60960"/>
                </a:tc>
                <a:tc>
                  <a:txBody>
                    <a:bodyPr/>
                    <a:lstStyle/>
                    <a:p>
                      <a:r>
                        <a:rPr lang="en-US" sz="2000" dirty="0"/>
                        <a:t>I.D.s next level</a:t>
                      </a:r>
                      <a:r>
                        <a:rPr lang="en-US" sz="2000" baseline="0" dirty="0"/>
                        <a:t> protocol: ICMP, TCP, UDP, etc.</a:t>
                      </a:r>
                      <a:endParaRPr lang="en-US" sz="2000" dirty="0"/>
                    </a:p>
                  </a:txBody>
                  <a:tcPr marL="121920" marR="121920" marT="60960" marB="60960"/>
                </a:tc>
                <a:extLst>
                  <a:ext uri="{0D108BD9-81ED-4DB2-BD59-A6C34878D82A}">
                    <a16:rowId xmlns:a16="http://schemas.microsoft.com/office/drawing/2014/main" val="10005"/>
                  </a:ext>
                </a:extLst>
              </a:tr>
              <a:tr h="417257">
                <a:tc>
                  <a:txBody>
                    <a:bodyPr/>
                    <a:lstStyle/>
                    <a:p>
                      <a:r>
                        <a:rPr lang="en-US" sz="2000" b="1" dirty="0"/>
                        <a:t>Hop Limit</a:t>
                      </a:r>
                    </a:p>
                  </a:txBody>
                  <a:tcPr marL="121920" marR="121920" marT="60960" marB="60960"/>
                </a:tc>
                <a:tc>
                  <a:txBody>
                    <a:bodyPr/>
                    <a:lstStyle/>
                    <a:p>
                      <a:pPr marL="0" marR="0" indent="0" algn="l" defTabSz="685777" rtl="0" eaLnBrk="1" fontAlgn="auto" latinLnBrk="0" hangingPunct="1">
                        <a:lnSpc>
                          <a:spcPct val="100000"/>
                        </a:lnSpc>
                        <a:spcBef>
                          <a:spcPts val="0"/>
                        </a:spcBef>
                        <a:spcAft>
                          <a:spcPts val="0"/>
                        </a:spcAft>
                        <a:buClrTx/>
                        <a:buSzTx/>
                        <a:buFontTx/>
                        <a:buNone/>
                        <a:tabLst/>
                        <a:defRPr/>
                      </a:pPr>
                      <a:r>
                        <a:rPr lang="en-US" sz="2000" dirty="0"/>
                        <a:t>Replaces</a:t>
                      </a:r>
                      <a:r>
                        <a:rPr lang="en-US" sz="2000" baseline="0" dirty="0"/>
                        <a:t> TTL field </a:t>
                      </a:r>
                      <a:r>
                        <a:rPr lang="en-US" sz="2000" dirty="0"/>
                        <a:t>Layer 3 hop count</a:t>
                      </a:r>
                    </a:p>
                  </a:txBody>
                  <a:tcPr marL="121920" marR="121920" marT="60960" marB="60960"/>
                </a:tc>
                <a:extLst>
                  <a:ext uri="{0D108BD9-81ED-4DB2-BD59-A6C34878D82A}">
                    <a16:rowId xmlns:a16="http://schemas.microsoft.com/office/drawing/2014/main" val="10007"/>
                  </a:ext>
                </a:extLst>
              </a:tr>
              <a:tr h="650472">
                <a:tc>
                  <a:txBody>
                    <a:bodyPr/>
                    <a:lstStyle/>
                    <a:p>
                      <a:r>
                        <a:rPr lang="en-US" sz="2000" b="1" dirty="0"/>
                        <a:t>Source IPv4 Address</a:t>
                      </a:r>
                      <a:endParaRPr lang="en-US" sz="2000" dirty="0"/>
                    </a:p>
                  </a:txBody>
                  <a:tcPr marL="121920" marR="121920" marT="60960" marB="60960"/>
                </a:tc>
                <a:tc>
                  <a:txBody>
                    <a:bodyPr/>
                    <a:lstStyle/>
                    <a:p>
                      <a:r>
                        <a:rPr lang="en-US" sz="2000" dirty="0"/>
                        <a:t>128 bit source address</a:t>
                      </a:r>
                    </a:p>
                  </a:txBody>
                  <a:tcPr marL="121920" marR="121920" marT="60960" marB="60960"/>
                </a:tc>
                <a:extLst>
                  <a:ext uri="{0D108BD9-81ED-4DB2-BD59-A6C34878D82A}">
                    <a16:rowId xmlns:a16="http://schemas.microsoft.com/office/drawing/2014/main" val="10006"/>
                  </a:ext>
                </a:extLst>
              </a:tr>
              <a:tr h="715297">
                <a:tc>
                  <a:txBody>
                    <a:bodyPr/>
                    <a:lstStyle/>
                    <a:p>
                      <a:r>
                        <a:rPr lang="en-US" sz="2000" b="1" dirty="0"/>
                        <a:t>Destination IPV4 Address</a:t>
                      </a:r>
                    </a:p>
                  </a:txBody>
                  <a:tcPr marL="121920" marR="121920" marT="60960" marB="60960"/>
                </a:tc>
                <a:tc>
                  <a:txBody>
                    <a:bodyPr/>
                    <a:lstStyle/>
                    <a:p>
                      <a:r>
                        <a:rPr lang="en-US" sz="2000" dirty="0"/>
                        <a:t>128 bit destination</a:t>
                      </a:r>
                      <a:r>
                        <a:rPr lang="en-US" sz="2000" baseline="0" dirty="0"/>
                        <a:t> address</a:t>
                      </a:r>
                      <a:endParaRPr lang="en-US" sz="2000" dirty="0"/>
                    </a:p>
                  </a:txBody>
                  <a:tcPr marL="121920" marR="121920" marT="60960" marB="60960"/>
                </a:tc>
                <a:extLst>
                  <a:ext uri="{0D108BD9-81ED-4DB2-BD59-A6C34878D82A}">
                    <a16:rowId xmlns:a16="http://schemas.microsoft.com/office/drawing/2014/main" val="10008"/>
                  </a:ext>
                </a:extLst>
              </a:tr>
            </a:tbl>
          </a:graphicData>
        </a:graphic>
      </p:graphicFrame>
    </p:spTree>
    <p:extLst>
      <p:ext uri="{BB962C8B-B14F-4D97-AF65-F5344CB8AC3E}">
        <p14:creationId xmlns:p14="http://schemas.microsoft.com/office/powerpoint/2010/main" val="210791647"/>
      </p:ext>
    </p:extLst>
  </p:cSld>
  <p:clrMapOvr>
    <a:masterClrMapping/>
  </p:clrMapOvr>
  <p:transition spd="slow">
    <p:wipe/>
  </p:transition>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02AA8F8-1E43-384B-8982-C0BB94049B5C}"/>
              </a:ext>
            </a:extLst>
          </p:cNvPr>
          <p:cNvSpPr>
            <a:spLocks noGrp="1"/>
          </p:cNvSpPr>
          <p:nvPr>
            <p:ph type="title"/>
          </p:nvPr>
        </p:nvSpPr>
        <p:spPr>
          <a:xfrm>
            <a:off x="0" y="1"/>
            <a:ext cx="11127317" cy="975783"/>
          </a:xfrm>
        </p:spPr>
        <p:txBody>
          <a:bodyPr/>
          <a:lstStyle/>
          <a:p>
            <a:r>
              <a:rPr lang="en-US" sz="2133" dirty="0"/>
              <a:t>IPv6 Address Representation</a:t>
            </a:r>
            <a:r>
              <a:rPr lang="en-US" dirty="0"/>
              <a:t/>
            </a:r>
            <a:br>
              <a:rPr lang="en-US" dirty="0"/>
            </a:br>
            <a:r>
              <a:rPr lang="en-US" sz="3200" dirty="0"/>
              <a:t>IPv6 Addressing Formats</a:t>
            </a:r>
          </a:p>
        </p:txBody>
      </p:sp>
      <p:sp>
        <p:nvSpPr>
          <p:cNvPr id="4" name="Content Placeholder 3">
            <a:extLst>
              <a:ext uri="{FF2B5EF4-FFF2-40B4-BE49-F238E27FC236}">
                <a16:creationId xmlns:a16="http://schemas.microsoft.com/office/drawing/2014/main" id="{50693879-5816-3444-9D50-A12F1F37F5DE}"/>
              </a:ext>
            </a:extLst>
          </p:cNvPr>
          <p:cNvSpPr>
            <a:spLocks noGrp="1"/>
          </p:cNvSpPr>
          <p:nvPr>
            <p:ph idx="1"/>
          </p:nvPr>
        </p:nvSpPr>
        <p:spPr>
          <a:xfrm>
            <a:off x="575963" y="1140559"/>
            <a:ext cx="10551355" cy="5337579"/>
          </a:xfrm>
        </p:spPr>
        <p:txBody>
          <a:bodyPr/>
          <a:lstStyle/>
          <a:p>
            <a:pPr marL="457189" indent="-457189" algn="l">
              <a:buFont typeface="Arial" panose="020B0604020202020204" pitchFamily="34" charset="0"/>
              <a:buChar char="•"/>
            </a:pPr>
            <a:r>
              <a:rPr lang="en-US" sz="2133" dirty="0">
                <a:solidFill>
                  <a:schemeClr val="tx1"/>
                </a:solidFill>
              </a:rPr>
              <a:t>IPv6 addresses are 128 bits in length and written in hexadecimal.</a:t>
            </a:r>
          </a:p>
          <a:p>
            <a:pPr marL="457189" indent="-457189" algn="l">
              <a:buFont typeface="Arial" panose="020B0604020202020204" pitchFamily="34" charset="0"/>
              <a:buChar char="•"/>
            </a:pPr>
            <a:r>
              <a:rPr lang="en-US" sz="2133" dirty="0">
                <a:solidFill>
                  <a:schemeClr val="tx1"/>
                </a:solidFill>
              </a:rPr>
              <a:t>IPv6 addresses are not case-sensitive and can be written in either lowercase or uppercase.</a:t>
            </a:r>
          </a:p>
          <a:p>
            <a:pPr marL="457189" indent="-457189" algn="l">
              <a:buFont typeface="Arial" panose="020B0604020202020204" pitchFamily="34" charset="0"/>
              <a:buChar char="•"/>
            </a:pPr>
            <a:r>
              <a:rPr lang="en-US" sz="2133" dirty="0">
                <a:solidFill>
                  <a:schemeClr val="tx1"/>
                </a:solidFill>
              </a:rPr>
              <a:t>The preferred format for writing an IPv6 address is x:x:x:x:x:x:x:x, with each “x” consisting of four hexadecimal values.</a:t>
            </a:r>
          </a:p>
          <a:p>
            <a:pPr marL="457189" indent="-457189" algn="l">
              <a:buFont typeface="Arial" panose="020B0604020202020204" pitchFamily="34" charset="0"/>
              <a:buChar char="•"/>
            </a:pPr>
            <a:r>
              <a:rPr lang="en-US" sz="2133" dirty="0">
                <a:solidFill>
                  <a:schemeClr val="tx1"/>
                </a:solidFill>
              </a:rPr>
              <a:t>In IPv6, a hextet is the unofficial term used to refer to a segment of 16 bits, or four hexadecimal values.</a:t>
            </a:r>
          </a:p>
          <a:p>
            <a:pPr marL="457189" indent="-457189" algn="l">
              <a:buFont typeface="Arial" panose="020B0604020202020204" pitchFamily="34" charset="0"/>
              <a:buChar char="•"/>
            </a:pPr>
            <a:r>
              <a:rPr lang="en-US" sz="2133" dirty="0">
                <a:solidFill>
                  <a:schemeClr val="tx1"/>
                </a:solidFill>
              </a:rPr>
              <a:t>Examples of IPv6 addresses in the preferred format:</a:t>
            </a:r>
          </a:p>
          <a:p>
            <a:pPr marL="478355" lvl="4" indent="0">
              <a:buNone/>
            </a:pPr>
            <a:r>
              <a:rPr lang="pt-BR" sz="2133" dirty="0">
                <a:latin typeface="Courier New" panose="02070309020205020404" pitchFamily="49" charset="0"/>
                <a:cs typeface="Courier New" panose="02070309020205020404" pitchFamily="49" charset="0"/>
              </a:rPr>
              <a:t>2001:0db8:0000:1111:0000:0000:0000:0200 </a:t>
            </a:r>
          </a:p>
          <a:p>
            <a:pPr marL="478355" lvl="4" indent="0">
              <a:buNone/>
            </a:pPr>
            <a:r>
              <a:rPr lang="pt-BR" sz="2133" dirty="0">
                <a:latin typeface="Courier New" panose="02070309020205020404" pitchFamily="49" charset="0"/>
                <a:cs typeface="Courier New" panose="02070309020205020404" pitchFamily="49" charset="0"/>
              </a:rPr>
              <a:t>2001:0db8:0000:00a3:abcd:0000:0000:1234 </a:t>
            </a:r>
            <a:endParaRPr lang="en-US" sz="2133" dirty="0">
              <a:latin typeface="Courier New" panose="02070309020205020404" pitchFamily="49" charset="0"/>
              <a:cs typeface="Courier New" panose="02070309020205020404" pitchFamily="49" charset="0"/>
            </a:endParaRPr>
          </a:p>
          <a:p>
            <a:pPr marL="457189" indent="-457189" algn="l">
              <a:buFont typeface="Arial" panose="020B0604020202020204" pitchFamily="34" charset="0"/>
              <a:buChar char="•"/>
            </a:pPr>
            <a:endParaRPr lang="en-US" sz="2400" dirty="0">
              <a:solidFill>
                <a:schemeClr val="tx1"/>
              </a:solidFill>
            </a:endParaRPr>
          </a:p>
          <a:p>
            <a:pPr marL="0" indent="0" algn="l"/>
            <a:endParaRPr lang="en-US" sz="2133" dirty="0">
              <a:solidFill>
                <a:schemeClr val="tx1"/>
              </a:solidFill>
            </a:endParaRPr>
          </a:p>
        </p:txBody>
      </p:sp>
    </p:spTree>
    <p:extLst>
      <p:ext uri="{BB962C8B-B14F-4D97-AF65-F5344CB8AC3E}">
        <p14:creationId xmlns:p14="http://schemas.microsoft.com/office/powerpoint/2010/main" val="13314384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02AA8F8-1E43-384B-8982-C0BB94049B5C}"/>
              </a:ext>
            </a:extLst>
          </p:cNvPr>
          <p:cNvSpPr>
            <a:spLocks noGrp="1"/>
          </p:cNvSpPr>
          <p:nvPr>
            <p:ph type="title"/>
          </p:nvPr>
        </p:nvSpPr>
        <p:spPr>
          <a:xfrm>
            <a:off x="0" y="1"/>
            <a:ext cx="11127317" cy="975783"/>
          </a:xfrm>
        </p:spPr>
        <p:txBody>
          <a:bodyPr/>
          <a:lstStyle/>
          <a:p>
            <a:r>
              <a:rPr lang="en-US" sz="2133" dirty="0"/>
              <a:t>IPv6 Address Representation</a:t>
            </a:r>
            <a:r>
              <a:rPr lang="en-US" dirty="0"/>
              <a:t/>
            </a:r>
            <a:br>
              <a:rPr lang="en-US" dirty="0"/>
            </a:br>
            <a:r>
              <a:rPr lang="en-US" sz="3200" dirty="0"/>
              <a:t>Rule 1 – Omit Leading Zero</a:t>
            </a:r>
          </a:p>
        </p:txBody>
      </p:sp>
      <p:sp>
        <p:nvSpPr>
          <p:cNvPr id="4" name="Content Placeholder 3">
            <a:extLst>
              <a:ext uri="{FF2B5EF4-FFF2-40B4-BE49-F238E27FC236}">
                <a16:creationId xmlns:a16="http://schemas.microsoft.com/office/drawing/2014/main" id="{50693879-5816-3444-9D50-A12F1F37F5DE}"/>
              </a:ext>
            </a:extLst>
          </p:cNvPr>
          <p:cNvSpPr>
            <a:spLocks noGrp="1"/>
          </p:cNvSpPr>
          <p:nvPr>
            <p:ph idx="1"/>
          </p:nvPr>
        </p:nvSpPr>
        <p:spPr>
          <a:xfrm>
            <a:off x="575963" y="798302"/>
            <a:ext cx="10551355" cy="3860327"/>
          </a:xfrm>
        </p:spPr>
        <p:txBody>
          <a:bodyPr/>
          <a:lstStyle/>
          <a:p>
            <a:pPr marL="0" indent="0" algn="l"/>
            <a:r>
              <a:rPr lang="en-US" sz="2133" dirty="0">
                <a:solidFill>
                  <a:schemeClr val="tx1"/>
                </a:solidFill>
              </a:rPr>
              <a:t>The first rule to help reduce the notation of IPv6 addresses is to omit any leading 0s (zeros).</a:t>
            </a:r>
          </a:p>
          <a:p>
            <a:pPr marL="97444" lvl="1" indent="0">
              <a:buNone/>
            </a:pPr>
            <a:r>
              <a:rPr lang="en-US" sz="2133" b="1" dirty="0"/>
              <a:t>Examples:</a:t>
            </a:r>
          </a:p>
          <a:p>
            <a:pPr marL="380990" indent="-380990" algn="l">
              <a:buFont typeface="Arial" panose="020B0604020202020204" pitchFamily="34" charset="0"/>
              <a:buChar char="•"/>
            </a:pPr>
            <a:r>
              <a:rPr lang="en-US" sz="2133" dirty="0">
                <a:solidFill>
                  <a:schemeClr val="tx1"/>
                </a:solidFill>
              </a:rPr>
              <a:t>01ab can be represented as 1ab</a:t>
            </a:r>
          </a:p>
          <a:p>
            <a:pPr marL="380990" indent="-380990" algn="l">
              <a:buFont typeface="Arial" panose="020B0604020202020204" pitchFamily="34" charset="0"/>
              <a:buChar char="•"/>
            </a:pPr>
            <a:r>
              <a:rPr lang="en-US" sz="2133" dirty="0">
                <a:solidFill>
                  <a:schemeClr val="tx1"/>
                </a:solidFill>
              </a:rPr>
              <a:t>09f0 can be represented as 9f0</a:t>
            </a:r>
          </a:p>
          <a:p>
            <a:pPr marL="380990" indent="-380990" algn="l">
              <a:buFont typeface="Arial" panose="020B0604020202020204" pitchFamily="34" charset="0"/>
              <a:buChar char="•"/>
            </a:pPr>
            <a:r>
              <a:rPr lang="en-US" sz="2133" dirty="0">
                <a:solidFill>
                  <a:schemeClr val="tx1"/>
                </a:solidFill>
              </a:rPr>
              <a:t>0a00 can be represented as a00</a:t>
            </a:r>
          </a:p>
          <a:p>
            <a:pPr marL="380990" indent="-380990" algn="l">
              <a:buFont typeface="Arial" panose="020B0604020202020204" pitchFamily="34" charset="0"/>
              <a:buChar char="•"/>
            </a:pPr>
            <a:r>
              <a:rPr lang="en-US" sz="2133" dirty="0">
                <a:solidFill>
                  <a:schemeClr val="tx1"/>
                </a:solidFill>
              </a:rPr>
              <a:t>00ab can be represented as ab</a:t>
            </a:r>
          </a:p>
          <a:p>
            <a:pPr marL="380990" indent="-380990" algn="l">
              <a:buFont typeface="Arial" panose="020B0604020202020204" pitchFamily="34" charset="0"/>
              <a:buChar char="•"/>
            </a:pPr>
            <a:endParaRPr lang="en-US" sz="2133" dirty="0">
              <a:solidFill>
                <a:schemeClr val="tx1"/>
              </a:solidFill>
            </a:endParaRPr>
          </a:p>
          <a:p>
            <a:pPr marL="0" indent="0" algn="l"/>
            <a:r>
              <a:rPr lang="en-US" sz="2133" b="1" dirty="0">
                <a:solidFill>
                  <a:schemeClr val="tx1"/>
                </a:solidFill>
              </a:rPr>
              <a:t>Note</a:t>
            </a:r>
            <a:r>
              <a:rPr lang="en-US" sz="2133" dirty="0">
                <a:solidFill>
                  <a:schemeClr val="tx1"/>
                </a:solidFill>
              </a:rPr>
              <a:t>:</a:t>
            </a:r>
            <a:r>
              <a:rPr lang="en-US" sz="2133" b="1" dirty="0">
                <a:solidFill>
                  <a:schemeClr val="tx1"/>
                </a:solidFill>
              </a:rPr>
              <a:t> </a:t>
            </a:r>
            <a:r>
              <a:rPr lang="en-US" sz="2133" dirty="0">
                <a:solidFill>
                  <a:schemeClr val="tx1"/>
                </a:solidFill>
              </a:rPr>
              <a:t>This rule only applies to leading 0s, NOT to trailing 0s, otherwise the address would be ambiguous. </a:t>
            </a:r>
          </a:p>
          <a:p>
            <a:pPr marL="554633" lvl="1" indent="-457189"/>
            <a:endParaRPr lang="en-US" sz="1600" dirty="0"/>
          </a:p>
          <a:p>
            <a:pPr marL="0" indent="0" algn="l"/>
            <a:endParaRPr lang="en-US" sz="2133" dirty="0">
              <a:solidFill>
                <a:schemeClr val="tx1"/>
              </a:solidFill>
            </a:endParaRPr>
          </a:p>
        </p:txBody>
      </p:sp>
      <p:graphicFrame>
        <p:nvGraphicFramePr>
          <p:cNvPr id="5" name="Content Placeholder 6">
            <a:extLst>
              <a:ext uri="{FF2B5EF4-FFF2-40B4-BE49-F238E27FC236}">
                <a16:creationId xmlns:a16="http://schemas.microsoft.com/office/drawing/2014/main" id="{8D418206-3EDF-4754-9AFB-FFEB638592BB}"/>
              </a:ext>
            </a:extLst>
          </p:cNvPr>
          <p:cNvGraphicFramePr>
            <a:graphicFrameLocks/>
          </p:cNvGraphicFramePr>
          <p:nvPr>
            <p:extLst/>
          </p:nvPr>
        </p:nvGraphicFramePr>
        <p:xfrm>
          <a:off x="1000994" y="5023379"/>
          <a:ext cx="8822796" cy="1051560"/>
        </p:xfrm>
        <a:graphic>
          <a:graphicData uri="http://schemas.openxmlformats.org/drawingml/2006/table">
            <a:tbl>
              <a:tblPr firstRow="1" bandRow="1">
                <a:tableStyleId>{5C22544A-7EE6-4342-B048-85BDC9FD1C3A}</a:tableStyleId>
              </a:tblPr>
              <a:tblGrid>
                <a:gridCol w="2617503">
                  <a:extLst>
                    <a:ext uri="{9D8B030D-6E8A-4147-A177-3AD203B41FA5}">
                      <a16:colId xmlns:a16="http://schemas.microsoft.com/office/drawing/2014/main" val="3729139006"/>
                    </a:ext>
                  </a:extLst>
                </a:gridCol>
                <a:gridCol w="6205293">
                  <a:extLst>
                    <a:ext uri="{9D8B030D-6E8A-4147-A177-3AD203B41FA5}">
                      <a16:colId xmlns:a16="http://schemas.microsoft.com/office/drawing/2014/main" val="1988913492"/>
                    </a:ext>
                  </a:extLst>
                </a:gridCol>
              </a:tblGrid>
              <a:tr h="345440">
                <a:tc>
                  <a:txBody>
                    <a:bodyPr/>
                    <a:lstStyle/>
                    <a:p>
                      <a:r>
                        <a:rPr lang="en-US" sz="1500" dirty="0"/>
                        <a:t>Type</a:t>
                      </a:r>
                    </a:p>
                  </a:txBody>
                  <a:tcPr marL="121920" marR="121920" marT="60960" marB="60960"/>
                </a:tc>
                <a:tc>
                  <a:txBody>
                    <a:bodyPr/>
                    <a:lstStyle/>
                    <a:p>
                      <a:r>
                        <a:rPr lang="en-US" sz="1500" dirty="0"/>
                        <a:t>Format</a:t>
                      </a:r>
                    </a:p>
                  </a:txBody>
                  <a:tcPr marL="121920" marR="121920" marT="60960" marB="60960"/>
                </a:tc>
                <a:extLst>
                  <a:ext uri="{0D108BD9-81ED-4DB2-BD59-A6C34878D82A}">
                    <a16:rowId xmlns:a16="http://schemas.microsoft.com/office/drawing/2014/main" val="2583676789"/>
                  </a:ext>
                </a:extLst>
              </a:tr>
              <a:tr h="345440">
                <a:tc>
                  <a:txBody>
                    <a:bodyPr/>
                    <a:lstStyle/>
                    <a:p>
                      <a:r>
                        <a:rPr lang="en-US" sz="1500" dirty="0">
                          <a:solidFill>
                            <a:srgbClr val="000000"/>
                          </a:solidFill>
                        </a:rPr>
                        <a:t>Preferred</a:t>
                      </a:r>
                    </a:p>
                  </a:txBody>
                  <a:tcPr marL="121920" marR="121920" marT="60960" marB="60960"/>
                </a:tc>
                <a:tc>
                  <a:txBody>
                    <a:bodyPr/>
                    <a:lstStyle/>
                    <a:p>
                      <a:r>
                        <a:rPr lang="en-US" sz="1500" dirty="0"/>
                        <a:t>2001 : </a:t>
                      </a:r>
                      <a:r>
                        <a:rPr lang="en-US" sz="1500" b="1" dirty="0"/>
                        <a:t>0</a:t>
                      </a:r>
                      <a:r>
                        <a:rPr lang="en-US" sz="1500" dirty="0"/>
                        <a:t>db8 : </a:t>
                      </a:r>
                      <a:r>
                        <a:rPr lang="en-US" sz="1500" b="1" dirty="0"/>
                        <a:t>000</a:t>
                      </a:r>
                      <a:r>
                        <a:rPr lang="en-US" sz="1500" dirty="0"/>
                        <a:t>0 : 1111 : </a:t>
                      </a:r>
                      <a:r>
                        <a:rPr lang="en-US" sz="1500" b="1" dirty="0"/>
                        <a:t>000</a:t>
                      </a:r>
                      <a:r>
                        <a:rPr lang="en-US" sz="1500" dirty="0"/>
                        <a:t>0 : </a:t>
                      </a:r>
                      <a:r>
                        <a:rPr lang="en-US" sz="1500" b="1" dirty="0"/>
                        <a:t>000</a:t>
                      </a:r>
                      <a:r>
                        <a:rPr lang="en-US" sz="1500" dirty="0"/>
                        <a:t>0 : </a:t>
                      </a:r>
                      <a:r>
                        <a:rPr lang="en-US" sz="1500" b="1" dirty="0"/>
                        <a:t>000</a:t>
                      </a:r>
                      <a:r>
                        <a:rPr lang="en-US" sz="1500" dirty="0"/>
                        <a:t>0 : </a:t>
                      </a:r>
                      <a:r>
                        <a:rPr lang="en-US" sz="1500" b="1" dirty="0"/>
                        <a:t>0</a:t>
                      </a:r>
                      <a:r>
                        <a:rPr lang="en-US" sz="1500" dirty="0"/>
                        <a:t>200</a:t>
                      </a:r>
                      <a:endParaRPr lang="en-US" sz="1500" dirty="0">
                        <a:solidFill>
                          <a:srgbClr val="000000"/>
                        </a:solidFill>
                      </a:endParaRPr>
                    </a:p>
                  </a:txBody>
                  <a:tcPr marL="121920" marR="121920" marT="60960" marB="60960"/>
                </a:tc>
                <a:extLst>
                  <a:ext uri="{0D108BD9-81ED-4DB2-BD59-A6C34878D82A}">
                    <a16:rowId xmlns:a16="http://schemas.microsoft.com/office/drawing/2014/main" val="3849654457"/>
                  </a:ext>
                </a:extLst>
              </a:tr>
              <a:tr h="345440">
                <a:tc>
                  <a:txBody>
                    <a:bodyPr/>
                    <a:lstStyle/>
                    <a:p>
                      <a:pPr marL="0" marR="0" lvl="0" indent="0" algn="l" defTabSz="685777" rtl="0" eaLnBrk="1" fontAlgn="auto" latinLnBrk="0" hangingPunct="1">
                        <a:lnSpc>
                          <a:spcPct val="100000"/>
                        </a:lnSpc>
                        <a:spcBef>
                          <a:spcPts val="0"/>
                        </a:spcBef>
                        <a:spcAft>
                          <a:spcPts val="0"/>
                        </a:spcAft>
                        <a:buClrTx/>
                        <a:buSzTx/>
                        <a:buFontTx/>
                        <a:buNone/>
                        <a:tabLst/>
                        <a:defRPr/>
                      </a:pPr>
                      <a:r>
                        <a:rPr lang="en-US" sz="1500" dirty="0">
                          <a:solidFill>
                            <a:srgbClr val="000000"/>
                          </a:solidFill>
                        </a:rPr>
                        <a:t>No leading zeros</a:t>
                      </a:r>
                    </a:p>
                  </a:txBody>
                  <a:tcPr marL="121920" marR="121920" marT="60960" marB="60960"/>
                </a:tc>
                <a:tc>
                  <a:txBody>
                    <a:bodyPr/>
                    <a:lstStyle/>
                    <a:p>
                      <a:r>
                        <a:rPr lang="en-US" sz="1500" dirty="0"/>
                        <a:t>2001 : db8 : 0 : 1111 : 0 : 0 : 0 : 200</a:t>
                      </a:r>
                      <a:endParaRPr lang="en-US" sz="1500" dirty="0">
                        <a:solidFill>
                          <a:srgbClr val="000000"/>
                        </a:solidFill>
                      </a:endParaRPr>
                    </a:p>
                  </a:txBody>
                  <a:tcPr marL="121920" marR="121920" marT="60960" marB="60960"/>
                </a:tc>
                <a:extLst>
                  <a:ext uri="{0D108BD9-81ED-4DB2-BD59-A6C34878D82A}">
                    <a16:rowId xmlns:a16="http://schemas.microsoft.com/office/drawing/2014/main" val="235735172"/>
                  </a:ext>
                </a:extLst>
              </a:tr>
            </a:tbl>
          </a:graphicData>
        </a:graphic>
      </p:graphicFrame>
    </p:spTree>
    <p:extLst>
      <p:ext uri="{BB962C8B-B14F-4D97-AF65-F5344CB8AC3E}">
        <p14:creationId xmlns:p14="http://schemas.microsoft.com/office/powerpoint/2010/main" val="11203456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02AA8F8-1E43-384B-8982-C0BB94049B5C}"/>
              </a:ext>
            </a:extLst>
          </p:cNvPr>
          <p:cNvSpPr>
            <a:spLocks noGrp="1"/>
          </p:cNvSpPr>
          <p:nvPr>
            <p:ph type="title"/>
          </p:nvPr>
        </p:nvSpPr>
        <p:spPr>
          <a:xfrm>
            <a:off x="0" y="1"/>
            <a:ext cx="11127317" cy="975783"/>
          </a:xfrm>
        </p:spPr>
        <p:txBody>
          <a:bodyPr/>
          <a:lstStyle/>
          <a:p>
            <a:r>
              <a:rPr lang="en-US" sz="2133" dirty="0"/>
              <a:t>IPv6 Address Representation</a:t>
            </a:r>
            <a:r>
              <a:rPr lang="en-US" dirty="0"/>
              <a:t/>
            </a:r>
            <a:br>
              <a:rPr lang="en-US" dirty="0"/>
            </a:br>
            <a:r>
              <a:rPr lang="en-US" sz="3200" dirty="0"/>
              <a:t>Rule 2 – Double Colon</a:t>
            </a:r>
          </a:p>
        </p:txBody>
      </p:sp>
      <p:sp>
        <p:nvSpPr>
          <p:cNvPr id="4" name="Content Placeholder 3">
            <a:extLst>
              <a:ext uri="{FF2B5EF4-FFF2-40B4-BE49-F238E27FC236}">
                <a16:creationId xmlns:a16="http://schemas.microsoft.com/office/drawing/2014/main" id="{50693879-5816-3444-9D50-A12F1F37F5DE}"/>
              </a:ext>
            </a:extLst>
          </p:cNvPr>
          <p:cNvSpPr>
            <a:spLocks noGrp="1"/>
          </p:cNvSpPr>
          <p:nvPr>
            <p:ph idx="1"/>
          </p:nvPr>
        </p:nvSpPr>
        <p:spPr>
          <a:xfrm>
            <a:off x="575963" y="1140559"/>
            <a:ext cx="10551355" cy="3199884"/>
          </a:xfrm>
        </p:spPr>
        <p:txBody>
          <a:bodyPr/>
          <a:lstStyle/>
          <a:p>
            <a:pPr marL="0" indent="0" algn="l"/>
            <a:r>
              <a:rPr lang="en-US" sz="2400" dirty="0" smtClean="0">
                <a:solidFill>
                  <a:schemeClr val="tx1"/>
                </a:solidFill>
              </a:rPr>
              <a:t>The </a:t>
            </a:r>
            <a:r>
              <a:rPr lang="en-US" sz="2400" dirty="0">
                <a:solidFill>
                  <a:schemeClr val="tx1"/>
                </a:solidFill>
              </a:rPr>
              <a:t>IPv6 addressing architecture allows you use the </a:t>
            </a:r>
            <a:r>
              <a:rPr lang="en-US" sz="2400" dirty="0" smtClean="0">
                <a:solidFill>
                  <a:schemeClr val="tx1"/>
                </a:solidFill>
              </a:rPr>
              <a:t>double colon </a:t>
            </a:r>
            <a:r>
              <a:rPr lang="en-US" sz="2400" dirty="0">
                <a:solidFill>
                  <a:schemeClr val="tx1"/>
                </a:solidFill>
              </a:rPr>
              <a:t>(::) notation to represent contiguous 16-bit </a:t>
            </a:r>
            <a:r>
              <a:rPr lang="en-US" sz="2400" dirty="0" err="1" smtClean="0">
                <a:solidFill>
                  <a:schemeClr val="tx1"/>
                </a:solidFill>
              </a:rPr>
              <a:t>hextets</a:t>
            </a:r>
            <a:r>
              <a:rPr lang="en-US" sz="2400" dirty="0" smtClean="0">
                <a:solidFill>
                  <a:schemeClr val="tx1"/>
                </a:solidFill>
              </a:rPr>
              <a:t>/fields </a:t>
            </a:r>
            <a:r>
              <a:rPr lang="en-US" sz="2400" dirty="0">
                <a:solidFill>
                  <a:schemeClr val="tx1"/>
                </a:solidFill>
              </a:rPr>
              <a:t>of </a:t>
            </a:r>
            <a:r>
              <a:rPr lang="en-US" sz="2400" dirty="0" smtClean="0">
                <a:solidFill>
                  <a:schemeClr val="tx1"/>
                </a:solidFill>
              </a:rPr>
              <a:t>zeros (all zeros)</a:t>
            </a:r>
            <a:endParaRPr lang="en-US" sz="2400" dirty="0">
              <a:solidFill>
                <a:schemeClr val="tx1"/>
              </a:solidFill>
            </a:endParaRPr>
          </a:p>
          <a:p>
            <a:pPr marL="0" indent="0" algn="l"/>
            <a:r>
              <a:rPr lang="en-US" sz="2133" b="1" dirty="0">
                <a:solidFill>
                  <a:schemeClr val="tx1"/>
                </a:solidFill>
              </a:rPr>
              <a:t>Example:</a:t>
            </a:r>
          </a:p>
          <a:p>
            <a:pPr marL="380990" indent="-380990" algn="l">
              <a:buFont typeface="Arial" panose="020B0604020202020204" pitchFamily="34" charset="0"/>
              <a:buChar char="•"/>
            </a:pPr>
            <a:r>
              <a:rPr lang="en-US" sz="1867" dirty="0">
                <a:solidFill>
                  <a:schemeClr val="tx1"/>
                </a:solidFill>
              </a:rPr>
              <a:t>2001:db8:cafe:1:0:0:0:1 (leading 0s omitted) could be represented as 2001:db8:cafe:1::1</a:t>
            </a:r>
          </a:p>
          <a:p>
            <a:pPr marL="0" indent="0" algn="l"/>
            <a:endParaRPr lang="en-US" sz="2133" dirty="0">
              <a:solidFill>
                <a:schemeClr val="tx1"/>
              </a:solidFill>
            </a:endParaRPr>
          </a:p>
          <a:p>
            <a:pPr marL="0" indent="0" algn="l"/>
            <a:r>
              <a:rPr lang="en-US" sz="2133" b="1" dirty="0">
                <a:solidFill>
                  <a:schemeClr val="tx1"/>
                </a:solidFill>
              </a:rPr>
              <a:t>Note</a:t>
            </a:r>
            <a:r>
              <a:rPr lang="en-US" sz="2133" dirty="0">
                <a:solidFill>
                  <a:schemeClr val="tx1"/>
                </a:solidFill>
              </a:rPr>
              <a:t>: </a:t>
            </a:r>
            <a:r>
              <a:rPr lang="en-US" sz="1867" dirty="0">
                <a:solidFill>
                  <a:schemeClr val="tx1"/>
                </a:solidFill>
              </a:rPr>
              <a:t>The double colon (::) can only be used once within an address, otherwise there would be more than one possible resulting </a:t>
            </a:r>
            <a:r>
              <a:rPr lang="en-US" sz="1867" dirty="0" smtClean="0">
                <a:solidFill>
                  <a:schemeClr val="tx1"/>
                </a:solidFill>
              </a:rPr>
              <a:t>addresses.</a:t>
            </a:r>
            <a:endParaRPr lang="en-US" sz="1867" dirty="0">
              <a:solidFill>
                <a:schemeClr val="tx1"/>
              </a:solidFill>
            </a:endParaRPr>
          </a:p>
          <a:p>
            <a:pPr marL="0" indent="0" algn="l"/>
            <a:endParaRPr lang="en-US" sz="2133" dirty="0">
              <a:solidFill>
                <a:schemeClr val="tx1"/>
              </a:solidFill>
            </a:endParaRPr>
          </a:p>
        </p:txBody>
      </p:sp>
      <p:graphicFrame>
        <p:nvGraphicFramePr>
          <p:cNvPr id="5" name="Content Placeholder 6">
            <a:extLst>
              <a:ext uri="{FF2B5EF4-FFF2-40B4-BE49-F238E27FC236}">
                <a16:creationId xmlns:a16="http://schemas.microsoft.com/office/drawing/2014/main" id="{8D418206-3EDF-4754-9AFB-FFEB638592BB}"/>
              </a:ext>
            </a:extLst>
          </p:cNvPr>
          <p:cNvGraphicFramePr>
            <a:graphicFrameLocks/>
          </p:cNvGraphicFramePr>
          <p:nvPr>
            <p:extLst/>
          </p:nvPr>
        </p:nvGraphicFramePr>
        <p:xfrm>
          <a:off x="891811" y="4340443"/>
          <a:ext cx="8822796" cy="1051560"/>
        </p:xfrm>
        <a:graphic>
          <a:graphicData uri="http://schemas.openxmlformats.org/drawingml/2006/table">
            <a:tbl>
              <a:tblPr firstRow="1" bandRow="1">
                <a:tableStyleId>{5C22544A-7EE6-4342-B048-85BDC9FD1C3A}</a:tableStyleId>
              </a:tblPr>
              <a:tblGrid>
                <a:gridCol w="2617503">
                  <a:extLst>
                    <a:ext uri="{9D8B030D-6E8A-4147-A177-3AD203B41FA5}">
                      <a16:colId xmlns:a16="http://schemas.microsoft.com/office/drawing/2014/main" val="3729139006"/>
                    </a:ext>
                  </a:extLst>
                </a:gridCol>
                <a:gridCol w="6205293">
                  <a:extLst>
                    <a:ext uri="{9D8B030D-6E8A-4147-A177-3AD203B41FA5}">
                      <a16:colId xmlns:a16="http://schemas.microsoft.com/office/drawing/2014/main" val="1988913492"/>
                    </a:ext>
                  </a:extLst>
                </a:gridCol>
              </a:tblGrid>
              <a:tr h="345440">
                <a:tc>
                  <a:txBody>
                    <a:bodyPr/>
                    <a:lstStyle/>
                    <a:p>
                      <a:r>
                        <a:rPr lang="en-US" sz="1500" dirty="0"/>
                        <a:t>Type</a:t>
                      </a:r>
                    </a:p>
                  </a:txBody>
                  <a:tcPr marL="121920" marR="121920" marT="60960" marB="60960"/>
                </a:tc>
                <a:tc>
                  <a:txBody>
                    <a:bodyPr/>
                    <a:lstStyle/>
                    <a:p>
                      <a:r>
                        <a:rPr lang="en-US" sz="1500" dirty="0"/>
                        <a:t>Format</a:t>
                      </a:r>
                    </a:p>
                  </a:txBody>
                  <a:tcPr marL="121920" marR="121920" marT="60960" marB="60960"/>
                </a:tc>
                <a:extLst>
                  <a:ext uri="{0D108BD9-81ED-4DB2-BD59-A6C34878D82A}">
                    <a16:rowId xmlns:a16="http://schemas.microsoft.com/office/drawing/2014/main" val="2583676789"/>
                  </a:ext>
                </a:extLst>
              </a:tr>
              <a:tr h="345440">
                <a:tc>
                  <a:txBody>
                    <a:bodyPr/>
                    <a:lstStyle/>
                    <a:p>
                      <a:r>
                        <a:rPr lang="en-US" sz="1500" dirty="0">
                          <a:solidFill>
                            <a:srgbClr val="000000"/>
                          </a:solidFill>
                        </a:rPr>
                        <a:t>Preferred</a:t>
                      </a:r>
                    </a:p>
                  </a:txBody>
                  <a:tcPr marL="121920" marR="121920" marT="60960" marB="60960"/>
                </a:tc>
                <a:tc>
                  <a:txBody>
                    <a:bodyPr/>
                    <a:lstStyle/>
                    <a:p>
                      <a:r>
                        <a:rPr lang="en-US" sz="1500" dirty="0"/>
                        <a:t>2001 : </a:t>
                      </a:r>
                      <a:r>
                        <a:rPr lang="en-US" sz="1500" b="1" dirty="0"/>
                        <a:t>0</a:t>
                      </a:r>
                      <a:r>
                        <a:rPr lang="en-US" sz="1500" dirty="0"/>
                        <a:t>db8 : </a:t>
                      </a:r>
                      <a:r>
                        <a:rPr lang="en-US" sz="1500" b="1" dirty="0"/>
                        <a:t>000</a:t>
                      </a:r>
                      <a:r>
                        <a:rPr lang="en-US" sz="1500" dirty="0"/>
                        <a:t>0 : 1111 : </a:t>
                      </a:r>
                      <a:r>
                        <a:rPr lang="en-US" sz="1500" b="1" dirty="0"/>
                        <a:t>0000</a:t>
                      </a:r>
                      <a:r>
                        <a:rPr lang="en-US" sz="1500" dirty="0"/>
                        <a:t> : </a:t>
                      </a:r>
                      <a:r>
                        <a:rPr lang="en-US" sz="1500" b="1" dirty="0"/>
                        <a:t>0000</a:t>
                      </a:r>
                      <a:r>
                        <a:rPr lang="en-US" sz="1500" dirty="0"/>
                        <a:t> : </a:t>
                      </a:r>
                      <a:r>
                        <a:rPr lang="en-US" sz="1500" b="1" dirty="0"/>
                        <a:t>0000</a:t>
                      </a:r>
                      <a:r>
                        <a:rPr lang="en-US" sz="1500" dirty="0"/>
                        <a:t> : </a:t>
                      </a:r>
                      <a:r>
                        <a:rPr lang="en-US" sz="1500" b="1" dirty="0"/>
                        <a:t>0</a:t>
                      </a:r>
                      <a:r>
                        <a:rPr lang="en-US" sz="1500" dirty="0"/>
                        <a:t>200</a:t>
                      </a:r>
                      <a:endParaRPr lang="en-US" sz="1500" dirty="0">
                        <a:solidFill>
                          <a:srgbClr val="000000"/>
                        </a:solidFill>
                      </a:endParaRPr>
                    </a:p>
                  </a:txBody>
                  <a:tcPr marL="121920" marR="121920" marT="60960" marB="60960"/>
                </a:tc>
                <a:extLst>
                  <a:ext uri="{0D108BD9-81ED-4DB2-BD59-A6C34878D82A}">
                    <a16:rowId xmlns:a16="http://schemas.microsoft.com/office/drawing/2014/main" val="3849654457"/>
                  </a:ext>
                </a:extLst>
              </a:tr>
              <a:tr h="345440">
                <a:tc>
                  <a:txBody>
                    <a:bodyPr/>
                    <a:lstStyle/>
                    <a:p>
                      <a:pPr marL="0" marR="0" lvl="0" indent="0" algn="l" defTabSz="685777" rtl="0" eaLnBrk="1" fontAlgn="auto" latinLnBrk="0" hangingPunct="1">
                        <a:lnSpc>
                          <a:spcPct val="100000"/>
                        </a:lnSpc>
                        <a:spcBef>
                          <a:spcPts val="0"/>
                        </a:spcBef>
                        <a:spcAft>
                          <a:spcPts val="0"/>
                        </a:spcAft>
                        <a:buClrTx/>
                        <a:buSzTx/>
                        <a:buFontTx/>
                        <a:buNone/>
                        <a:tabLst/>
                        <a:defRPr/>
                      </a:pPr>
                      <a:r>
                        <a:rPr lang="en-US" sz="1500" dirty="0">
                          <a:solidFill>
                            <a:srgbClr val="000000"/>
                          </a:solidFill>
                        </a:rPr>
                        <a:t>Compressed</a:t>
                      </a:r>
                    </a:p>
                  </a:txBody>
                  <a:tcPr marL="121920" marR="121920" marT="60960" marB="60960"/>
                </a:tc>
                <a:tc>
                  <a:txBody>
                    <a:bodyPr/>
                    <a:lstStyle/>
                    <a:p>
                      <a:r>
                        <a:rPr lang="en-US" sz="1500" dirty="0"/>
                        <a:t>2001:db8:0:1111::200</a:t>
                      </a:r>
                      <a:endParaRPr lang="en-US" sz="1500" dirty="0">
                        <a:solidFill>
                          <a:srgbClr val="000000"/>
                        </a:solidFill>
                      </a:endParaRPr>
                    </a:p>
                  </a:txBody>
                  <a:tcPr marL="121920" marR="121920" marT="60960" marB="60960"/>
                </a:tc>
                <a:extLst>
                  <a:ext uri="{0D108BD9-81ED-4DB2-BD59-A6C34878D82A}">
                    <a16:rowId xmlns:a16="http://schemas.microsoft.com/office/drawing/2014/main" val="235735172"/>
                  </a:ext>
                </a:extLst>
              </a:tr>
            </a:tbl>
          </a:graphicData>
        </a:graphic>
      </p:graphicFrame>
    </p:spTree>
    <p:extLst>
      <p:ext uri="{BB962C8B-B14F-4D97-AF65-F5344CB8AC3E}">
        <p14:creationId xmlns:p14="http://schemas.microsoft.com/office/powerpoint/2010/main" val="873483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02AA8F8-1E43-384B-8982-C0BB94049B5C}"/>
              </a:ext>
            </a:extLst>
          </p:cNvPr>
          <p:cNvSpPr>
            <a:spLocks noGrp="1"/>
          </p:cNvSpPr>
          <p:nvPr>
            <p:ph type="title"/>
          </p:nvPr>
        </p:nvSpPr>
        <p:spPr>
          <a:xfrm>
            <a:off x="176981" y="164776"/>
            <a:ext cx="11127317" cy="975783"/>
          </a:xfrm>
        </p:spPr>
        <p:txBody>
          <a:bodyPr/>
          <a:lstStyle/>
          <a:p>
            <a:r>
              <a:rPr lang="en-US" sz="2133" dirty="0"/>
              <a:t>IPv4 Issues</a:t>
            </a:r>
            <a:r>
              <a:rPr lang="en-US" dirty="0"/>
              <a:t/>
            </a:r>
            <a:br>
              <a:rPr lang="en-US" dirty="0"/>
            </a:br>
            <a:r>
              <a:rPr lang="en-US" sz="3200" dirty="0"/>
              <a:t>IPv4 and IPv6 Coexistence</a:t>
            </a:r>
          </a:p>
        </p:txBody>
      </p:sp>
      <p:sp>
        <p:nvSpPr>
          <p:cNvPr id="4" name="Content Placeholder 3">
            <a:extLst>
              <a:ext uri="{FF2B5EF4-FFF2-40B4-BE49-F238E27FC236}">
                <a16:creationId xmlns:a16="http://schemas.microsoft.com/office/drawing/2014/main" id="{50693879-5816-3444-9D50-A12F1F37F5DE}"/>
              </a:ext>
            </a:extLst>
          </p:cNvPr>
          <p:cNvSpPr>
            <a:spLocks noGrp="1"/>
          </p:cNvSpPr>
          <p:nvPr>
            <p:ph idx="1"/>
          </p:nvPr>
        </p:nvSpPr>
        <p:spPr>
          <a:xfrm>
            <a:off x="575962" y="1455191"/>
            <a:ext cx="10551356" cy="4098595"/>
          </a:xfrm>
        </p:spPr>
        <p:txBody>
          <a:bodyPr/>
          <a:lstStyle/>
          <a:p>
            <a:pPr marL="0" indent="0" algn="l">
              <a:spcBef>
                <a:spcPts val="600"/>
              </a:spcBef>
              <a:spcAft>
                <a:spcPts val="600"/>
              </a:spcAft>
            </a:pPr>
            <a:r>
              <a:rPr lang="en-US" sz="2133" dirty="0">
                <a:solidFill>
                  <a:schemeClr val="tx1"/>
                </a:solidFill>
              </a:rPr>
              <a:t>Both IPv4 and IPv6 will coexist in the near future and the transition will take several years.</a:t>
            </a:r>
          </a:p>
          <a:p>
            <a:pPr marL="0" indent="0" algn="l">
              <a:spcBef>
                <a:spcPts val="600"/>
              </a:spcBef>
              <a:spcAft>
                <a:spcPts val="600"/>
              </a:spcAft>
            </a:pPr>
            <a:r>
              <a:rPr lang="en-US" sz="2133" dirty="0">
                <a:solidFill>
                  <a:schemeClr val="tx1"/>
                </a:solidFill>
              </a:rPr>
              <a:t>The IETF has created various protocols and tools to help network administrators migrate their networks to IPv6. These migration techniques can be divided into three categories:</a:t>
            </a:r>
          </a:p>
          <a:p>
            <a:pPr marL="554633" lvl="1" indent="-457189">
              <a:spcBef>
                <a:spcPts val="600"/>
              </a:spcBef>
              <a:spcAft>
                <a:spcPts val="600"/>
              </a:spcAft>
            </a:pPr>
            <a:r>
              <a:rPr lang="en-US" b="1" dirty="0">
                <a:solidFill>
                  <a:schemeClr val="tx1"/>
                </a:solidFill>
              </a:rPr>
              <a:t>Dual stack </a:t>
            </a:r>
            <a:r>
              <a:rPr lang="en-US" dirty="0">
                <a:solidFill>
                  <a:schemeClr val="tx1"/>
                </a:solidFill>
              </a:rPr>
              <a:t>-The devices run both IPv4 and IPv6 protocol stacks simultaneously.</a:t>
            </a:r>
          </a:p>
          <a:p>
            <a:pPr marL="554633" lvl="1" indent="-457189">
              <a:spcBef>
                <a:spcPts val="600"/>
              </a:spcBef>
              <a:spcAft>
                <a:spcPts val="600"/>
              </a:spcAft>
            </a:pPr>
            <a:r>
              <a:rPr lang="en-US" b="1" dirty="0"/>
              <a:t>Tunneling</a:t>
            </a:r>
            <a:r>
              <a:rPr lang="en-US" dirty="0"/>
              <a:t> – A method of transporting an IPv6 packet over an IPv4 network. The IPv6 packet is encapsulated inside an IPv4 packet.</a:t>
            </a:r>
          </a:p>
          <a:p>
            <a:pPr marL="554633" lvl="1" indent="-457189">
              <a:spcBef>
                <a:spcPts val="600"/>
              </a:spcBef>
              <a:spcAft>
                <a:spcPts val="600"/>
              </a:spcAft>
            </a:pPr>
            <a:r>
              <a:rPr lang="en-US" b="1" dirty="0">
                <a:solidFill>
                  <a:schemeClr val="tx1"/>
                </a:solidFill>
              </a:rPr>
              <a:t>Translation</a:t>
            </a:r>
            <a:r>
              <a:rPr lang="en-US" dirty="0">
                <a:solidFill>
                  <a:schemeClr val="tx1"/>
                </a:solidFill>
              </a:rPr>
              <a:t> - </a:t>
            </a:r>
            <a:r>
              <a:rPr lang="en-US" dirty="0"/>
              <a:t>Network Address Translation 64 (NAT64) allows IPv6-enabled devices to communicate with IPv4-enabled devices using a translation technique similar to NAT for IPv4. </a:t>
            </a:r>
            <a:endParaRPr lang="en-US" dirty="0">
              <a:solidFill>
                <a:schemeClr val="tx1"/>
              </a:solidFill>
            </a:endParaRPr>
          </a:p>
        </p:txBody>
      </p:sp>
    </p:spTree>
    <p:extLst>
      <p:ext uri="{BB962C8B-B14F-4D97-AF65-F5344CB8AC3E}">
        <p14:creationId xmlns:p14="http://schemas.microsoft.com/office/powerpoint/2010/main" val="34796456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93105"/>
          </a:xfrm>
        </p:spPr>
        <p:txBody>
          <a:bodyPr/>
          <a:lstStyle/>
          <a:p>
            <a:pPr>
              <a:lnSpc>
                <a:spcPct val="75000"/>
              </a:lnSpc>
            </a:pPr>
            <a:r>
              <a:rPr lang="en-US" altLang="en-US" dirty="0">
                <a:ea typeface="ＭＳ Ｐゴシック" panose="020B0600070205080204" pitchFamily="34" charset="-128"/>
                <a:cs typeface="ＭＳ Ｐゴシック" panose="020B0600070205080204" pitchFamily="34" charset="-128"/>
              </a:rPr>
              <a:t>not all routers can be upgraded simultaneously</a:t>
            </a:r>
          </a:p>
          <a:p>
            <a:pPr lvl="1">
              <a:lnSpc>
                <a:spcPct val="75000"/>
              </a:lnSpc>
            </a:pPr>
            <a:r>
              <a:rPr lang="en-US" altLang="en-US" sz="2800" dirty="0">
                <a:ea typeface="ＭＳ Ｐゴシック" panose="020B0600070205080204" pitchFamily="34" charset="-128"/>
              </a:rPr>
              <a:t>no “</a:t>
            </a:r>
            <a:r>
              <a:rPr lang="en-US" altLang="ja-JP" sz="2800" dirty="0">
                <a:ea typeface="ＭＳ Ｐゴシック" panose="020B0600070205080204" pitchFamily="34" charset="-128"/>
              </a:rPr>
              <a:t>flag days”</a:t>
            </a:r>
          </a:p>
          <a:p>
            <a:pPr lvl="1">
              <a:lnSpc>
                <a:spcPct val="75000"/>
              </a:lnSpc>
            </a:pPr>
            <a:r>
              <a:rPr lang="en-US" altLang="en-US" sz="2800" dirty="0">
                <a:ea typeface="ＭＳ Ｐゴシック" panose="020B0600070205080204" pitchFamily="34" charset="-128"/>
              </a:rPr>
              <a:t>how will network operate with mixed IPv4 and IPv6 routers? </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Transition from IPv4 to IPv6</a:t>
            </a:r>
          </a:p>
        </p:txBody>
      </p:sp>
      <p:grpSp>
        <p:nvGrpSpPr>
          <p:cNvPr id="3" name="Group 2">
            <a:extLst>
              <a:ext uri="{FF2B5EF4-FFF2-40B4-BE49-F238E27FC236}">
                <a16:creationId xmlns:a16="http://schemas.microsoft.com/office/drawing/2014/main" id="{B2DCBD89-E19C-084D-BCB3-FA5D2DD220BC}"/>
              </a:ext>
            </a:extLst>
          </p:cNvPr>
          <p:cNvGrpSpPr/>
          <p:nvPr/>
        </p:nvGrpSpPr>
        <p:grpSpPr>
          <a:xfrm>
            <a:off x="2588799" y="4315653"/>
            <a:ext cx="6629400" cy="2227263"/>
            <a:chOff x="2588799" y="4315653"/>
            <a:chExt cx="6629400" cy="2227263"/>
          </a:xfrm>
        </p:grpSpPr>
        <p:grpSp>
          <p:nvGrpSpPr>
            <p:cNvPr id="44" name="Group 47">
              <a:extLst>
                <a:ext uri="{FF2B5EF4-FFF2-40B4-BE49-F238E27FC236}">
                  <a16:creationId xmlns:a16="http://schemas.microsoft.com/office/drawing/2014/main" id="{85CE4E48-327A-8A4D-A954-DE107FCAEB31}"/>
                </a:ext>
              </a:extLst>
            </p:cNvPr>
            <p:cNvGrpSpPr>
              <a:grpSpLocks/>
            </p:cNvGrpSpPr>
            <p:nvPr/>
          </p:nvGrpSpPr>
          <p:grpSpPr bwMode="auto">
            <a:xfrm>
              <a:off x="3387311" y="5349116"/>
              <a:ext cx="4854575" cy="473075"/>
              <a:chOff x="1163" y="3504"/>
              <a:chExt cx="3058" cy="298"/>
            </a:xfrm>
          </p:grpSpPr>
          <p:sp>
            <p:nvSpPr>
              <p:cNvPr id="45" name="Rectangle 26">
                <a:extLst>
                  <a:ext uri="{FF2B5EF4-FFF2-40B4-BE49-F238E27FC236}">
                    <a16:creationId xmlns:a16="http://schemas.microsoft.com/office/drawing/2014/main" id="{0B8F7B45-E1EB-F74C-93D5-404449143184}"/>
                  </a:ext>
                </a:extLst>
              </p:cNvPr>
              <p:cNvSpPr>
                <a:spLocks noChangeArrowheads="1"/>
              </p:cNvSpPr>
              <p:nvPr/>
            </p:nvSpPr>
            <p:spPr bwMode="auto">
              <a:xfrm>
                <a:off x="1163" y="3505"/>
                <a:ext cx="3058" cy="295"/>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46" name="Line 27">
                <a:extLst>
                  <a:ext uri="{FF2B5EF4-FFF2-40B4-BE49-F238E27FC236}">
                    <a16:creationId xmlns:a16="http://schemas.microsoft.com/office/drawing/2014/main" id="{5BB83C09-29F8-E14A-8594-6289590FD122}"/>
                  </a:ext>
                </a:extLst>
              </p:cNvPr>
              <p:cNvSpPr>
                <a:spLocks noChangeShapeType="1"/>
              </p:cNvSpPr>
              <p:nvPr/>
            </p:nvSpPr>
            <p:spPr bwMode="auto">
              <a:xfrm>
                <a:off x="202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47" name="Line 28">
                <a:extLst>
                  <a:ext uri="{FF2B5EF4-FFF2-40B4-BE49-F238E27FC236}">
                    <a16:creationId xmlns:a16="http://schemas.microsoft.com/office/drawing/2014/main" id="{45A07E19-C579-6C4A-B872-F2972F10380C}"/>
                  </a:ext>
                </a:extLst>
              </p:cNvPr>
              <p:cNvSpPr>
                <a:spLocks noChangeShapeType="1"/>
              </p:cNvSpPr>
              <p:nvPr/>
            </p:nvSpPr>
            <p:spPr bwMode="auto">
              <a:xfrm>
                <a:off x="1781" y="3507"/>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48" name="Line 29">
                <a:extLst>
                  <a:ext uri="{FF2B5EF4-FFF2-40B4-BE49-F238E27FC236}">
                    <a16:creationId xmlns:a16="http://schemas.microsoft.com/office/drawing/2014/main" id="{26CE7756-DC4E-8F4C-B1A2-C3AAC5F9E1D7}"/>
                  </a:ext>
                </a:extLst>
              </p:cNvPr>
              <p:cNvSpPr>
                <a:spLocks noChangeShapeType="1"/>
              </p:cNvSpPr>
              <p:nvPr/>
            </p:nvSpPr>
            <p:spPr bwMode="auto">
              <a:xfrm>
                <a:off x="153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49" name="Line 31">
                <a:extLst>
                  <a:ext uri="{FF2B5EF4-FFF2-40B4-BE49-F238E27FC236}">
                    <a16:creationId xmlns:a16="http://schemas.microsoft.com/office/drawing/2014/main" id="{E7FFE15F-A560-7B48-9D5C-0D4C42F11873}"/>
                  </a:ext>
                </a:extLst>
              </p:cNvPr>
              <p:cNvSpPr>
                <a:spLocks noChangeShapeType="1"/>
              </p:cNvSpPr>
              <p:nvPr/>
            </p:nvSpPr>
            <p:spPr bwMode="auto">
              <a:xfrm>
                <a:off x="1187"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50" name="Line 32">
                <a:extLst>
                  <a:ext uri="{FF2B5EF4-FFF2-40B4-BE49-F238E27FC236}">
                    <a16:creationId xmlns:a16="http://schemas.microsoft.com/office/drawing/2014/main" id="{DCA21855-02AD-4C46-B913-B70528AA95D3}"/>
                  </a:ext>
                </a:extLst>
              </p:cNvPr>
              <p:cNvSpPr>
                <a:spLocks noChangeShapeType="1"/>
              </p:cNvSpPr>
              <p:nvPr/>
            </p:nvSpPr>
            <p:spPr bwMode="auto">
              <a:xfrm>
                <a:off x="1187"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51" name="Line 33">
                <a:extLst>
                  <a:ext uri="{FF2B5EF4-FFF2-40B4-BE49-F238E27FC236}">
                    <a16:creationId xmlns:a16="http://schemas.microsoft.com/office/drawing/2014/main" id="{9214E5A2-AFB0-BD42-B022-36FDD4FC8793}"/>
                  </a:ext>
                </a:extLst>
              </p:cNvPr>
              <p:cNvSpPr>
                <a:spLocks noChangeShapeType="1"/>
              </p:cNvSpPr>
              <p:nvPr/>
            </p:nvSpPr>
            <p:spPr bwMode="auto">
              <a:xfrm>
                <a:off x="1283"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52" name="Line 34">
                <a:extLst>
                  <a:ext uri="{FF2B5EF4-FFF2-40B4-BE49-F238E27FC236}">
                    <a16:creationId xmlns:a16="http://schemas.microsoft.com/office/drawing/2014/main" id="{06D605D3-808D-7B4E-BBDE-CF4C297F5023}"/>
                  </a:ext>
                </a:extLst>
              </p:cNvPr>
              <p:cNvSpPr>
                <a:spLocks noChangeShapeType="1"/>
              </p:cNvSpPr>
              <p:nvPr/>
            </p:nvSpPr>
            <p:spPr bwMode="auto">
              <a:xfrm>
                <a:off x="1283"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53" name="Line 35">
                <a:extLst>
                  <a:ext uri="{FF2B5EF4-FFF2-40B4-BE49-F238E27FC236}">
                    <a16:creationId xmlns:a16="http://schemas.microsoft.com/office/drawing/2014/main" id="{2EAA871A-A6B1-2F44-9A79-2326FD66CA28}"/>
                  </a:ext>
                </a:extLst>
              </p:cNvPr>
              <p:cNvSpPr>
                <a:spLocks noChangeShapeType="1"/>
              </p:cNvSpPr>
              <p:nvPr/>
            </p:nvSpPr>
            <p:spPr bwMode="auto">
              <a:xfrm>
                <a:off x="1379"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54" name="Line 36">
                <a:extLst>
                  <a:ext uri="{FF2B5EF4-FFF2-40B4-BE49-F238E27FC236}">
                    <a16:creationId xmlns:a16="http://schemas.microsoft.com/office/drawing/2014/main" id="{4AB1D42E-1D5F-FE45-A523-C7543989DE8F}"/>
                  </a:ext>
                </a:extLst>
              </p:cNvPr>
              <p:cNvSpPr>
                <a:spLocks noChangeShapeType="1"/>
              </p:cNvSpPr>
              <p:nvPr/>
            </p:nvSpPr>
            <p:spPr bwMode="auto">
              <a:xfrm>
                <a:off x="1379"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55" name="Line 37">
                <a:extLst>
                  <a:ext uri="{FF2B5EF4-FFF2-40B4-BE49-F238E27FC236}">
                    <a16:creationId xmlns:a16="http://schemas.microsoft.com/office/drawing/2014/main" id="{90B32EFE-1E28-D647-8125-D4EB79D8100B}"/>
                  </a:ext>
                </a:extLst>
              </p:cNvPr>
              <p:cNvSpPr>
                <a:spLocks noChangeShapeType="1"/>
              </p:cNvSpPr>
              <p:nvPr/>
            </p:nvSpPr>
            <p:spPr bwMode="auto">
              <a:xfrm>
                <a:off x="1475"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56" name="Line 38">
                <a:extLst>
                  <a:ext uri="{FF2B5EF4-FFF2-40B4-BE49-F238E27FC236}">
                    <a16:creationId xmlns:a16="http://schemas.microsoft.com/office/drawing/2014/main" id="{9AF24D69-1E89-014E-983B-84CE811B3B6C}"/>
                  </a:ext>
                </a:extLst>
              </p:cNvPr>
              <p:cNvSpPr>
                <a:spLocks noChangeShapeType="1"/>
              </p:cNvSpPr>
              <p:nvPr/>
            </p:nvSpPr>
            <p:spPr bwMode="auto">
              <a:xfrm>
                <a:off x="1475"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57" name="Line 39">
                <a:extLst>
                  <a:ext uri="{FF2B5EF4-FFF2-40B4-BE49-F238E27FC236}">
                    <a16:creationId xmlns:a16="http://schemas.microsoft.com/office/drawing/2014/main" id="{E5582665-5410-4F4B-BB26-C2BE5777C922}"/>
                  </a:ext>
                </a:extLst>
              </p:cNvPr>
              <p:cNvSpPr>
                <a:spLocks noChangeShapeType="1"/>
              </p:cNvSpPr>
              <p:nvPr/>
            </p:nvSpPr>
            <p:spPr bwMode="auto">
              <a:xfrm>
                <a:off x="1327" y="350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58" name="Line 40">
                <a:extLst>
                  <a:ext uri="{FF2B5EF4-FFF2-40B4-BE49-F238E27FC236}">
                    <a16:creationId xmlns:a16="http://schemas.microsoft.com/office/drawing/2014/main" id="{517D11AD-7383-864C-AED0-B4B1CA23D875}"/>
                  </a:ext>
                </a:extLst>
              </p:cNvPr>
              <p:cNvSpPr>
                <a:spLocks noChangeShapeType="1"/>
              </p:cNvSpPr>
              <p:nvPr/>
            </p:nvSpPr>
            <p:spPr bwMode="auto">
              <a:xfrm>
                <a:off x="1327" y="374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59" name="Line 41">
                <a:extLst>
                  <a:ext uri="{FF2B5EF4-FFF2-40B4-BE49-F238E27FC236}">
                    <a16:creationId xmlns:a16="http://schemas.microsoft.com/office/drawing/2014/main" id="{740AB5BD-C969-9E46-818D-C58B8E93548F}"/>
                  </a:ext>
                </a:extLst>
              </p:cNvPr>
              <p:cNvSpPr>
                <a:spLocks noChangeShapeType="1"/>
              </p:cNvSpPr>
              <p:nvPr/>
            </p:nvSpPr>
            <p:spPr bwMode="auto">
              <a:xfrm>
                <a:off x="1213" y="3508"/>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60" name="Line 42">
                <a:extLst>
                  <a:ext uri="{FF2B5EF4-FFF2-40B4-BE49-F238E27FC236}">
                    <a16:creationId xmlns:a16="http://schemas.microsoft.com/office/drawing/2014/main" id="{484D648A-3257-2B45-8669-ED9980CF3F79}"/>
                  </a:ext>
                </a:extLst>
              </p:cNvPr>
              <p:cNvSpPr>
                <a:spLocks noChangeShapeType="1"/>
              </p:cNvSpPr>
              <p:nvPr/>
            </p:nvSpPr>
            <p:spPr bwMode="auto">
              <a:xfrm>
                <a:off x="1213" y="374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grpSp>
        <p:sp>
          <p:nvSpPr>
            <p:cNvPr id="61" name="Text Box 48">
              <a:extLst>
                <a:ext uri="{FF2B5EF4-FFF2-40B4-BE49-F238E27FC236}">
                  <a16:creationId xmlns:a16="http://schemas.microsoft.com/office/drawing/2014/main" id="{3025677D-1A39-4D4E-952D-47FA93E9C304}"/>
                </a:ext>
              </a:extLst>
            </p:cNvPr>
            <p:cNvSpPr txBox="1">
              <a:spLocks noChangeArrowheads="1"/>
            </p:cNvSpPr>
            <p:nvPr/>
          </p:nvSpPr>
          <p:spPr bwMode="auto">
            <a:xfrm>
              <a:off x="2882486" y="4547428"/>
              <a:ext cx="20066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400" dirty="0">
                  <a:solidFill>
                    <a:prstClr val="black"/>
                  </a:solidFill>
                </a:rPr>
                <a:t>IPv4 source, dest addr </a:t>
              </a:r>
            </a:p>
          </p:txBody>
        </p:sp>
        <p:sp>
          <p:nvSpPr>
            <p:cNvPr id="62" name="Text Box 50">
              <a:extLst>
                <a:ext uri="{FF2B5EF4-FFF2-40B4-BE49-F238E27FC236}">
                  <a16:creationId xmlns:a16="http://schemas.microsoft.com/office/drawing/2014/main" id="{3F15789A-CD81-DA43-90BD-430C29BF1ECC}"/>
                </a:ext>
              </a:extLst>
            </p:cNvPr>
            <p:cNvSpPr txBox="1">
              <a:spLocks noChangeArrowheads="1"/>
            </p:cNvSpPr>
            <p:nvPr/>
          </p:nvSpPr>
          <p:spPr bwMode="auto">
            <a:xfrm>
              <a:off x="2588799" y="4315653"/>
              <a:ext cx="16525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400" dirty="0">
                  <a:solidFill>
                    <a:prstClr val="black"/>
                  </a:solidFill>
                </a:rPr>
                <a:t>IPv4 header fields </a:t>
              </a:r>
            </a:p>
          </p:txBody>
        </p:sp>
        <p:sp>
          <p:nvSpPr>
            <p:cNvPr id="63" name="Line 55">
              <a:extLst>
                <a:ext uri="{FF2B5EF4-FFF2-40B4-BE49-F238E27FC236}">
                  <a16:creationId xmlns:a16="http://schemas.microsoft.com/office/drawing/2014/main" id="{2B0FC6EA-6836-1247-B55A-1F3BC4B8C3BF}"/>
                </a:ext>
              </a:extLst>
            </p:cNvPr>
            <p:cNvSpPr>
              <a:spLocks noChangeShapeType="1"/>
            </p:cNvSpPr>
            <p:nvPr/>
          </p:nvSpPr>
          <p:spPr bwMode="auto">
            <a:xfrm>
              <a:off x="4141374" y="4806191"/>
              <a:ext cx="0" cy="738187"/>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64" name="Line 56">
              <a:extLst>
                <a:ext uri="{FF2B5EF4-FFF2-40B4-BE49-F238E27FC236}">
                  <a16:creationId xmlns:a16="http://schemas.microsoft.com/office/drawing/2014/main" id="{575738DA-3D85-0C40-B1CC-102540708635}"/>
                </a:ext>
              </a:extLst>
            </p:cNvPr>
            <p:cNvSpPr>
              <a:spLocks noChangeShapeType="1"/>
            </p:cNvSpPr>
            <p:nvPr/>
          </p:nvSpPr>
          <p:spPr bwMode="auto">
            <a:xfrm>
              <a:off x="4146136" y="4801428"/>
              <a:ext cx="381000" cy="738188"/>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65" name="Line 57">
              <a:extLst>
                <a:ext uri="{FF2B5EF4-FFF2-40B4-BE49-F238E27FC236}">
                  <a16:creationId xmlns:a16="http://schemas.microsoft.com/office/drawing/2014/main" id="{25FB55E6-487A-584F-801B-6DCFD28711EB}"/>
                </a:ext>
              </a:extLst>
            </p:cNvPr>
            <p:cNvSpPr>
              <a:spLocks noChangeShapeType="1"/>
            </p:cNvSpPr>
            <p:nvPr/>
          </p:nvSpPr>
          <p:spPr bwMode="auto">
            <a:xfrm>
              <a:off x="3546061" y="4558541"/>
              <a:ext cx="0" cy="97631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66" name="Text Box 23">
              <a:extLst>
                <a:ext uri="{FF2B5EF4-FFF2-40B4-BE49-F238E27FC236}">
                  <a16:creationId xmlns:a16="http://schemas.microsoft.com/office/drawing/2014/main" id="{F83CF542-0D7B-B642-9D47-1F5780EFFFE6}"/>
                </a:ext>
              </a:extLst>
            </p:cNvPr>
            <p:cNvSpPr txBox="1">
              <a:spLocks noChangeArrowheads="1"/>
            </p:cNvSpPr>
            <p:nvPr/>
          </p:nvSpPr>
          <p:spPr bwMode="auto">
            <a:xfrm>
              <a:off x="4949411" y="617620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IPv4 datagram</a:t>
              </a:r>
            </a:p>
          </p:txBody>
        </p:sp>
        <p:sp>
          <p:nvSpPr>
            <p:cNvPr id="67" name="Line 24">
              <a:extLst>
                <a:ext uri="{FF2B5EF4-FFF2-40B4-BE49-F238E27FC236}">
                  <a16:creationId xmlns:a16="http://schemas.microsoft.com/office/drawing/2014/main" id="{FC5D76F7-DA23-B744-AEE7-007E350319B9}"/>
                </a:ext>
              </a:extLst>
            </p:cNvPr>
            <p:cNvSpPr>
              <a:spLocks noChangeShapeType="1"/>
            </p:cNvSpPr>
            <p:nvPr/>
          </p:nvSpPr>
          <p:spPr bwMode="auto">
            <a:xfrm>
              <a:off x="6570249" y="6365116"/>
              <a:ext cx="16954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68" name="Line 25">
              <a:extLst>
                <a:ext uri="{FF2B5EF4-FFF2-40B4-BE49-F238E27FC236}">
                  <a16:creationId xmlns:a16="http://schemas.microsoft.com/office/drawing/2014/main" id="{37CA3CBB-F876-E848-B825-EA004F538DB7}"/>
                </a:ext>
              </a:extLst>
            </p:cNvPr>
            <p:cNvSpPr>
              <a:spLocks noChangeShapeType="1"/>
            </p:cNvSpPr>
            <p:nvPr/>
          </p:nvSpPr>
          <p:spPr bwMode="auto">
            <a:xfrm flipH="1">
              <a:off x="3380961" y="6365116"/>
              <a:ext cx="16065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69" name="Text Box 64">
              <a:extLst>
                <a:ext uri="{FF2B5EF4-FFF2-40B4-BE49-F238E27FC236}">
                  <a16:creationId xmlns:a16="http://schemas.microsoft.com/office/drawing/2014/main" id="{3D823FF2-049B-2745-A899-C1EADB194DD4}"/>
                </a:ext>
              </a:extLst>
            </p:cNvPr>
            <p:cNvSpPr txBox="1">
              <a:spLocks noChangeArrowheads="1"/>
            </p:cNvSpPr>
            <p:nvPr/>
          </p:nvSpPr>
          <p:spPr bwMode="auto">
            <a:xfrm>
              <a:off x="5670136" y="582695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IPv6 datagram</a:t>
              </a:r>
            </a:p>
          </p:txBody>
        </p:sp>
        <p:sp>
          <p:nvSpPr>
            <p:cNvPr id="70" name="Line 65">
              <a:extLst>
                <a:ext uri="{FF2B5EF4-FFF2-40B4-BE49-F238E27FC236}">
                  <a16:creationId xmlns:a16="http://schemas.microsoft.com/office/drawing/2014/main" id="{647F016D-72CE-0A42-A123-FC8779F68E9D}"/>
                </a:ext>
              </a:extLst>
            </p:cNvPr>
            <p:cNvSpPr>
              <a:spLocks noChangeShapeType="1"/>
            </p:cNvSpPr>
            <p:nvPr/>
          </p:nvSpPr>
          <p:spPr bwMode="auto">
            <a:xfrm>
              <a:off x="7306849" y="59968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71" name="Line 66">
              <a:extLst>
                <a:ext uri="{FF2B5EF4-FFF2-40B4-BE49-F238E27FC236}">
                  <a16:creationId xmlns:a16="http://schemas.microsoft.com/office/drawing/2014/main" id="{D1F92FDA-6A3B-4F4D-9882-D486C8F81A16}"/>
                </a:ext>
              </a:extLst>
            </p:cNvPr>
            <p:cNvSpPr>
              <a:spLocks noChangeShapeType="1"/>
            </p:cNvSpPr>
            <p:nvPr/>
          </p:nvSpPr>
          <p:spPr bwMode="auto">
            <a:xfrm flipH="1">
              <a:off x="4808124" y="5996816"/>
              <a:ext cx="925512"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72" name="Rectangle 69">
              <a:extLst>
                <a:ext uri="{FF2B5EF4-FFF2-40B4-BE49-F238E27FC236}">
                  <a16:creationId xmlns:a16="http://schemas.microsoft.com/office/drawing/2014/main" id="{3CA4B0A3-1924-9F4B-8C00-0B7305199E0B}"/>
                </a:ext>
              </a:extLst>
            </p:cNvPr>
            <p:cNvSpPr>
              <a:spLocks noChangeArrowheads="1"/>
            </p:cNvSpPr>
            <p:nvPr/>
          </p:nvSpPr>
          <p:spPr bwMode="auto">
            <a:xfrm>
              <a:off x="4776374" y="5384041"/>
              <a:ext cx="3422650" cy="401637"/>
            </a:xfrm>
            <a:prstGeom prst="rect">
              <a:avLst/>
            </a:prstGeom>
            <a:solidFill>
              <a:srgbClr val="66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grpSp>
          <p:nvGrpSpPr>
            <p:cNvPr id="73" name="Group 70">
              <a:extLst>
                <a:ext uri="{FF2B5EF4-FFF2-40B4-BE49-F238E27FC236}">
                  <a16:creationId xmlns:a16="http://schemas.microsoft.com/office/drawing/2014/main" id="{F5129026-19D5-D04F-AA22-0EA328FF6601}"/>
                </a:ext>
              </a:extLst>
            </p:cNvPr>
            <p:cNvGrpSpPr>
              <a:grpSpLocks/>
            </p:cNvGrpSpPr>
            <p:nvPr/>
          </p:nvGrpSpPr>
          <p:grpSpPr bwMode="auto">
            <a:xfrm>
              <a:off x="5838411" y="4414078"/>
              <a:ext cx="3379788" cy="1109663"/>
              <a:chOff x="2868" y="2782"/>
              <a:chExt cx="2129" cy="699"/>
            </a:xfrm>
          </p:grpSpPr>
          <p:sp>
            <p:nvSpPr>
              <p:cNvPr id="74" name="Text Box 51">
                <a:extLst>
                  <a:ext uri="{FF2B5EF4-FFF2-40B4-BE49-F238E27FC236}">
                    <a16:creationId xmlns:a16="http://schemas.microsoft.com/office/drawing/2014/main" id="{0B64CEDF-9FF3-9140-9742-3908E5BF0A76}"/>
                  </a:ext>
                </a:extLst>
              </p:cNvPr>
              <p:cNvSpPr txBox="1">
                <a:spLocks noChangeArrowheads="1"/>
              </p:cNvSpPr>
              <p:nvPr/>
            </p:nvSpPr>
            <p:spPr bwMode="auto">
              <a:xfrm>
                <a:off x="4204" y="2782"/>
                <a:ext cx="79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400" dirty="0">
                    <a:solidFill>
                      <a:prstClr val="black"/>
                    </a:solidFill>
                  </a:rPr>
                  <a:t>IPv4 payload </a:t>
                </a:r>
              </a:p>
            </p:txBody>
          </p:sp>
          <p:sp>
            <p:nvSpPr>
              <p:cNvPr id="75" name="Line 54">
                <a:extLst>
                  <a:ext uri="{FF2B5EF4-FFF2-40B4-BE49-F238E27FC236}">
                    <a16:creationId xmlns:a16="http://schemas.microsoft.com/office/drawing/2014/main" id="{A0D83449-189A-C940-A264-4540DB3CDD5C}"/>
                  </a:ext>
                </a:extLst>
              </p:cNvPr>
              <p:cNvSpPr>
                <a:spLocks noChangeShapeType="1"/>
              </p:cNvSpPr>
              <p:nvPr/>
            </p:nvSpPr>
            <p:spPr bwMode="auto">
              <a:xfrm flipH="1">
                <a:off x="2868" y="2979"/>
                <a:ext cx="1532" cy="50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grpSp>
      </p:grpSp>
      <p:grpSp>
        <p:nvGrpSpPr>
          <p:cNvPr id="76" name="Group 71">
            <a:extLst>
              <a:ext uri="{FF2B5EF4-FFF2-40B4-BE49-F238E27FC236}">
                <a16:creationId xmlns:a16="http://schemas.microsoft.com/office/drawing/2014/main" id="{11FE3D05-AB54-8048-97B8-F988E3FA27D7}"/>
              </a:ext>
            </a:extLst>
          </p:cNvPr>
          <p:cNvGrpSpPr>
            <a:grpSpLocks/>
          </p:cNvGrpSpPr>
          <p:nvPr/>
        </p:nvGrpSpPr>
        <p:grpSpPr bwMode="auto">
          <a:xfrm>
            <a:off x="4792249" y="4318828"/>
            <a:ext cx="3402012" cy="1476375"/>
            <a:chOff x="2280" y="1247"/>
            <a:chExt cx="2143" cy="930"/>
          </a:xfrm>
        </p:grpSpPr>
        <p:sp>
          <p:nvSpPr>
            <p:cNvPr id="77" name="Rectangle 5">
              <a:extLst>
                <a:ext uri="{FF2B5EF4-FFF2-40B4-BE49-F238E27FC236}">
                  <a16:creationId xmlns:a16="http://schemas.microsoft.com/office/drawing/2014/main" id="{7836EF7C-2C36-D04E-9464-59A64A8CE943}"/>
                </a:ext>
              </a:extLst>
            </p:cNvPr>
            <p:cNvSpPr>
              <a:spLocks noChangeArrowheads="1"/>
            </p:cNvSpPr>
            <p:nvPr/>
          </p:nvSpPr>
          <p:spPr bwMode="auto">
            <a:xfrm>
              <a:off x="2280" y="1918"/>
              <a:ext cx="2143" cy="253"/>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78" name="Line 8">
              <a:extLst>
                <a:ext uri="{FF2B5EF4-FFF2-40B4-BE49-F238E27FC236}">
                  <a16:creationId xmlns:a16="http://schemas.microsoft.com/office/drawing/2014/main" id="{22F7E034-02DD-0244-A9BA-0A7469D63EA3}"/>
                </a:ext>
              </a:extLst>
            </p:cNvPr>
            <p:cNvSpPr>
              <a:spLocks noChangeShapeType="1"/>
            </p:cNvSpPr>
            <p:nvPr/>
          </p:nvSpPr>
          <p:spPr bwMode="auto">
            <a:xfrm>
              <a:off x="2333"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79" name="Line 9">
              <a:extLst>
                <a:ext uri="{FF2B5EF4-FFF2-40B4-BE49-F238E27FC236}">
                  <a16:creationId xmlns:a16="http://schemas.microsoft.com/office/drawing/2014/main" id="{43D3B1B8-8C3B-8940-B5FC-CC0850459D80}"/>
                </a:ext>
              </a:extLst>
            </p:cNvPr>
            <p:cNvSpPr>
              <a:spLocks noChangeShapeType="1"/>
            </p:cNvSpPr>
            <p:nvPr/>
          </p:nvSpPr>
          <p:spPr bwMode="auto">
            <a:xfrm>
              <a:off x="2307" y="1917"/>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80" name="Line 10">
              <a:extLst>
                <a:ext uri="{FF2B5EF4-FFF2-40B4-BE49-F238E27FC236}">
                  <a16:creationId xmlns:a16="http://schemas.microsoft.com/office/drawing/2014/main" id="{D4EEA358-A0E2-2E4C-B3F1-4AB85620D57A}"/>
                </a:ext>
              </a:extLst>
            </p:cNvPr>
            <p:cNvSpPr>
              <a:spLocks noChangeShapeType="1"/>
            </p:cNvSpPr>
            <p:nvPr/>
          </p:nvSpPr>
          <p:spPr bwMode="auto">
            <a:xfrm>
              <a:off x="2381"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81" name="Line 11">
              <a:extLst>
                <a:ext uri="{FF2B5EF4-FFF2-40B4-BE49-F238E27FC236}">
                  <a16:creationId xmlns:a16="http://schemas.microsoft.com/office/drawing/2014/main" id="{044BD051-8D50-4149-AA8D-83655F9F0995}"/>
                </a:ext>
              </a:extLst>
            </p:cNvPr>
            <p:cNvSpPr>
              <a:spLocks noChangeShapeType="1"/>
            </p:cNvSpPr>
            <p:nvPr/>
          </p:nvSpPr>
          <p:spPr bwMode="auto">
            <a:xfrm>
              <a:off x="2407"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82" name="Line 12">
              <a:extLst>
                <a:ext uri="{FF2B5EF4-FFF2-40B4-BE49-F238E27FC236}">
                  <a16:creationId xmlns:a16="http://schemas.microsoft.com/office/drawing/2014/main" id="{16F7C54D-7A80-2C4A-80DA-304D757F0F38}"/>
                </a:ext>
              </a:extLst>
            </p:cNvPr>
            <p:cNvSpPr>
              <a:spLocks noChangeShapeType="1"/>
            </p:cNvSpPr>
            <p:nvPr/>
          </p:nvSpPr>
          <p:spPr bwMode="auto">
            <a:xfrm>
              <a:off x="2441"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83" name="Line 13">
              <a:extLst>
                <a:ext uri="{FF2B5EF4-FFF2-40B4-BE49-F238E27FC236}">
                  <a16:creationId xmlns:a16="http://schemas.microsoft.com/office/drawing/2014/main" id="{BCAFC5F9-EFA9-0C42-B353-8A1070775B65}"/>
                </a:ext>
              </a:extLst>
            </p:cNvPr>
            <p:cNvSpPr>
              <a:spLocks noChangeShapeType="1"/>
            </p:cNvSpPr>
            <p:nvPr/>
          </p:nvSpPr>
          <p:spPr bwMode="auto">
            <a:xfrm>
              <a:off x="2483"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84" name="Line 14">
              <a:extLst>
                <a:ext uri="{FF2B5EF4-FFF2-40B4-BE49-F238E27FC236}">
                  <a16:creationId xmlns:a16="http://schemas.microsoft.com/office/drawing/2014/main" id="{7A455CBF-E8BD-0F48-B73C-FE33944CE085}"/>
                </a:ext>
              </a:extLst>
            </p:cNvPr>
            <p:cNvSpPr>
              <a:spLocks noChangeShapeType="1"/>
            </p:cNvSpPr>
            <p:nvPr/>
          </p:nvSpPr>
          <p:spPr bwMode="auto">
            <a:xfrm>
              <a:off x="2679"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85" name="Line 15">
              <a:extLst>
                <a:ext uri="{FF2B5EF4-FFF2-40B4-BE49-F238E27FC236}">
                  <a16:creationId xmlns:a16="http://schemas.microsoft.com/office/drawing/2014/main" id="{850745A4-4FB6-764F-9779-3BFEABB0B564}"/>
                </a:ext>
              </a:extLst>
            </p:cNvPr>
            <p:cNvSpPr>
              <a:spLocks noChangeShapeType="1"/>
            </p:cNvSpPr>
            <p:nvPr/>
          </p:nvSpPr>
          <p:spPr bwMode="auto">
            <a:xfrm>
              <a:off x="2915"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86" name="Text Box 16">
              <a:extLst>
                <a:ext uri="{FF2B5EF4-FFF2-40B4-BE49-F238E27FC236}">
                  <a16:creationId xmlns:a16="http://schemas.microsoft.com/office/drawing/2014/main" id="{C92465C7-640E-8E40-AABE-A68237BB5270}"/>
                </a:ext>
              </a:extLst>
            </p:cNvPr>
            <p:cNvSpPr txBox="1">
              <a:spLocks noChangeArrowheads="1"/>
            </p:cNvSpPr>
            <p:nvPr/>
          </p:nvSpPr>
          <p:spPr bwMode="auto">
            <a:xfrm>
              <a:off x="2672" y="1557"/>
              <a:ext cx="103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400" dirty="0">
                  <a:solidFill>
                    <a:prstClr val="black"/>
                  </a:solidFill>
                </a:rPr>
                <a:t>UDP/TCP payload</a:t>
              </a:r>
            </a:p>
          </p:txBody>
        </p:sp>
        <p:sp>
          <p:nvSpPr>
            <p:cNvPr id="87" name="Text Box 17">
              <a:extLst>
                <a:ext uri="{FF2B5EF4-FFF2-40B4-BE49-F238E27FC236}">
                  <a16:creationId xmlns:a16="http://schemas.microsoft.com/office/drawing/2014/main" id="{0FFE545A-E60B-2A44-B522-258BF945C0F5}"/>
                </a:ext>
              </a:extLst>
            </p:cNvPr>
            <p:cNvSpPr txBox="1">
              <a:spLocks noChangeArrowheads="1"/>
            </p:cNvSpPr>
            <p:nvPr/>
          </p:nvSpPr>
          <p:spPr bwMode="auto">
            <a:xfrm>
              <a:off x="2500" y="1396"/>
              <a:ext cx="1202"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defRPr/>
              </a:pPr>
              <a:r>
                <a:rPr lang="en-US" altLang="en-US" sz="1400" dirty="0">
                  <a:solidFill>
                    <a:prstClr val="black"/>
                  </a:solidFill>
                </a:rPr>
                <a:t>IPv6 source dest addr</a:t>
              </a:r>
            </a:p>
          </p:txBody>
        </p:sp>
        <p:sp>
          <p:nvSpPr>
            <p:cNvPr id="88" name="Text Box 18">
              <a:extLst>
                <a:ext uri="{FF2B5EF4-FFF2-40B4-BE49-F238E27FC236}">
                  <a16:creationId xmlns:a16="http://schemas.microsoft.com/office/drawing/2014/main" id="{5BD7D9E7-6402-9D47-BA33-3A9B8E5B107C}"/>
                </a:ext>
              </a:extLst>
            </p:cNvPr>
            <p:cNvSpPr txBox="1">
              <a:spLocks noChangeArrowheads="1"/>
            </p:cNvSpPr>
            <p:nvPr/>
          </p:nvSpPr>
          <p:spPr bwMode="auto">
            <a:xfrm>
              <a:off x="2314" y="1247"/>
              <a:ext cx="1010"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defRPr/>
              </a:pPr>
              <a:r>
                <a:rPr lang="en-US" altLang="en-US" sz="1400" dirty="0">
                  <a:solidFill>
                    <a:prstClr val="black"/>
                  </a:solidFill>
                </a:rPr>
                <a:t>IPv6 header fields</a:t>
              </a:r>
            </a:p>
          </p:txBody>
        </p:sp>
        <p:sp>
          <p:nvSpPr>
            <p:cNvPr id="89" name="Line 19">
              <a:extLst>
                <a:ext uri="{FF2B5EF4-FFF2-40B4-BE49-F238E27FC236}">
                  <a16:creationId xmlns:a16="http://schemas.microsoft.com/office/drawing/2014/main" id="{966AB423-8D07-2E42-BE6D-24621D3AA5B0}"/>
                </a:ext>
              </a:extLst>
            </p:cNvPr>
            <p:cNvSpPr>
              <a:spLocks noChangeShapeType="1"/>
            </p:cNvSpPr>
            <p:nvPr/>
          </p:nvSpPr>
          <p:spPr bwMode="auto">
            <a:xfrm>
              <a:off x="2602" y="1543"/>
              <a:ext cx="3" cy="44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90" name="Line 20">
              <a:extLst>
                <a:ext uri="{FF2B5EF4-FFF2-40B4-BE49-F238E27FC236}">
                  <a16:creationId xmlns:a16="http://schemas.microsoft.com/office/drawing/2014/main" id="{E2986984-445C-9D40-98A5-B2B136507A4C}"/>
                </a:ext>
              </a:extLst>
            </p:cNvPr>
            <p:cNvSpPr>
              <a:spLocks noChangeShapeType="1"/>
            </p:cNvSpPr>
            <p:nvPr/>
          </p:nvSpPr>
          <p:spPr bwMode="auto">
            <a:xfrm>
              <a:off x="2594" y="1546"/>
              <a:ext cx="174" cy="44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91" name="Line 58">
              <a:extLst>
                <a:ext uri="{FF2B5EF4-FFF2-40B4-BE49-F238E27FC236}">
                  <a16:creationId xmlns:a16="http://schemas.microsoft.com/office/drawing/2014/main" id="{FCCF7949-C7D9-4B4B-8F2F-D4A3EAD4DD97}"/>
                </a:ext>
              </a:extLst>
            </p:cNvPr>
            <p:cNvSpPr>
              <a:spLocks noChangeShapeType="1"/>
            </p:cNvSpPr>
            <p:nvPr/>
          </p:nvSpPr>
          <p:spPr bwMode="auto">
            <a:xfrm>
              <a:off x="2386" y="1399"/>
              <a:ext cx="0" cy="54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92" name="Line 59">
              <a:extLst>
                <a:ext uri="{FF2B5EF4-FFF2-40B4-BE49-F238E27FC236}">
                  <a16:creationId xmlns:a16="http://schemas.microsoft.com/office/drawing/2014/main" id="{2EE4142D-9D18-8544-8787-6701552DE833}"/>
                </a:ext>
              </a:extLst>
            </p:cNvPr>
            <p:cNvSpPr>
              <a:spLocks noChangeShapeType="1"/>
            </p:cNvSpPr>
            <p:nvPr/>
          </p:nvSpPr>
          <p:spPr bwMode="auto">
            <a:xfrm>
              <a:off x="3334" y="1720"/>
              <a:ext cx="0" cy="25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grpSp>
      <p:sp>
        <p:nvSpPr>
          <p:cNvPr id="93" name="Content Placeholder 1">
            <a:extLst>
              <a:ext uri="{FF2B5EF4-FFF2-40B4-BE49-F238E27FC236}">
                <a16:creationId xmlns:a16="http://schemas.microsoft.com/office/drawing/2014/main" id="{540A4A87-3C0C-F547-82DE-27743B195213}"/>
              </a:ext>
            </a:extLst>
          </p:cNvPr>
          <p:cNvSpPr txBox="1">
            <a:spLocks/>
          </p:cNvSpPr>
          <p:nvPr/>
        </p:nvSpPr>
        <p:spPr>
          <a:xfrm>
            <a:off x="844826" y="2618555"/>
            <a:ext cx="10515600" cy="139685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defRPr/>
            </a:pPr>
            <a:r>
              <a:rPr lang="en-US" altLang="en-US" dirty="0">
                <a:solidFill>
                  <a:srgbClr val="C00000"/>
                </a:solidFill>
                <a:ea typeface="ＭＳ Ｐゴシック" panose="020B0600070205080204" pitchFamily="34" charset="-128"/>
                <a:cs typeface="ＭＳ Ｐゴシック" panose="020B0600070205080204" pitchFamily="34" charset="-128"/>
              </a:rPr>
              <a:t>tunneling: </a:t>
            </a:r>
            <a:r>
              <a:rPr lang="en-US" altLang="en-US" dirty="0">
                <a:solidFill>
                  <a:prstClr val="black"/>
                </a:solidFill>
                <a:ea typeface="ＭＳ Ｐゴシック" panose="020B0600070205080204" pitchFamily="34" charset="-128"/>
                <a:cs typeface="ＭＳ Ｐゴシック" panose="020B0600070205080204" pitchFamily="34" charset="-128"/>
              </a:rPr>
              <a:t>IPv6 datagram carried as </a:t>
            </a:r>
            <a:r>
              <a:rPr lang="en-US" altLang="en-US" i="1" dirty="0">
                <a:solidFill>
                  <a:prstClr val="black"/>
                </a:solidFill>
                <a:ea typeface="ＭＳ Ｐゴシック" panose="020B0600070205080204" pitchFamily="34" charset="-128"/>
                <a:cs typeface="ＭＳ Ｐゴシック" panose="020B0600070205080204" pitchFamily="34" charset="-128"/>
              </a:rPr>
              <a:t>payload</a:t>
            </a:r>
            <a:r>
              <a:rPr lang="en-US" altLang="en-US" dirty="0">
                <a:solidFill>
                  <a:prstClr val="black"/>
                </a:solidFill>
                <a:ea typeface="ＭＳ Ｐゴシック" panose="020B0600070205080204" pitchFamily="34" charset="-128"/>
                <a:cs typeface="ＭＳ Ｐゴシック" panose="020B0600070205080204" pitchFamily="34" charset="-128"/>
              </a:rPr>
              <a:t> in IPv4 datagram among IPv4 </a:t>
            </a:r>
            <a:r>
              <a:rPr lang="en-US" altLang="en-US" sz="2400" dirty="0">
                <a:solidFill>
                  <a:prstClr val="black"/>
                </a:solidFill>
                <a:ea typeface="ＭＳ Ｐゴシック" panose="020B0600070205080204" pitchFamily="34" charset="-128"/>
                <a:cs typeface="ＭＳ Ｐゴシック" panose="020B0600070205080204" pitchFamily="34" charset="-128"/>
              </a:rPr>
              <a:t>routers (“packet within a packet”)</a:t>
            </a:r>
          </a:p>
          <a:p>
            <a:pPr lvl="1">
              <a:defRPr/>
            </a:pPr>
            <a:r>
              <a:rPr lang="en-US" altLang="en-US" sz="2800" dirty="0">
                <a:solidFill>
                  <a:prstClr val="black"/>
                </a:solidFill>
                <a:ea typeface="ＭＳ Ｐゴシック" panose="020B0600070205080204" pitchFamily="34" charset="-128"/>
                <a:cs typeface="ＭＳ Ｐゴシック" panose="020B0600070205080204" pitchFamily="34" charset="-128"/>
              </a:rPr>
              <a:t>tunneling used extensively in other contexts (4G/5G)</a:t>
            </a:r>
          </a:p>
          <a:p>
            <a:pPr>
              <a:defRPr/>
            </a:pPr>
            <a:endParaRPr lang="en-US" dirty="0">
              <a:solidFill>
                <a:prstClr val="black"/>
              </a:solidFill>
            </a:endParaRPr>
          </a:p>
        </p:txBody>
      </p:sp>
      <p:sp>
        <p:nvSpPr>
          <p:cNvPr id="94" name="Slide Number Placeholder 3">
            <a:extLst>
              <a:ext uri="{FF2B5EF4-FFF2-40B4-BE49-F238E27FC236}">
                <a16:creationId xmlns:a16="http://schemas.microsoft.com/office/drawing/2014/main" id="{945B7C4C-9296-874F-B9F9-50A07C0FDEE1}"/>
              </a:ext>
            </a:extLst>
          </p:cNvPr>
          <p:cNvSpPr>
            <a:spLocks noGrp="1"/>
          </p:cNvSpPr>
          <p:nvPr>
            <p:ph type="sldNum" sz="quarter" idx="4"/>
          </p:nvPr>
        </p:nvSpPr>
        <p:spPr>
          <a:xfrm>
            <a:off x="9219616" y="6443089"/>
            <a:ext cx="2743200" cy="365125"/>
          </a:xfrm>
        </p:spPr>
        <p:txBody>
          <a:bodyPr/>
          <a:lstStyle/>
          <a:p>
            <a:r>
              <a:rPr lang="en-US" dirty="0">
                <a:solidFill>
                  <a:prstClr val="white">
                    <a:lumMod val="50000"/>
                  </a:prstClr>
                </a:solidFill>
              </a:rPr>
              <a:t>Network Layer: 4-</a:t>
            </a:r>
            <a:fld id="{C4204591-24BD-A542-B9D5-F8D8A88D2FEE}" type="slidenum">
              <a:rPr lang="en-US" smtClean="0">
                <a:solidFill>
                  <a:prstClr val="white">
                    <a:lumMod val="50000"/>
                  </a:prstClr>
                </a:solidFill>
              </a:rPr>
              <a:pPr/>
              <a:t>32</a:t>
            </a:fld>
            <a:endParaRPr lang="en-US" dirty="0">
              <a:solidFill>
                <a:prstClr val="white">
                  <a:lumMod val="50000"/>
                </a:prstClr>
              </a:solidFill>
            </a:endParaRPr>
          </a:p>
        </p:txBody>
      </p:sp>
    </p:spTree>
    <p:extLst>
      <p:ext uri="{BB962C8B-B14F-4D97-AF65-F5344CB8AC3E}">
        <p14:creationId xmlns:p14="http://schemas.microsoft.com/office/powerpoint/2010/main" val="34915486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Effect transition="in" filter="dissolve">
                                      <p:cBhvr>
                                        <p:cTn id="7" dur="500"/>
                                        <p:tgtEl>
                                          <p:spTgt spid="9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6"/>
                                        </p:tgtEl>
                                        <p:attrNameLst>
                                          <p:attrName>style.visibility</p:attrName>
                                        </p:attrNameLst>
                                      </p:cBhvr>
                                      <p:to>
                                        <p:strVal val="visible"/>
                                      </p:to>
                                    </p:set>
                                    <p:animEffect transition="in" filter="dissolve">
                                      <p:cBhvr>
                                        <p:cTn id="17"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 and encapsulation</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dirty="0">
                <a:solidFill>
                  <a:prstClr val="black"/>
                </a:solidFill>
                <a:latin typeface="Calibri" panose="020F0502020204030204"/>
              </a:rPr>
              <a:t>Ethernet connecting two IPv6 routers:</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defRPr/>
              </a:pPr>
              <a:r>
                <a:rPr lang="en-US" altLang="en-US" sz="1600" i="1" dirty="0">
                  <a:solidFill>
                    <a:srgbClr val="CC0000"/>
                  </a:solidFill>
                </a:rPr>
                <a:t>Ethernet connects two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defRPr/>
              </a:pPr>
              <a:r>
                <a:rPr lang="en-US" altLang="en-US" sz="1400" dirty="0">
                  <a:solidFill>
                    <a:prstClr val="black"/>
                  </a:solidFill>
                </a:rPr>
                <a:t>Link-layer frame</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IPv6 datagram</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algn="ctr">
                  <a:defRPr/>
                </a:pPr>
                <a:endParaRPr lang="en-US" kern="0" dirty="0">
                  <a:solidFill>
                    <a:sysClr val="window" lastClr="FFFFFF"/>
                  </a:solidFill>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algn="ctr">
                  <a:defRPr/>
                </a:pPr>
                <a:endParaRPr lang="en-US" kern="0" dirty="0">
                  <a:solidFill>
                    <a:sysClr val="window" lastClr="FFFFFF"/>
                  </a:solidFill>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defRPr/>
                </a:pPr>
                <a:endParaRPr lang="en-US" altLang="en-US" sz="1800" dirty="0">
                  <a:solidFill>
                    <a:srgbClr val="FFFFFF"/>
                  </a:solidFill>
                  <a:latin typeface="Calibri" panose="020F0502020204030204" pitchFamily="34" charset="0"/>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a:defRPr/>
            </a:pPr>
            <a:r>
              <a:rPr lang="en-US" dirty="0">
                <a:solidFill>
                  <a:prstClr val="black"/>
                </a:solidFill>
              </a:rPr>
              <a:t>The usual: datagram as payload in link-layer frame</a:t>
            </a:r>
          </a:p>
        </p:txBody>
      </p:sp>
      <p:grpSp>
        <p:nvGrpSpPr>
          <p:cNvPr id="22" name="Group 21">
            <a:extLst>
              <a:ext uri="{FF2B5EF4-FFF2-40B4-BE49-F238E27FC236}">
                <a16:creationId xmlns:a16="http://schemas.microsoft.com/office/drawing/2014/main" id="{6955EFF3-F060-3445-9081-547BFBAF19BD}"/>
              </a:ext>
            </a:extLst>
          </p:cNvPr>
          <p:cNvGrpSpPr/>
          <p:nvPr/>
        </p:nvGrpSpPr>
        <p:grpSpPr>
          <a:xfrm>
            <a:off x="4282206" y="4270968"/>
            <a:ext cx="5834767" cy="1635995"/>
            <a:chOff x="4282206" y="4270968"/>
            <a:chExt cx="5834767" cy="1635995"/>
          </a:xfrm>
        </p:grpSpPr>
        <p:grpSp>
          <p:nvGrpSpPr>
            <p:cNvPr id="496" name="Group 495">
              <a:extLst>
                <a:ext uri="{FF2B5EF4-FFF2-40B4-BE49-F238E27FC236}">
                  <a16:creationId xmlns:a16="http://schemas.microsoft.com/office/drawing/2014/main" id="{84987C4E-F0D3-1E4E-9333-AA4663F4A8D6}"/>
                </a:ext>
              </a:extLst>
            </p:cNvPr>
            <p:cNvGrpSpPr/>
            <p:nvPr/>
          </p:nvGrpSpPr>
          <p:grpSpPr>
            <a:xfrm>
              <a:off x="5980176" y="4270968"/>
              <a:ext cx="2432304" cy="1345360"/>
              <a:chOff x="5705856" y="2228808"/>
              <a:chExt cx="2432304" cy="1345360"/>
            </a:xfrm>
          </p:grpSpPr>
          <p:sp>
            <p:nvSpPr>
              <p:cNvPr id="497" name="Freeform 417">
                <a:extLst>
                  <a:ext uri="{FF2B5EF4-FFF2-40B4-BE49-F238E27FC236}">
                    <a16:creationId xmlns:a16="http://schemas.microsoft.com/office/drawing/2014/main" id="{87F82499-92C4-7044-81C6-8C0BE2857D86}"/>
                  </a:ext>
                </a:extLst>
              </p:cNvPr>
              <p:cNvSpPr>
                <a:spLocks/>
              </p:cNvSpPr>
              <p:nvPr/>
            </p:nvSpPr>
            <p:spPr bwMode="auto">
              <a:xfrm rot="659626">
                <a:off x="5879224" y="2228808"/>
                <a:ext cx="2125934" cy="1345360"/>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 name="connsiteX0" fmla="*/ 6208 w 10764"/>
                  <a:gd name="connsiteY0" fmla="*/ 124 h 9874"/>
                  <a:gd name="connsiteX1" fmla="*/ 3717 w 10764"/>
                  <a:gd name="connsiteY1" fmla="*/ 746 h 9874"/>
                  <a:gd name="connsiteX2" fmla="*/ 1941 w 10764"/>
                  <a:gd name="connsiteY2" fmla="*/ 1872 h 9874"/>
                  <a:gd name="connsiteX3" fmla="*/ 1420 w 10764"/>
                  <a:gd name="connsiteY3" fmla="*/ 3354 h 9874"/>
                  <a:gd name="connsiteX4" fmla="*/ 165 w 10764"/>
                  <a:gd name="connsiteY4" fmla="*/ 4361 h 9874"/>
                  <a:gd name="connsiteX5" fmla="*/ 127 w 10764"/>
                  <a:gd name="connsiteY5" fmla="*/ 6761 h 9874"/>
                  <a:gd name="connsiteX6" fmla="*/ 1227 w 10764"/>
                  <a:gd name="connsiteY6" fmla="*/ 7205 h 9874"/>
                  <a:gd name="connsiteX7" fmla="*/ 4374 w 10764"/>
                  <a:gd name="connsiteY7" fmla="*/ 7205 h 9874"/>
                  <a:gd name="connsiteX8" fmla="*/ 5725 w 10764"/>
                  <a:gd name="connsiteY8" fmla="*/ 8183 h 9874"/>
                  <a:gd name="connsiteX9" fmla="*/ 7212 w 10764"/>
                  <a:gd name="connsiteY9" fmla="*/ 9694 h 9874"/>
                  <a:gd name="connsiteX10" fmla="*/ 8351 w 10764"/>
                  <a:gd name="connsiteY10" fmla="*/ 9754 h 9874"/>
                  <a:gd name="connsiteX11" fmla="*/ 9142 w 10764"/>
                  <a:gd name="connsiteY11" fmla="*/ 8894 h 9874"/>
                  <a:gd name="connsiteX12" fmla="*/ 9528 w 10764"/>
                  <a:gd name="connsiteY12" fmla="*/ 6554 h 9874"/>
                  <a:gd name="connsiteX13" fmla="*/ 10762 w 10764"/>
                  <a:gd name="connsiteY13" fmla="*/ 4612 h 9874"/>
                  <a:gd name="connsiteX14" fmla="*/ 9818 w 10764"/>
                  <a:gd name="connsiteY14" fmla="*/ 1546 h 9874"/>
                  <a:gd name="connsiteX15" fmla="*/ 8968 w 10764"/>
                  <a:gd name="connsiteY15" fmla="*/ 213 h 9874"/>
                  <a:gd name="connsiteX16" fmla="*/ 7443 w 10764"/>
                  <a:gd name="connsiteY16" fmla="*/ 5 h 9874"/>
                  <a:gd name="connsiteX17" fmla="*/ 6208 w 10764"/>
                  <a:gd name="connsiteY17" fmla="*/ 124 h 9874"/>
                  <a:gd name="connsiteX0" fmla="*/ 5767 w 10000"/>
                  <a:gd name="connsiteY0" fmla="*/ 126 h 12428"/>
                  <a:gd name="connsiteX1" fmla="*/ 3453 w 10000"/>
                  <a:gd name="connsiteY1" fmla="*/ 756 h 12428"/>
                  <a:gd name="connsiteX2" fmla="*/ 1803 w 10000"/>
                  <a:gd name="connsiteY2" fmla="*/ 1896 h 12428"/>
                  <a:gd name="connsiteX3" fmla="*/ 1319 w 10000"/>
                  <a:gd name="connsiteY3" fmla="*/ 3397 h 12428"/>
                  <a:gd name="connsiteX4" fmla="*/ 153 w 10000"/>
                  <a:gd name="connsiteY4" fmla="*/ 4417 h 12428"/>
                  <a:gd name="connsiteX5" fmla="*/ 118 w 10000"/>
                  <a:gd name="connsiteY5" fmla="*/ 6847 h 12428"/>
                  <a:gd name="connsiteX6" fmla="*/ 1140 w 10000"/>
                  <a:gd name="connsiteY6" fmla="*/ 7297 h 12428"/>
                  <a:gd name="connsiteX7" fmla="*/ 4064 w 10000"/>
                  <a:gd name="connsiteY7" fmla="*/ 7297 h 12428"/>
                  <a:gd name="connsiteX8" fmla="*/ 4730 w 10000"/>
                  <a:gd name="connsiteY8" fmla="*/ 12382 h 12428"/>
                  <a:gd name="connsiteX9" fmla="*/ 6700 w 10000"/>
                  <a:gd name="connsiteY9" fmla="*/ 9818 h 12428"/>
                  <a:gd name="connsiteX10" fmla="*/ 7758 w 10000"/>
                  <a:gd name="connsiteY10" fmla="*/ 9878 h 12428"/>
                  <a:gd name="connsiteX11" fmla="*/ 8493 w 10000"/>
                  <a:gd name="connsiteY11" fmla="*/ 9007 h 12428"/>
                  <a:gd name="connsiteX12" fmla="*/ 8852 w 10000"/>
                  <a:gd name="connsiteY12" fmla="*/ 6638 h 12428"/>
                  <a:gd name="connsiteX13" fmla="*/ 9998 w 10000"/>
                  <a:gd name="connsiteY13" fmla="*/ 4671 h 12428"/>
                  <a:gd name="connsiteX14" fmla="*/ 9121 w 10000"/>
                  <a:gd name="connsiteY14" fmla="*/ 1566 h 12428"/>
                  <a:gd name="connsiteX15" fmla="*/ 8331 w 10000"/>
                  <a:gd name="connsiteY15" fmla="*/ 216 h 12428"/>
                  <a:gd name="connsiteX16" fmla="*/ 6915 w 10000"/>
                  <a:gd name="connsiteY16" fmla="*/ 5 h 12428"/>
                  <a:gd name="connsiteX17" fmla="*/ 5767 w 10000"/>
                  <a:gd name="connsiteY17" fmla="*/ 126 h 12428"/>
                  <a:gd name="connsiteX0" fmla="*/ 5767 w 10000"/>
                  <a:gd name="connsiteY0" fmla="*/ 126 h 12382"/>
                  <a:gd name="connsiteX1" fmla="*/ 3453 w 10000"/>
                  <a:gd name="connsiteY1" fmla="*/ 756 h 12382"/>
                  <a:gd name="connsiteX2" fmla="*/ 1803 w 10000"/>
                  <a:gd name="connsiteY2" fmla="*/ 1896 h 12382"/>
                  <a:gd name="connsiteX3" fmla="*/ 1319 w 10000"/>
                  <a:gd name="connsiteY3" fmla="*/ 3397 h 12382"/>
                  <a:gd name="connsiteX4" fmla="*/ 153 w 10000"/>
                  <a:gd name="connsiteY4" fmla="*/ 4417 h 12382"/>
                  <a:gd name="connsiteX5" fmla="*/ 118 w 10000"/>
                  <a:gd name="connsiteY5" fmla="*/ 6847 h 12382"/>
                  <a:gd name="connsiteX6" fmla="*/ 1140 w 10000"/>
                  <a:gd name="connsiteY6" fmla="*/ 7297 h 12382"/>
                  <a:gd name="connsiteX7" fmla="*/ 3325 w 10000"/>
                  <a:gd name="connsiteY7" fmla="*/ 9972 h 12382"/>
                  <a:gd name="connsiteX8" fmla="*/ 4730 w 10000"/>
                  <a:gd name="connsiteY8" fmla="*/ 12382 h 12382"/>
                  <a:gd name="connsiteX9" fmla="*/ 6700 w 10000"/>
                  <a:gd name="connsiteY9" fmla="*/ 9818 h 12382"/>
                  <a:gd name="connsiteX10" fmla="*/ 7758 w 10000"/>
                  <a:gd name="connsiteY10" fmla="*/ 9878 h 12382"/>
                  <a:gd name="connsiteX11" fmla="*/ 8493 w 10000"/>
                  <a:gd name="connsiteY11" fmla="*/ 9007 h 12382"/>
                  <a:gd name="connsiteX12" fmla="*/ 8852 w 10000"/>
                  <a:gd name="connsiteY12" fmla="*/ 6638 h 12382"/>
                  <a:gd name="connsiteX13" fmla="*/ 9998 w 10000"/>
                  <a:gd name="connsiteY13" fmla="*/ 4671 h 12382"/>
                  <a:gd name="connsiteX14" fmla="*/ 9121 w 10000"/>
                  <a:gd name="connsiteY14" fmla="*/ 1566 h 12382"/>
                  <a:gd name="connsiteX15" fmla="*/ 8331 w 10000"/>
                  <a:gd name="connsiteY15" fmla="*/ 216 h 12382"/>
                  <a:gd name="connsiteX16" fmla="*/ 6915 w 10000"/>
                  <a:gd name="connsiteY16" fmla="*/ 5 h 12382"/>
                  <a:gd name="connsiteX17" fmla="*/ 5767 w 10000"/>
                  <a:gd name="connsiteY17" fmla="*/ 126 h 12382"/>
                  <a:gd name="connsiteX0" fmla="*/ 5770 w 10003"/>
                  <a:gd name="connsiteY0" fmla="*/ 126 h 12382"/>
                  <a:gd name="connsiteX1" fmla="*/ 3456 w 10003"/>
                  <a:gd name="connsiteY1" fmla="*/ 756 h 12382"/>
                  <a:gd name="connsiteX2" fmla="*/ 1806 w 10003"/>
                  <a:gd name="connsiteY2" fmla="*/ 1896 h 12382"/>
                  <a:gd name="connsiteX3" fmla="*/ 1322 w 10003"/>
                  <a:gd name="connsiteY3" fmla="*/ 3397 h 12382"/>
                  <a:gd name="connsiteX4" fmla="*/ 156 w 10003"/>
                  <a:gd name="connsiteY4" fmla="*/ 4417 h 12382"/>
                  <a:gd name="connsiteX5" fmla="*/ 121 w 10003"/>
                  <a:gd name="connsiteY5" fmla="*/ 6847 h 12382"/>
                  <a:gd name="connsiteX6" fmla="*/ 1194 w 10003"/>
                  <a:gd name="connsiteY6" fmla="*/ 9155 h 12382"/>
                  <a:gd name="connsiteX7" fmla="*/ 3328 w 10003"/>
                  <a:gd name="connsiteY7" fmla="*/ 9972 h 12382"/>
                  <a:gd name="connsiteX8" fmla="*/ 4733 w 10003"/>
                  <a:gd name="connsiteY8" fmla="*/ 12382 h 12382"/>
                  <a:gd name="connsiteX9" fmla="*/ 6703 w 10003"/>
                  <a:gd name="connsiteY9" fmla="*/ 9818 h 12382"/>
                  <a:gd name="connsiteX10" fmla="*/ 7761 w 10003"/>
                  <a:gd name="connsiteY10" fmla="*/ 9878 h 12382"/>
                  <a:gd name="connsiteX11" fmla="*/ 8496 w 10003"/>
                  <a:gd name="connsiteY11" fmla="*/ 9007 h 12382"/>
                  <a:gd name="connsiteX12" fmla="*/ 8855 w 10003"/>
                  <a:gd name="connsiteY12" fmla="*/ 6638 h 12382"/>
                  <a:gd name="connsiteX13" fmla="*/ 10001 w 10003"/>
                  <a:gd name="connsiteY13" fmla="*/ 4671 h 12382"/>
                  <a:gd name="connsiteX14" fmla="*/ 9124 w 10003"/>
                  <a:gd name="connsiteY14" fmla="*/ 1566 h 12382"/>
                  <a:gd name="connsiteX15" fmla="*/ 8334 w 10003"/>
                  <a:gd name="connsiteY15" fmla="*/ 216 h 12382"/>
                  <a:gd name="connsiteX16" fmla="*/ 6918 w 10003"/>
                  <a:gd name="connsiteY16" fmla="*/ 5 h 12382"/>
                  <a:gd name="connsiteX17" fmla="*/ 5770 w 10003"/>
                  <a:gd name="connsiteY17" fmla="*/ 126 h 12382"/>
                  <a:gd name="connsiteX0" fmla="*/ 5770 w 10003"/>
                  <a:gd name="connsiteY0" fmla="*/ 126 h 11611"/>
                  <a:gd name="connsiteX1" fmla="*/ 3456 w 10003"/>
                  <a:gd name="connsiteY1" fmla="*/ 756 h 11611"/>
                  <a:gd name="connsiteX2" fmla="*/ 1806 w 10003"/>
                  <a:gd name="connsiteY2" fmla="*/ 1896 h 11611"/>
                  <a:gd name="connsiteX3" fmla="*/ 1322 w 10003"/>
                  <a:gd name="connsiteY3" fmla="*/ 3397 h 11611"/>
                  <a:gd name="connsiteX4" fmla="*/ 156 w 10003"/>
                  <a:gd name="connsiteY4" fmla="*/ 4417 h 11611"/>
                  <a:gd name="connsiteX5" fmla="*/ 121 w 10003"/>
                  <a:gd name="connsiteY5" fmla="*/ 6847 h 11611"/>
                  <a:gd name="connsiteX6" fmla="*/ 1194 w 10003"/>
                  <a:gd name="connsiteY6" fmla="*/ 9155 h 11611"/>
                  <a:gd name="connsiteX7" fmla="*/ 3328 w 10003"/>
                  <a:gd name="connsiteY7" fmla="*/ 9972 h 11611"/>
                  <a:gd name="connsiteX8" fmla="*/ 5017 w 10003"/>
                  <a:gd name="connsiteY8" fmla="*/ 11611 h 11611"/>
                  <a:gd name="connsiteX9" fmla="*/ 6703 w 10003"/>
                  <a:gd name="connsiteY9" fmla="*/ 9818 h 11611"/>
                  <a:gd name="connsiteX10" fmla="*/ 7761 w 10003"/>
                  <a:gd name="connsiteY10" fmla="*/ 9878 h 11611"/>
                  <a:gd name="connsiteX11" fmla="*/ 8496 w 10003"/>
                  <a:gd name="connsiteY11" fmla="*/ 9007 h 11611"/>
                  <a:gd name="connsiteX12" fmla="*/ 8855 w 10003"/>
                  <a:gd name="connsiteY12" fmla="*/ 6638 h 11611"/>
                  <a:gd name="connsiteX13" fmla="*/ 10001 w 10003"/>
                  <a:gd name="connsiteY13" fmla="*/ 4671 h 11611"/>
                  <a:gd name="connsiteX14" fmla="*/ 9124 w 10003"/>
                  <a:gd name="connsiteY14" fmla="*/ 1566 h 11611"/>
                  <a:gd name="connsiteX15" fmla="*/ 8334 w 10003"/>
                  <a:gd name="connsiteY15" fmla="*/ 216 h 11611"/>
                  <a:gd name="connsiteX16" fmla="*/ 6918 w 10003"/>
                  <a:gd name="connsiteY16" fmla="*/ 5 h 11611"/>
                  <a:gd name="connsiteX17" fmla="*/ 5770 w 10003"/>
                  <a:gd name="connsiteY17" fmla="*/ 126 h 11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003" h="11611">
                    <a:moveTo>
                      <a:pt x="5770" y="126"/>
                    </a:moveTo>
                    <a:cubicBezTo>
                      <a:pt x="5196" y="245"/>
                      <a:pt x="4120" y="456"/>
                      <a:pt x="3456" y="756"/>
                    </a:cubicBezTo>
                    <a:cubicBezTo>
                      <a:pt x="2793" y="1055"/>
                      <a:pt x="2166" y="1460"/>
                      <a:pt x="1806" y="1896"/>
                    </a:cubicBezTo>
                    <a:cubicBezTo>
                      <a:pt x="1448" y="2331"/>
                      <a:pt x="1600" y="2977"/>
                      <a:pt x="1322" y="3397"/>
                    </a:cubicBezTo>
                    <a:cubicBezTo>
                      <a:pt x="1044" y="3816"/>
                      <a:pt x="354" y="3846"/>
                      <a:pt x="156" y="4417"/>
                    </a:cubicBezTo>
                    <a:cubicBezTo>
                      <a:pt x="-41" y="4987"/>
                      <a:pt x="-52" y="6057"/>
                      <a:pt x="121" y="6847"/>
                    </a:cubicBezTo>
                    <a:cubicBezTo>
                      <a:pt x="294" y="7637"/>
                      <a:pt x="660" y="8634"/>
                      <a:pt x="1194" y="9155"/>
                    </a:cubicBezTo>
                    <a:cubicBezTo>
                      <a:pt x="1728" y="9676"/>
                      <a:pt x="2691" y="9563"/>
                      <a:pt x="3328" y="9972"/>
                    </a:cubicBezTo>
                    <a:cubicBezTo>
                      <a:pt x="3965" y="10381"/>
                      <a:pt x="4455" y="11637"/>
                      <a:pt x="5017" y="11611"/>
                    </a:cubicBezTo>
                    <a:cubicBezTo>
                      <a:pt x="5579" y="11585"/>
                      <a:pt x="6246" y="10107"/>
                      <a:pt x="6703" y="9818"/>
                    </a:cubicBezTo>
                    <a:cubicBezTo>
                      <a:pt x="7160" y="9529"/>
                      <a:pt x="7465" y="10013"/>
                      <a:pt x="7761" y="9878"/>
                    </a:cubicBezTo>
                    <a:cubicBezTo>
                      <a:pt x="8057" y="9743"/>
                      <a:pt x="8317" y="9548"/>
                      <a:pt x="8496" y="9007"/>
                    </a:cubicBezTo>
                    <a:cubicBezTo>
                      <a:pt x="8675" y="8468"/>
                      <a:pt x="8604" y="7361"/>
                      <a:pt x="8855" y="6638"/>
                    </a:cubicBezTo>
                    <a:cubicBezTo>
                      <a:pt x="9106" y="5915"/>
                      <a:pt x="9957" y="5511"/>
                      <a:pt x="10001" y="4671"/>
                    </a:cubicBezTo>
                    <a:cubicBezTo>
                      <a:pt x="10047" y="3830"/>
                      <a:pt x="9402" y="2308"/>
                      <a:pt x="9124" y="1566"/>
                    </a:cubicBezTo>
                    <a:cubicBezTo>
                      <a:pt x="8846" y="823"/>
                      <a:pt x="8702" y="471"/>
                      <a:pt x="8334" y="216"/>
                    </a:cubicBezTo>
                    <a:cubicBezTo>
                      <a:pt x="7968" y="-39"/>
                      <a:pt x="7349" y="20"/>
                      <a:pt x="6918" y="5"/>
                    </a:cubicBezTo>
                    <a:cubicBezTo>
                      <a:pt x="6488" y="-9"/>
                      <a:pt x="6345" y="5"/>
                      <a:pt x="5770" y="126"/>
                    </a:cubicBezTo>
                    <a:close/>
                  </a:path>
                </a:pathLst>
              </a:custGeom>
              <a:solidFill>
                <a:srgbClr val="9CDFF9"/>
              </a:solidFill>
              <a:ln>
                <a:noFill/>
              </a:ln>
            </p:spPr>
            <p:txBody>
              <a:bodyPr/>
              <a:lstStyle/>
              <a:p>
                <a:pPr>
                  <a:defRPr/>
                </a:pPr>
                <a:endParaRPr lang="en-US" dirty="0">
                  <a:solidFill>
                    <a:prstClr val="black"/>
                  </a:solidFill>
                </a:endParaRPr>
              </a:p>
            </p:txBody>
          </p:sp>
          <p:grpSp>
            <p:nvGrpSpPr>
              <p:cNvPr id="498" name="Group 497">
                <a:extLst>
                  <a:ext uri="{FF2B5EF4-FFF2-40B4-BE49-F238E27FC236}">
                    <a16:creationId xmlns:a16="http://schemas.microsoft.com/office/drawing/2014/main" id="{6B8DEDCB-9DCF-6E46-9C42-540C19255E9B}"/>
                  </a:ext>
                </a:extLst>
              </p:cNvPr>
              <p:cNvGrpSpPr/>
              <p:nvPr/>
            </p:nvGrpSpPr>
            <p:grpSpPr>
              <a:xfrm>
                <a:off x="5705856" y="2321052"/>
                <a:ext cx="2432304" cy="1054608"/>
                <a:chOff x="5705856" y="2321052"/>
                <a:chExt cx="2432304" cy="1054608"/>
              </a:xfrm>
            </p:grpSpPr>
            <p:cxnSp>
              <p:nvCxnSpPr>
                <p:cNvPr id="499" name="Straight Connector 498">
                  <a:extLst>
                    <a:ext uri="{FF2B5EF4-FFF2-40B4-BE49-F238E27FC236}">
                      <a16:creationId xmlns:a16="http://schemas.microsoft.com/office/drawing/2014/main" id="{2E80BCA9-6A41-0A47-A48F-1F0931A1CB93}"/>
                    </a:ext>
                  </a:extLst>
                </p:cNvPr>
                <p:cNvCxnSpPr/>
                <p:nvPr/>
              </p:nvCxnSpPr>
              <p:spPr>
                <a:xfrm>
                  <a:off x="5705856" y="2811780"/>
                  <a:ext cx="243230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Straight Connector 499">
                  <a:extLst>
                    <a:ext uri="{FF2B5EF4-FFF2-40B4-BE49-F238E27FC236}">
                      <a16:creationId xmlns:a16="http://schemas.microsoft.com/office/drawing/2014/main" id="{0A17012B-B85C-C64A-A03B-D6E609A17059}"/>
                    </a:ext>
                  </a:extLst>
                </p:cNvPr>
                <p:cNvCxnSpPr>
                  <a:cxnSpLocks/>
                  <a:stCxn id="517" idx="5"/>
                </p:cNvCxnSpPr>
                <p:nvPr/>
              </p:nvCxnSpPr>
              <p:spPr>
                <a:xfrm flipV="1">
                  <a:off x="6858545" y="2397253"/>
                  <a:ext cx="83275" cy="88494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A7E5F492-5D82-9742-BEC7-2ABD50579949}"/>
                    </a:ext>
                  </a:extLst>
                </p:cNvPr>
                <p:cNvCxnSpPr>
                  <a:cxnSpLocks/>
                  <a:stCxn id="523" idx="2"/>
                </p:cNvCxnSpPr>
                <p:nvPr/>
              </p:nvCxnSpPr>
              <p:spPr>
                <a:xfrm flipV="1">
                  <a:off x="6858272" y="2805686"/>
                  <a:ext cx="734296" cy="39612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2" name="Straight Connector 501">
                  <a:extLst>
                    <a:ext uri="{FF2B5EF4-FFF2-40B4-BE49-F238E27FC236}">
                      <a16:creationId xmlns:a16="http://schemas.microsoft.com/office/drawing/2014/main" id="{45559EFA-A03E-B24F-A350-22BF777FDDEC}"/>
                    </a:ext>
                  </a:extLst>
                </p:cNvPr>
                <p:cNvCxnSpPr>
                  <a:cxnSpLocks/>
                  <a:stCxn id="537" idx="2"/>
                  <a:endCxn id="516" idx="2"/>
                </p:cNvCxnSpPr>
                <p:nvPr/>
              </p:nvCxnSpPr>
              <p:spPr>
                <a:xfrm flipV="1">
                  <a:off x="6218192" y="2413902"/>
                  <a:ext cx="714756" cy="3870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3" name="Straight Connector 502">
                  <a:extLst>
                    <a:ext uri="{FF2B5EF4-FFF2-40B4-BE49-F238E27FC236}">
                      <a16:creationId xmlns:a16="http://schemas.microsoft.com/office/drawing/2014/main" id="{ED15AEF3-2CE4-9346-A5A8-6831B41099CE}"/>
                    </a:ext>
                  </a:extLst>
                </p:cNvPr>
                <p:cNvCxnSpPr>
                  <a:cxnSpLocks/>
                  <a:stCxn id="532" idx="4"/>
                </p:cNvCxnSpPr>
                <p:nvPr/>
              </p:nvCxnSpPr>
              <p:spPr>
                <a:xfrm>
                  <a:off x="6219785" y="2880798"/>
                  <a:ext cx="646107" cy="32101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Straight Connector 503">
                  <a:extLst>
                    <a:ext uri="{FF2B5EF4-FFF2-40B4-BE49-F238E27FC236}">
                      <a16:creationId xmlns:a16="http://schemas.microsoft.com/office/drawing/2014/main" id="{A0769067-25CC-F042-AEE7-FBE84938EAA9}"/>
                    </a:ext>
                  </a:extLst>
                </p:cNvPr>
                <p:cNvCxnSpPr>
                  <a:cxnSpLocks/>
                  <a:endCxn id="530" idx="2"/>
                </p:cNvCxnSpPr>
                <p:nvPr/>
              </p:nvCxnSpPr>
              <p:spPr>
                <a:xfrm>
                  <a:off x="6943685" y="2415978"/>
                  <a:ext cx="661347" cy="3743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05" name="Group 504">
                  <a:extLst>
                    <a:ext uri="{FF2B5EF4-FFF2-40B4-BE49-F238E27FC236}">
                      <a16:creationId xmlns:a16="http://schemas.microsoft.com/office/drawing/2014/main" id="{F85DBEA2-40AF-154A-A705-F1846F58C802}"/>
                    </a:ext>
                  </a:extLst>
                </p:cNvPr>
                <p:cNvGrpSpPr/>
                <p:nvPr/>
              </p:nvGrpSpPr>
              <p:grpSpPr>
                <a:xfrm>
                  <a:off x="5974080" y="2321052"/>
                  <a:ext cx="1878278" cy="1054608"/>
                  <a:chOff x="5974080" y="2321052"/>
                  <a:chExt cx="1878278" cy="1054608"/>
                </a:xfrm>
              </p:grpSpPr>
              <p:grpSp>
                <p:nvGrpSpPr>
                  <p:cNvPr id="506" name="Group 505">
                    <a:extLst>
                      <a:ext uri="{FF2B5EF4-FFF2-40B4-BE49-F238E27FC236}">
                        <a16:creationId xmlns:a16="http://schemas.microsoft.com/office/drawing/2014/main" id="{52F94E6D-D2C5-ED4B-A854-9A2DE1647424}"/>
                      </a:ext>
                    </a:extLst>
                  </p:cNvPr>
                  <p:cNvGrpSpPr/>
                  <p:nvPr/>
                </p:nvGrpSpPr>
                <p:grpSpPr>
                  <a:xfrm>
                    <a:off x="5974080" y="2708148"/>
                    <a:ext cx="491438" cy="266700"/>
                    <a:chOff x="7493876" y="2774731"/>
                    <a:chExt cx="1481958" cy="894622"/>
                  </a:xfrm>
                </p:grpSpPr>
                <p:sp>
                  <p:nvSpPr>
                    <p:cNvPr id="531" name="Freeform 530">
                      <a:extLst>
                        <a:ext uri="{FF2B5EF4-FFF2-40B4-BE49-F238E27FC236}">
                          <a16:creationId xmlns:a16="http://schemas.microsoft.com/office/drawing/2014/main" id="{DC0FF471-B053-A94E-9EE3-2C2616F53DE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532" name="Oval 531">
                      <a:extLst>
                        <a:ext uri="{FF2B5EF4-FFF2-40B4-BE49-F238E27FC236}">
                          <a16:creationId xmlns:a16="http://schemas.microsoft.com/office/drawing/2014/main" id="{194BB483-D6CC-FE4E-8BDB-65B60648A2A5}"/>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533" name="Group 532">
                      <a:extLst>
                        <a:ext uri="{FF2B5EF4-FFF2-40B4-BE49-F238E27FC236}">
                          <a16:creationId xmlns:a16="http://schemas.microsoft.com/office/drawing/2014/main" id="{4E7CE696-6385-564E-B8DA-2AEAD245D327}"/>
                        </a:ext>
                      </a:extLst>
                    </p:cNvPr>
                    <p:cNvGrpSpPr/>
                    <p:nvPr/>
                  </p:nvGrpSpPr>
                  <p:grpSpPr>
                    <a:xfrm>
                      <a:off x="7713663" y="2848339"/>
                      <a:ext cx="1042107" cy="425543"/>
                      <a:chOff x="7786941" y="2884917"/>
                      <a:chExt cx="897649" cy="353919"/>
                    </a:xfrm>
                  </p:grpSpPr>
                  <p:sp>
                    <p:nvSpPr>
                      <p:cNvPr id="534" name="Freeform 533">
                        <a:extLst>
                          <a:ext uri="{FF2B5EF4-FFF2-40B4-BE49-F238E27FC236}">
                            <a16:creationId xmlns:a16="http://schemas.microsoft.com/office/drawing/2014/main" id="{B1AA8AD5-7F1B-2949-B1DF-4A17AE5FE55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535" name="Freeform 534">
                        <a:extLst>
                          <a:ext uri="{FF2B5EF4-FFF2-40B4-BE49-F238E27FC236}">
                            <a16:creationId xmlns:a16="http://schemas.microsoft.com/office/drawing/2014/main" id="{8F5E806C-0542-4249-8912-339743FE36A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536" name="Freeform 535">
                        <a:extLst>
                          <a:ext uri="{FF2B5EF4-FFF2-40B4-BE49-F238E27FC236}">
                            <a16:creationId xmlns:a16="http://schemas.microsoft.com/office/drawing/2014/main" id="{19BC52EA-49A8-464B-AFBE-1BD32FB0774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537" name="Freeform 536">
                        <a:extLst>
                          <a:ext uri="{FF2B5EF4-FFF2-40B4-BE49-F238E27FC236}">
                            <a16:creationId xmlns:a16="http://schemas.microsoft.com/office/drawing/2014/main" id="{ED70C072-1D79-FA49-8319-F162DD83F80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507" name="Group 506">
                    <a:extLst>
                      <a:ext uri="{FF2B5EF4-FFF2-40B4-BE49-F238E27FC236}">
                        <a16:creationId xmlns:a16="http://schemas.microsoft.com/office/drawing/2014/main" id="{BAFC2167-3F82-CA44-B89F-FA4BC8926902}"/>
                      </a:ext>
                    </a:extLst>
                  </p:cNvPr>
                  <p:cNvGrpSpPr/>
                  <p:nvPr/>
                </p:nvGrpSpPr>
                <p:grpSpPr>
                  <a:xfrm>
                    <a:off x="7360920" y="2697480"/>
                    <a:ext cx="491438" cy="266700"/>
                    <a:chOff x="7493876" y="2774731"/>
                    <a:chExt cx="1481958" cy="894622"/>
                  </a:xfrm>
                </p:grpSpPr>
                <p:sp>
                  <p:nvSpPr>
                    <p:cNvPr id="524" name="Freeform 523">
                      <a:extLst>
                        <a:ext uri="{FF2B5EF4-FFF2-40B4-BE49-F238E27FC236}">
                          <a16:creationId xmlns:a16="http://schemas.microsoft.com/office/drawing/2014/main" id="{8F3F73A6-1620-E74B-B7C3-2C379B955B4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525" name="Oval 524">
                      <a:extLst>
                        <a:ext uri="{FF2B5EF4-FFF2-40B4-BE49-F238E27FC236}">
                          <a16:creationId xmlns:a16="http://schemas.microsoft.com/office/drawing/2014/main" id="{3AC20900-95D7-EB4B-9C42-888BBFC5F039}"/>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526" name="Group 525">
                      <a:extLst>
                        <a:ext uri="{FF2B5EF4-FFF2-40B4-BE49-F238E27FC236}">
                          <a16:creationId xmlns:a16="http://schemas.microsoft.com/office/drawing/2014/main" id="{700CCE16-A6CD-5D40-9B6E-FA433DE49AA2}"/>
                        </a:ext>
                      </a:extLst>
                    </p:cNvPr>
                    <p:cNvGrpSpPr/>
                    <p:nvPr/>
                  </p:nvGrpSpPr>
                  <p:grpSpPr>
                    <a:xfrm>
                      <a:off x="7713663" y="2848339"/>
                      <a:ext cx="1042107" cy="425543"/>
                      <a:chOff x="7786941" y="2884917"/>
                      <a:chExt cx="897649" cy="353919"/>
                    </a:xfrm>
                  </p:grpSpPr>
                  <p:sp>
                    <p:nvSpPr>
                      <p:cNvPr id="527" name="Freeform 526">
                        <a:extLst>
                          <a:ext uri="{FF2B5EF4-FFF2-40B4-BE49-F238E27FC236}">
                            <a16:creationId xmlns:a16="http://schemas.microsoft.com/office/drawing/2014/main" id="{89C1937C-9C1F-B047-874F-893D2B52899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528" name="Freeform 527">
                        <a:extLst>
                          <a:ext uri="{FF2B5EF4-FFF2-40B4-BE49-F238E27FC236}">
                            <a16:creationId xmlns:a16="http://schemas.microsoft.com/office/drawing/2014/main" id="{99D4CD0D-1B37-BA45-9DA9-074750C0379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529" name="Freeform 528">
                        <a:extLst>
                          <a:ext uri="{FF2B5EF4-FFF2-40B4-BE49-F238E27FC236}">
                            <a16:creationId xmlns:a16="http://schemas.microsoft.com/office/drawing/2014/main" id="{3E03FF8F-525D-AD4C-A7A2-432F8C1FBDF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530" name="Freeform 529">
                        <a:extLst>
                          <a:ext uri="{FF2B5EF4-FFF2-40B4-BE49-F238E27FC236}">
                            <a16:creationId xmlns:a16="http://schemas.microsoft.com/office/drawing/2014/main" id="{4CAFE4DF-576F-2342-BF99-C4DEE97D2E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508" name="Group 507">
                    <a:extLst>
                      <a:ext uri="{FF2B5EF4-FFF2-40B4-BE49-F238E27FC236}">
                        <a16:creationId xmlns:a16="http://schemas.microsoft.com/office/drawing/2014/main" id="{FB318CE4-7DA4-4A41-9554-A1B78A74527A}"/>
                      </a:ext>
                    </a:extLst>
                  </p:cNvPr>
                  <p:cNvGrpSpPr/>
                  <p:nvPr/>
                </p:nvGrpSpPr>
                <p:grpSpPr>
                  <a:xfrm>
                    <a:off x="6614160" y="3108960"/>
                    <a:ext cx="491438" cy="266700"/>
                    <a:chOff x="7493876" y="2774731"/>
                    <a:chExt cx="1481958" cy="894622"/>
                  </a:xfrm>
                </p:grpSpPr>
                <p:sp>
                  <p:nvSpPr>
                    <p:cNvPr id="517" name="Freeform 516">
                      <a:extLst>
                        <a:ext uri="{FF2B5EF4-FFF2-40B4-BE49-F238E27FC236}">
                          <a16:creationId xmlns:a16="http://schemas.microsoft.com/office/drawing/2014/main" id="{852B6B81-173A-344A-93A6-A0B8BB76985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518" name="Oval 517">
                      <a:extLst>
                        <a:ext uri="{FF2B5EF4-FFF2-40B4-BE49-F238E27FC236}">
                          <a16:creationId xmlns:a16="http://schemas.microsoft.com/office/drawing/2014/main" id="{9896B737-EC89-4545-841E-5E185FC1D65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519" name="Group 518">
                      <a:extLst>
                        <a:ext uri="{FF2B5EF4-FFF2-40B4-BE49-F238E27FC236}">
                          <a16:creationId xmlns:a16="http://schemas.microsoft.com/office/drawing/2014/main" id="{F4DBFAD5-4E96-0748-873E-5522C65E107E}"/>
                        </a:ext>
                      </a:extLst>
                    </p:cNvPr>
                    <p:cNvGrpSpPr/>
                    <p:nvPr/>
                  </p:nvGrpSpPr>
                  <p:grpSpPr>
                    <a:xfrm>
                      <a:off x="7713663" y="2848339"/>
                      <a:ext cx="1042107" cy="425543"/>
                      <a:chOff x="7786941" y="2884917"/>
                      <a:chExt cx="897649" cy="353919"/>
                    </a:xfrm>
                  </p:grpSpPr>
                  <p:sp>
                    <p:nvSpPr>
                      <p:cNvPr id="520" name="Freeform 519">
                        <a:extLst>
                          <a:ext uri="{FF2B5EF4-FFF2-40B4-BE49-F238E27FC236}">
                            <a16:creationId xmlns:a16="http://schemas.microsoft.com/office/drawing/2014/main" id="{3470ECDB-31AB-F140-9FA5-CF439C8B21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521" name="Freeform 520">
                        <a:extLst>
                          <a:ext uri="{FF2B5EF4-FFF2-40B4-BE49-F238E27FC236}">
                            <a16:creationId xmlns:a16="http://schemas.microsoft.com/office/drawing/2014/main" id="{97EC32B7-874F-EB4B-8886-509F6FE4AC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522" name="Freeform 521">
                        <a:extLst>
                          <a:ext uri="{FF2B5EF4-FFF2-40B4-BE49-F238E27FC236}">
                            <a16:creationId xmlns:a16="http://schemas.microsoft.com/office/drawing/2014/main" id="{ED8B1D4F-FE0F-094C-BE00-584F482FB9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523" name="Freeform 522">
                        <a:extLst>
                          <a:ext uri="{FF2B5EF4-FFF2-40B4-BE49-F238E27FC236}">
                            <a16:creationId xmlns:a16="http://schemas.microsoft.com/office/drawing/2014/main" id="{82AC8057-5410-F240-9673-593E954EFBD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509" name="Group 508">
                    <a:extLst>
                      <a:ext uri="{FF2B5EF4-FFF2-40B4-BE49-F238E27FC236}">
                        <a16:creationId xmlns:a16="http://schemas.microsoft.com/office/drawing/2014/main" id="{0A5A6BEA-B591-4C44-BA4B-CFDD4D1BCBC0}"/>
                      </a:ext>
                    </a:extLst>
                  </p:cNvPr>
                  <p:cNvGrpSpPr/>
                  <p:nvPr/>
                </p:nvGrpSpPr>
                <p:grpSpPr>
                  <a:xfrm>
                    <a:off x="6688836" y="2321052"/>
                    <a:ext cx="491438" cy="266700"/>
                    <a:chOff x="7493876" y="2774731"/>
                    <a:chExt cx="1481958" cy="894622"/>
                  </a:xfrm>
                </p:grpSpPr>
                <p:sp>
                  <p:nvSpPr>
                    <p:cNvPr id="510" name="Freeform 509">
                      <a:extLst>
                        <a:ext uri="{FF2B5EF4-FFF2-40B4-BE49-F238E27FC236}">
                          <a16:creationId xmlns:a16="http://schemas.microsoft.com/office/drawing/2014/main" id="{B3CA2360-C1A8-CB48-BD8E-4C20040473F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511" name="Oval 510">
                      <a:extLst>
                        <a:ext uri="{FF2B5EF4-FFF2-40B4-BE49-F238E27FC236}">
                          <a16:creationId xmlns:a16="http://schemas.microsoft.com/office/drawing/2014/main" id="{91E4C545-CC3F-C24B-8339-B5045FB751B2}"/>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512" name="Group 511">
                      <a:extLst>
                        <a:ext uri="{FF2B5EF4-FFF2-40B4-BE49-F238E27FC236}">
                          <a16:creationId xmlns:a16="http://schemas.microsoft.com/office/drawing/2014/main" id="{28A3E9EF-0314-E244-BB9D-29F966A6BBD5}"/>
                        </a:ext>
                      </a:extLst>
                    </p:cNvPr>
                    <p:cNvGrpSpPr/>
                    <p:nvPr/>
                  </p:nvGrpSpPr>
                  <p:grpSpPr>
                    <a:xfrm>
                      <a:off x="7713663" y="2848339"/>
                      <a:ext cx="1042107" cy="425543"/>
                      <a:chOff x="7786941" y="2884917"/>
                      <a:chExt cx="897649" cy="353919"/>
                    </a:xfrm>
                  </p:grpSpPr>
                  <p:sp>
                    <p:nvSpPr>
                      <p:cNvPr id="513" name="Freeform 512">
                        <a:extLst>
                          <a:ext uri="{FF2B5EF4-FFF2-40B4-BE49-F238E27FC236}">
                            <a16:creationId xmlns:a16="http://schemas.microsoft.com/office/drawing/2014/main" id="{F33744E2-2C8F-664D-8A15-5A1A58CEDF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514" name="Freeform 513">
                        <a:extLst>
                          <a:ext uri="{FF2B5EF4-FFF2-40B4-BE49-F238E27FC236}">
                            <a16:creationId xmlns:a16="http://schemas.microsoft.com/office/drawing/2014/main" id="{B120A3AD-A34F-244F-A4DD-D84298C772F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515" name="Freeform 514">
                        <a:extLst>
                          <a:ext uri="{FF2B5EF4-FFF2-40B4-BE49-F238E27FC236}">
                            <a16:creationId xmlns:a16="http://schemas.microsoft.com/office/drawing/2014/main" id="{F5851AC2-246D-2448-BE57-5FA08C6263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516" name="Freeform 515">
                        <a:extLst>
                          <a:ext uri="{FF2B5EF4-FFF2-40B4-BE49-F238E27FC236}">
                            <a16:creationId xmlns:a16="http://schemas.microsoft.com/office/drawing/2014/main" id="{313AD300-51C8-EC46-A5B0-83D840C0D9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gr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830222" cy="967204"/>
              <a:chOff x="3670217" y="2254595"/>
              <a:chExt cx="1830222" cy="967204"/>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p>
            </p:txBody>
          </p:sp>
          <p:sp>
            <p:nvSpPr>
              <p:cNvPr id="197" name="Text Box 144">
                <a:extLst>
                  <a:ext uri="{FF2B5EF4-FFF2-40B4-BE49-F238E27FC236}">
                    <a16:creationId xmlns:a16="http://schemas.microsoft.com/office/drawing/2014/main" id="{402A1172-046E-434C-B078-59701766D9CA}"/>
                  </a:ext>
                </a:extLst>
              </p:cNvPr>
              <p:cNvSpPr txBox="1">
                <a:spLocks noChangeArrowheads="1"/>
              </p:cNvSpPr>
              <p:nvPr/>
            </p:nvSpPr>
            <p:spPr bwMode="auto">
              <a:xfrm>
                <a:off x="463129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r>
                  <a:rPr lang="en-US" altLang="en-US" sz="1600" dirty="0">
                    <a:solidFill>
                      <a:srgbClr val="C00000"/>
                    </a:solidFill>
                  </a:rPr>
                  <a:t>v4</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298305" y="4365816"/>
              <a:ext cx="1818668" cy="965617"/>
              <a:chOff x="3615607" y="2254595"/>
              <a:chExt cx="1818668" cy="965617"/>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175" name="Text Box 143">
                <a:extLst>
                  <a:ext uri="{FF2B5EF4-FFF2-40B4-BE49-F238E27FC236}">
                    <a16:creationId xmlns:a16="http://schemas.microsoft.com/office/drawing/2014/main" id="{5C6BDB27-D839-A841-8038-49CB793C907E}"/>
                  </a:ext>
                </a:extLst>
              </p:cNvPr>
              <p:cNvSpPr txBox="1">
                <a:spLocks noChangeArrowheads="1"/>
              </p:cNvSpPr>
              <p:nvPr/>
            </p:nvSpPr>
            <p:spPr bwMode="auto">
              <a:xfrm>
                <a:off x="361560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r>
                  <a:rPr lang="en-US" altLang="en-US" sz="1600" dirty="0">
                    <a:solidFill>
                      <a:srgbClr val="C00000"/>
                    </a:solidFill>
                  </a:rPr>
                  <a:t>v4</a:t>
                </a: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sp>
          <p:nvSpPr>
            <p:cNvPr id="21" name="TextBox 20">
              <a:extLst>
                <a:ext uri="{FF2B5EF4-FFF2-40B4-BE49-F238E27FC236}">
                  <a16:creationId xmlns:a16="http://schemas.microsoft.com/office/drawing/2014/main" id="{FDF40405-26DE-E04A-AD9E-09DB8BF9FDDC}"/>
                </a:ext>
              </a:extLst>
            </p:cNvPr>
            <p:cNvSpPr txBox="1"/>
            <p:nvPr/>
          </p:nvSpPr>
          <p:spPr>
            <a:xfrm>
              <a:off x="6655028" y="5568409"/>
              <a:ext cx="1282915" cy="338554"/>
            </a:xfrm>
            <a:prstGeom prst="rect">
              <a:avLst/>
            </a:prstGeom>
            <a:noFill/>
          </p:spPr>
          <p:txBody>
            <a:bodyPr wrap="none" rtlCol="0">
              <a:spAutoFit/>
            </a:bodyPr>
            <a:lstStyle/>
            <a:p>
              <a:pPr>
                <a:defRPr/>
              </a:pPr>
              <a:r>
                <a:rPr lang="en-US" sz="1600" dirty="0">
                  <a:solidFill>
                    <a:prstClr val="black"/>
                  </a:solidFill>
                </a:rPr>
                <a:t>IPv4 network</a:t>
              </a:r>
              <a:endParaRPr lang="en-US" dirty="0">
                <a:solidFill>
                  <a:prstClr val="black"/>
                </a:solidFill>
              </a:endParaRPr>
            </a:p>
          </p:txBody>
        </p:sp>
      </p:grpSp>
      <p:sp>
        <p:nvSpPr>
          <p:cNvPr id="541" name="Text Box 75">
            <a:extLst>
              <a:ext uri="{FF2B5EF4-FFF2-40B4-BE49-F238E27FC236}">
                <a16:creationId xmlns:a16="http://schemas.microsoft.com/office/drawing/2014/main" id="{9575480C-065E-F445-B98F-75CCDE26D4F5}"/>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dirty="0">
                <a:solidFill>
                  <a:prstClr val="black"/>
                </a:solidFill>
                <a:latin typeface="Calibri" panose="020F0502020204030204"/>
              </a:rPr>
              <a:t>IPv4 network connecting two IPv6 routers</a:t>
            </a:r>
          </a:p>
        </p:txBody>
      </p:sp>
      <p:sp>
        <p:nvSpPr>
          <p:cNvPr id="542" name="Rectangle 541">
            <a:extLst>
              <a:ext uri="{FF2B5EF4-FFF2-40B4-BE49-F238E27FC236}">
                <a16:creationId xmlns:a16="http://schemas.microsoft.com/office/drawing/2014/main" id="{76ED368D-E910-AF4A-A7B9-EA73D840E65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14" name="Slide Number Placeholder 3">
            <a:extLst>
              <a:ext uri="{FF2B5EF4-FFF2-40B4-BE49-F238E27FC236}">
                <a16:creationId xmlns:a16="http://schemas.microsoft.com/office/drawing/2014/main" id="{2F913256-ADEF-544C-8B13-58406F24A63F}"/>
              </a:ext>
            </a:extLst>
          </p:cNvPr>
          <p:cNvSpPr>
            <a:spLocks noGrp="1"/>
          </p:cNvSpPr>
          <p:nvPr>
            <p:ph type="sldNum" sz="quarter" idx="4"/>
          </p:nvPr>
        </p:nvSpPr>
        <p:spPr>
          <a:xfrm>
            <a:off x="9219616" y="6443089"/>
            <a:ext cx="2743200" cy="365125"/>
          </a:xfrm>
        </p:spPr>
        <p:txBody>
          <a:bodyPr/>
          <a:lstStyle/>
          <a:p>
            <a:r>
              <a:rPr lang="en-US" dirty="0">
                <a:solidFill>
                  <a:prstClr val="white">
                    <a:lumMod val="50000"/>
                  </a:prstClr>
                </a:solidFill>
              </a:rPr>
              <a:t>Network Layer: 4-</a:t>
            </a:r>
            <a:fld id="{C4204591-24BD-A542-B9D5-F8D8A88D2FEE}" type="slidenum">
              <a:rPr lang="en-US" smtClean="0">
                <a:solidFill>
                  <a:prstClr val="white">
                    <a:lumMod val="50000"/>
                  </a:prstClr>
                </a:solidFill>
              </a:rPr>
              <a:pPr/>
              <a:t>33</a:t>
            </a:fld>
            <a:endParaRPr lang="en-US" dirty="0">
              <a:solidFill>
                <a:prstClr val="white">
                  <a:lumMod val="50000"/>
                </a:prstClr>
              </a:solidFill>
            </a:endParaRPr>
          </a:p>
        </p:txBody>
      </p:sp>
    </p:spTree>
    <p:extLst>
      <p:ext uri="{BB962C8B-B14F-4D97-AF65-F5344CB8AC3E}">
        <p14:creationId xmlns:p14="http://schemas.microsoft.com/office/powerpoint/2010/main" val="4102780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up)">
                                      <p:cBhvr>
                                        <p:cTn id="12" dur="500"/>
                                        <p:tgtEl>
                                          <p:spTgt spid="13"/>
                                        </p:tgtEl>
                                      </p:cBhvr>
                                    </p:animEffect>
                                  </p:childTnLst>
                                </p:cTn>
                              </p:par>
                            </p:childTnLst>
                          </p:cTn>
                        </p:par>
                        <p:par>
                          <p:cTn id="13" fill="hold">
                            <p:stCondLst>
                              <p:cond delay="500"/>
                            </p:stCondLst>
                            <p:childTnLst>
                              <p:par>
                                <p:cTn id="14" presetID="9" presetClass="entr" presetSubtype="0" fill="hold" nodeType="afterEffect">
                                  <p:stCondLst>
                                    <p:cond delay="500"/>
                                  </p:stCondLst>
                                  <p:childTnLst>
                                    <p:set>
                                      <p:cBhvr>
                                        <p:cTn id="15" dur="1" fill="hold">
                                          <p:stCondLst>
                                            <p:cond delay="0"/>
                                          </p:stCondLst>
                                        </p:cTn>
                                        <p:tgtEl>
                                          <p:spTgt spid="18"/>
                                        </p:tgtEl>
                                        <p:attrNameLst>
                                          <p:attrName>style.visibility</p:attrName>
                                        </p:attrNameLst>
                                      </p:cBhvr>
                                      <p:to>
                                        <p:strVal val="visible"/>
                                      </p:to>
                                    </p:set>
                                    <p:animEffect transition="in" filter="dissolve">
                                      <p:cBhvr>
                                        <p:cTn id="16" dur="500"/>
                                        <p:tgtEl>
                                          <p:spTgt spid="18"/>
                                        </p:tgtEl>
                                      </p:cBhvr>
                                    </p:animEffect>
                                  </p:childTnLst>
                                </p:cTn>
                              </p:par>
                            </p:childTnLst>
                          </p:cTn>
                        </p:par>
                        <p:par>
                          <p:cTn id="17" fill="hold">
                            <p:stCondLst>
                              <p:cond delay="1500"/>
                            </p:stCondLst>
                            <p:childTnLst>
                              <p:par>
                                <p:cTn id="18" presetID="9" presetClass="entr" presetSubtype="0" fill="hold" grpId="0" nodeType="afterEffect">
                                  <p:stCondLst>
                                    <p:cond delay="500"/>
                                  </p:stCondLst>
                                  <p:childTnLst>
                                    <p:set>
                                      <p:cBhvr>
                                        <p:cTn id="19" dur="1" fill="hold">
                                          <p:stCondLst>
                                            <p:cond delay="0"/>
                                          </p:stCondLst>
                                        </p:cTn>
                                        <p:tgtEl>
                                          <p:spTgt spid="15"/>
                                        </p:tgtEl>
                                        <p:attrNameLst>
                                          <p:attrName>style.visibility</p:attrName>
                                        </p:attrNameLst>
                                      </p:cBhvr>
                                      <p:to>
                                        <p:strVal val="visible"/>
                                      </p:to>
                                    </p:set>
                                    <p:animEffect transition="in" filter="dissolve">
                                      <p:cBhvr>
                                        <p:cTn id="20" dur="500"/>
                                        <p:tgtEl>
                                          <p:spTgt spid="1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dissolve">
                                      <p:cBhvr>
                                        <p:cTn id="25" dur="500"/>
                                        <p:tgtEl>
                                          <p:spTgt spid="22"/>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541"/>
                                        </p:tgtEl>
                                        <p:attrNameLst>
                                          <p:attrName>style.visibility</p:attrName>
                                        </p:attrNameLst>
                                      </p:cBhvr>
                                      <p:to>
                                        <p:strVal val="visible"/>
                                      </p:to>
                                    </p:set>
                                    <p:animEffect transition="in" filter="dissolve">
                                      <p:cBhvr>
                                        <p:cTn id="28" dur="500"/>
                                        <p:tgtEl>
                                          <p:spTgt spid="541"/>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542"/>
                                        </p:tgtEl>
                                        <p:attrNameLst>
                                          <p:attrName>style.visibility</p:attrName>
                                        </p:attrNameLst>
                                      </p:cBhvr>
                                      <p:to>
                                        <p:strVal val="visible"/>
                                      </p:to>
                                    </p:set>
                                    <p:animEffect transition="in" filter="dissolve">
                                      <p:cBhvr>
                                        <p:cTn id="31" dur="500"/>
                                        <p:tgtEl>
                                          <p:spTgt spid="5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541" grpId="0"/>
      <p:bldP spid="542"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 and encapsulation</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dirty="0">
                <a:solidFill>
                  <a:prstClr val="black"/>
                </a:solidFill>
                <a:latin typeface="Calibri" panose="020F0502020204030204"/>
              </a:rPr>
              <a:t>Ethernet connecting two IPv6 routers:</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defRPr/>
              </a:pPr>
              <a:r>
                <a:rPr lang="en-US" altLang="en-US" sz="1600" i="1" dirty="0">
                  <a:solidFill>
                    <a:srgbClr val="CC0000"/>
                  </a:solidFill>
                </a:rPr>
                <a:t>Ethernet connects two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grpSp>
      <p:sp>
        <p:nvSpPr>
          <p:cNvPr id="163" name="Text Box 75">
            <a:extLst>
              <a:ext uri="{FF2B5EF4-FFF2-40B4-BE49-F238E27FC236}">
                <a16:creationId xmlns:a16="http://schemas.microsoft.com/office/drawing/2014/main" id="{FB50B50B-04E2-EF4D-9B48-0A32C12C8284}"/>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dirty="0">
                <a:solidFill>
                  <a:prstClr val="black"/>
                </a:solidFill>
                <a:latin typeface="Calibri" panose="020F0502020204030204"/>
              </a:rPr>
              <a:t>IPv4 tunnel connecting two IPv6 routers</a:t>
            </a:r>
          </a:p>
        </p:txBody>
      </p:sp>
      <p:grpSp>
        <p:nvGrpSpPr>
          <p:cNvPr id="6" name="Group 5">
            <a:extLst>
              <a:ext uri="{FF2B5EF4-FFF2-40B4-BE49-F238E27FC236}">
                <a16:creationId xmlns:a16="http://schemas.microsoft.com/office/drawing/2014/main" id="{0D8AE034-D79C-534D-95B0-02574300A754}"/>
              </a:ext>
            </a:extLst>
          </p:cNvPr>
          <p:cNvGrpSpPr/>
          <p:nvPr/>
        </p:nvGrpSpPr>
        <p:grpSpPr>
          <a:xfrm>
            <a:off x="6003967" y="4337621"/>
            <a:ext cx="2430462" cy="573088"/>
            <a:chOff x="6003967" y="4337621"/>
            <a:chExt cx="2430462" cy="573088"/>
          </a:xfrm>
        </p:grpSpPr>
        <p:sp>
          <p:nvSpPr>
            <p:cNvPr id="162" name="Rectangle 67">
              <a:extLst>
                <a:ext uri="{FF2B5EF4-FFF2-40B4-BE49-F238E27FC236}">
                  <a16:creationId xmlns:a16="http://schemas.microsoft.com/office/drawing/2014/main" id="{CE8FB727-F1B4-8A44-A551-3B252C50F2DD}"/>
                </a:ext>
              </a:extLst>
            </p:cNvPr>
            <p:cNvSpPr>
              <a:spLocks noChangeArrowheads="1"/>
            </p:cNvSpPr>
            <p:nvPr/>
          </p:nvSpPr>
          <p:spPr bwMode="auto">
            <a:xfrm>
              <a:off x="6003967" y="4844034"/>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166" name="Text Box 244">
              <a:extLst>
                <a:ext uri="{FF2B5EF4-FFF2-40B4-BE49-F238E27FC236}">
                  <a16:creationId xmlns:a16="http://schemas.microsoft.com/office/drawing/2014/main" id="{A91EB700-6F66-3246-A11B-80477B368243}"/>
                </a:ext>
              </a:extLst>
            </p:cNvPr>
            <p:cNvSpPr txBox="1">
              <a:spLocks noChangeArrowheads="1"/>
            </p:cNvSpPr>
            <p:nvPr/>
          </p:nvSpPr>
          <p:spPr bwMode="auto">
            <a:xfrm>
              <a:off x="6115092" y="4337621"/>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defRPr/>
              </a:pPr>
              <a:r>
                <a:rPr lang="en-US" altLang="en-US" sz="1600" i="1" dirty="0">
                  <a:solidFill>
                    <a:srgbClr val="CC0000"/>
                  </a:solidFill>
                </a:rPr>
                <a:t>IPv4 tunnel </a:t>
              </a:r>
            </a:p>
            <a:p>
              <a:pPr algn="ctr">
                <a:lnSpc>
                  <a:spcPct val="85000"/>
                </a:lnSpc>
                <a:defRPr/>
              </a:pPr>
              <a:r>
                <a:rPr lang="en-US" altLang="en-US" sz="1600" i="1" dirty="0">
                  <a:solidFill>
                    <a:srgbClr val="CC0000"/>
                  </a:solidFill>
                </a:rPr>
                <a:t>connecting IPv6 routers</a:t>
              </a:r>
            </a:p>
          </p:txBody>
        </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764058" cy="963613"/>
            <a:chOff x="3670217" y="2254595"/>
            <a:chExt cx="1764058" cy="963613"/>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352915" y="4365816"/>
            <a:ext cx="1764058" cy="965200"/>
            <a:chOff x="3670217" y="2254595"/>
            <a:chExt cx="1764058" cy="965200"/>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defRPr/>
              </a:pPr>
              <a:r>
                <a:rPr lang="en-US" altLang="en-US" sz="1400" dirty="0">
                  <a:solidFill>
                    <a:prstClr val="black"/>
                  </a:solidFill>
                </a:rPr>
                <a:t>Link-layer frame</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IPv6 datagram</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algn="ctr">
                  <a:defRPr/>
                </a:pPr>
                <a:endParaRPr lang="en-US" kern="0" dirty="0">
                  <a:solidFill>
                    <a:sysClr val="window" lastClr="FFFFFF"/>
                  </a:solidFill>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algn="ctr">
                  <a:defRPr/>
                </a:pPr>
                <a:endParaRPr lang="en-US" kern="0" dirty="0">
                  <a:solidFill>
                    <a:sysClr val="window" lastClr="FFFFFF"/>
                  </a:solidFill>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defRPr/>
                </a:pPr>
                <a:endParaRPr lang="en-US" altLang="en-US" sz="1800" dirty="0">
                  <a:solidFill>
                    <a:srgbClr val="FFFFFF"/>
                  </a:solidFill>
                  <a:latin typeface="Calibri" panose="020F0502020204030204" pitchFamily="34" charset="0"/>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a:defRPr/>
            </a:pPr>
            <a:r>
              <a:rPr lang="en-US" dirty="0">
                <a:solidFill>
                  <a:prstClr val="black"/>
                </a:solidFill>
              </a:rPr>
              <a:t>The usual: datagram as payload in link-layer frame</a:t>
            </a:r>
          </a:p>
        </p:txBody>
      </p:sp>
      <p:grpSp>
        <p:nvGrpSpPr>
          <p:cNvPr id="467" name="Group 466">
            <a:extLst>
              <a:ext uri="{FF2B5EF4-FFF2-40B4-BE49-F238E27FC236}">
                <a16:creationId xmlns:a16="http://schemas.microsoft.com/office/drawing/2014/main" id="{582FCB21-81FE-7B4D-993E-70AE16E2CB72}"/>
              </a:ext>
            </a:extLst>
          </p:cNvPr>
          <p:cNvGrpSpPr/>
          <p:nvPr/>
        </p:nvGrpSpPr>
        <p:grpSpPr>
          <a:xfrm>
            <a:off x="2834599" y="5970990"/>
            <a:ext cx="2306635" cy="467910"/>
            <a:chOff x="2670897" y="3119120"/>
            <a:chExt cx="2306635" cy="467910"/>
          </a:xfrm>
        </p:grpSpPr>
        <p:sp>
          <p:nvSpPr>
            <p:cNvPr id="468" name="Line 57">
              <a:extLst>
                <a:ext uri="{FF2B5EF4-FFF2-40B4-BE49-F238E27FC236}">
                  <a16:creationId xmlns:a16="http://schemas.microsoft.com/office/drawing/2014/main" id="{8CE2752B-6E0C-F84A-9A32-BC1A3D305AAD}"/>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469" name="Text Box 18">
              <a:extLst>
                <a:ext uri="{FF2B5EF4-FFF2-40B4-BE49-F238E27FC236}">
                  <a16:creationId xmlns:a16="http://schemas.microsoft.com/office/drawing/2014/main" id="{99B67058-3545-9E43-9FA2-BC1B4BE58044}"/>
                </a:ext>
              </a:extLst>
            </p:cNvPr>
            <p:cNvSpPr txBox="1">
              <a:spLocks noChangeArrowheads="1"/>
            </p:cNvSpPr>
            <p:nvPr/>
          </p:nvSpPr>
          <p:spPr bwMode="auto">
            <a:xfrm>
              <a:off x="2670897" y="3311570"/>
              <a:ext cx="1348447"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defRPr/>
              </a:pPr>
              <a:r>
                <a:rPr lang="en-US" altLang="en-US" sz="1400" dirty="0">
                  <a:solidFill>
                    <a:prstClr val="black"/>
                  </a:solidFill>
                </a:rPr>
                <a:t>IPv4 datagram</a:t>
              </a:r>
            </a:p>
          </p:txBody>
        </p:sp>
      </p:grpSp>
      <p:grpSp>
        <p:nvGrpSpPr>
          <p:cNvPr id="470" name="Group 469">
            <a:extLst>
              <a:ext uri="{FF2B5EF4-FFF2-40B4-BE49-F238E27FC236}">
                <a16:creationId xmlns:a16="http://schemas.microsoft.com/office/drawing/2014/main" id="{58A87233-BB18-2342-80C1-3FDAF4FCF0D6}"/>
              </a:ext>
            </a:extLst>
          </p:cNvPr>
          <p:cNvGrpSpPr/>
          <p:nvPr/>
        </p:nvGrpSpPr>
        <p:grpSpPr>
          <a:xfrm>
            <a:off x="4511040" y="5222642"/>
            <a:ext cx="5332920" cy="956237"/>
            <a:chOff x="4225418" y="2614613"/>
            <a:chExt cx="5332920" cy="1162913"/>
          </a:xfrm>
        </p:grpSpPr>
        <p:grpSp>
          <p:nvGrpSpPr>
            <p:cNvPr id="471" name="Group 470">
              <a:extLst>
                <a:ext uri="{FF2B5EF4-FFF2-40B4-BE49-F238E27FC236}">
                  <a16:creationId xmlns:a16="http://schemas.microsoft.com/office/drawing/2014/main" id="{6417E717-F932-334A-B523-B49F41EEFCEF}"/>
                </a:ext>
              </a:extLst>
            </p:cNvPr>
            <p:cNvGrpSpPr/>
            <p:nvPr/>
          </p:nvGrpSpPr>
          <p:grpSpPr>
            <a:xfrm>
              <a:off x="4225418" y="3289252"/>
              <a:ext cx="5303159" cy="488274"/>
              <a:chOff x="979298" y="4279852"/>
              <a:chExt cx="5303159" cy="488274"/>
            </a:xfrm>
          </p:grpSpPr>
          <p:sp>
            <p:nvSpPr>
              <p:cNvPr id="473" name="Rectangle 26">
                <a:extLst>
                  <a:ext uri="{FF2B5EF4-FFF2-40B4-BE49-F238E27FC236}">
                    <a16:creationId xmlns:a16="http://schemas.microsoft.com/office/drawing/2014/main" id="{E704B502-2B95-9F42-80CE-21EEE1329483}"/>
                  </a:ext>
                </a:extLst>
              </p:cNvPr>
              <p:cNvSpPr>
                <a:spLocks noChangeArrowheads="1"/>
              </p:cNvSpPr>
              <p:nvPr/>
            </p:nvSpPr>
            <p:spPr bwMode="auto">
              <a:xfrm>
                <a:off x="979298" y="4289347"/>
                <a:ext cx="5303159" cy="468314"/>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474" name="Line 27">
                <a:extLst>
                  <a:ext uri="{FF2B5EF4-FFF2-40B4-BE49-F238E27FC236}">
                    <a16:creationId xmlns:a16="http://schemas.microsoft.com/office/drawing/2014/main" id="{38D4C635-FA91-D44D-BD07-BB877820EACA}"/>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475" name="Line 28">
                <a:extLst>
                  <a:ext uri="{FF2B5EF4-FFF2-40B4-BE49-F238E27FC236}">
                    <a16:creationId xmlns:a16="http://schemas.microsoft.com/office/drawing/2014/main" id="{62A3BDAB-160E-D94B-927D-6AAC72DEDEAD}"/>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476" name="Line 29">
                <a:extLst>
                  <a:ext uri="{FF2B5EF4-FFF2-40B4-BE49-F238E27FC236}">
                    <a16:creationId xmlns:a16="http://schemas.microsoft.com/office/drawing/2014/main" id="{540B2AB8-5EC3-CC45-8B22-9378CEEA1A87}"/>
                  </a:ext>
                </a:extLst>
              </p:cNvPr>
              <p:cNvSpPr>
                <a:spLocks noChangeShapeType="1"/>
              </p:cNvSpPr>
              <p:nvPr/>
            </p:nvSpPr>
            <p:spPr bwMode="auto">
              <a:xfrm>
                <a:off x="2129045" y="4299810"/>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grpSp>
            <p:nvGrpSpPr>
              <p:cNvPr id="477" name="Group 476">
                <a:extLst>
                  <a:ext uri="{FF2B5EF4-FFF2-40B4-BE49-F238E27FC236}">
                    <a16:creationId xmlns:a16="http://schemas.microsoft.com/office/drawing/2014/main" id="{8A3CA284-45CA-7046-A47F-984CA0AEF54A}"/>
                  </a:ext>
                </a:extLst>
              </p:cNvPr>
              <p:cNvGrpSpPr/>
              <p:nvPr/>
            </p:nvGrpSpPr>
            <p:grpSpPr>
              <a:xfrm>
                <a:off x="2865478" y="4319509"/>
                <a:ext cx="3402012" cy="414337"/>
                <a:chOff x="8090620" y="3748009"/>
                <a:chExt cx="3402012" cy="414337"/>
              </a:xfrm>
            </p:grpSpPr>
            <p:sp>
              <p:nvSpPr>
                <p:cNvPr id="480" name="Line 65">
                  <a:extLst>
                    <a:ext uri="{FF2B5EF4-FFF2-40B4-BE49-F238E27FC236}">
                      <a16:creationId xmlns:a16="http://schemas.microsoft.com/office/drawing/2014/main" id="{58CA2B8C-1734-0B42-A1DE-5FF99DFC0046}"/>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481" name="Rectangle 5">
                  <a:extLst>
                    <a:ext uri="{FF2B5EF4-FFF2-40B4-BE49-F238E27FC236}">
                      <a16:creationId xmlns:a16="http://schemas.microsoft.com/office/drawing/2014/main" id="{083BA3FA-8CB0-B247-8BDD-71A9460BBC83}"/>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482" name="Line 8">
                  <a:extLst>
                    <a:ext uri="{FF2B5EF4-FFF2-40B4-BE49-F238E27FC236}">
                      <a16:creationId xmlns:a16="http://schemas.microsoft.com/office/drawing/2014/main" id="{350DB54B-5F36-B04C-B44A-9922DAACE4BF}"/>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483" name="Line 9">
                  <a:extLst>
                    <a:ext uri="{FF2B5EF4-FFF2-40B4-BE49-F238E27FC236}">
                      <a16:creationId xmlns:a16="http://schemas.microsoft.com/office/drawing/2014/main" id="{BF3D96E9-0FCE-6146-A7D2-999BEAE4DD65}"/>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484" name="Line 10">
                  <a:extLst>
                    <a:ext uri="{FF2B5EF4-FFF2-40B4-BE49-F238E27FC236}">
                      <a16:creationId xmlns:a16="http://schemas.microsoft.com/office/drawing/2014/main" id="{FABE8F28-530E-CF4F-9CE5-F9516E73F302}"/>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485" name="Line 11">
                  <a:extLst>
                    <a:ext uri="{FF2B5EF4-FFF2-40B4-BE49-F238E27FC236}">
                      <a16:creationId xmlns:a16="http://schemas.microsoft.com/office/drawing/2014/main" id="{A52F325C-2ACD-9042-B1E1-02285FB9AEE0}"/>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486" name="Line 12">
                  <a:extLst>
                    <a:ext uri="{FF2B5EF4-FFF2-40B4-BE49-F238E27FC236}">
                      <a16:creationId xmlns:a16="http://schemas.microsoft.com/office/drawing/2014/main" id="{2414715C-3B10-6C4D-8622-E9A6624259EE}"/>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487" name="Line 13">
                  <a:extLst>
                    <a:ext uri="{FF2B5EF4-FFF2-40B4-BE49-F238E27FC236}">
                      <a16:creationId xmlns:a16="http://schemas.microsoft.com/office/drawing/2014/main" id="{8951336E-5F7F-0A41-AB9E-17FDE2E72D71}"/>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488" name="Line 14">
                  <a:extLst>
                    <a:ext uri="{FF2B5EF4-FFF2-40B4-BE49-F238E27FC236}">
                      <a16:creationId xmlns:a16="http://schemas.microsoft.com/office/drawing/2014/main" id="{D109FFC4-0686-BA45-8416-CCA8AE188951}"/>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489" name="Line 15">
                  <a:extLst>
                    <a:ext uri="{FF2B5EF4-FFF2-40B4-BE49-F238E27FC236}">
                      <a16:creationId xmlns:a16="http://schemas.microsoft.com/office/drawing/2014/main" id="{BDE93B63-B7CB-6E4A-980E-E24EA4C058F5}"/>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grpSp>
          <p:sp>
            <p:nvSpPr>
              <p:cNvPr id="478" name="Rectangle 5">
                <a:extLst>
                  <a:ext uri="{FF2B5EF4-FFF2-40B4-BE49-F238E27FC236}">
                    <a16:creationId xmlns:a16="http://schemas.microsoft.com/office/drawing/2014/main" id="{B5E41425-B1F8-2445-ADEE-043413AFC1E8}"/>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479" name="Text Box 64">
                <a:extLst>
                  <a:ext uri="{FF2B5EF4-FFF2-40B4-BE49-F238E27FC236}">
                    <a16:creationId xmlns:a16="http://schemas.microsoft.com/office/drawing/2014/main" id="{A3A8B632-6487-834D-BE46-4579297998B8}"/>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IPv6 datagram</a:t>
                </a:r>
              </a:p>
            </p:txBody>
          </p:sp>
          <p:sp>
            <p:nvSpPr>
              <p:cNvPr id="491" name="Line 29">
                <a:extLst>
                  <a:ext uri="{FF2B5EF4-FFF2-40B4-BE49-F238E27FC236}">
                    <a16:creationId xmlns:a16="http://schemas.microsoft.com/office/drawing/2014/main" id="{DAB9ECEA-D85D-1A4F-BA23-45E2EF5BAE7A}"/>
                  </a:ext>
                </a:extLst>
              </p:cNvPr>
              <p:cNvSpPr>
                <a:spLocks noChangeShapeType="1"/>
              </p:cNvSpPr>
              <p:nvPr/>
            </p:nvSpPr>
            <p:spPr bwMode="auto">
              <a:xfrm>
                <a:off x="1141962" y="4285554"/>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492" name="Line 29">
                <a:extLst>
                  <a:ext uri="{FF2B5EF4-FFF2-40B4-BE49-F238E27FC236}">
                    <a16:creationId xmlns:a16="http://schemas.microsoft.com/office/drawing/2014/main" id="{1835EE88-FFC9-6145-9FA4-024B97A0E0A6}"/>
                  </a:ext>
                </a:extLst>
              </p:cNvPr>
              <p:cNvSpPr>
                <a:spLocks noChangeShapeType="1"/>
              </p:cNvSpPr>
              <p:nvPr/>
            </p:nvSpPr>
            <p:spPr bwMode="auto">
              <a:xfrm>
                <a:off x="1214646" y="4294108"/>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493" name="Line 29">
                <a:extLst>
                  <a:ext uri="{FF2B5EF4-FFF2-40B4-BE49-F238E27FC236}">
                    <a16:creationId xmlns:a16="http://schemas.microsoft.com/office/drawing/2014/main" id="{DA546E44-2985-B04E-9342-D3FA12D49CE2}"/>
                  </a:ext>
                </a:extLst>
              </p:cNvPr>
              <p:cNvSpPr>
                <a:spLocks noChangeShapeType="1"/>
              </p:cNvSpPr>
              <p:nvPr/>
            </p:nvSpPr>
            <p:spPr bwMode="auto">
              <a:xfrm>
                <a:off x="1024733" y="427985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494" name="Line 29">
                <a:extLst>
                  <a:ext uri="{FF2B5EF4-FFF2-40B4-BE49-F238E27FC236}">
                    <a16:creationId xmlns:a16="http://schemas.microsoft.com/office/drawing/2014/main" id="{F68BA5C6-0D09-1A48-9B38-855C654FF9D3}"/>
                  </a:ext>
                </a:extLst>
              </p:cNvPr>
              <p:cNvSpPr>
                <a:spLocks noChangeShapeType="1"/>
              </p:cNvSpPr>
              <p:nvPr/>
            </p:nvSpPr>
            <p:spPr bwMode="auto">
              <a:xfrm>
                <a:off x="1749220" y="429981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grpSp>
        <p:sp>
          <p:nvSpPr>
            <p:cNvPr id="472" name="Freeform 471">
              <a:extLst>
                <a:ext uri="{FF2B5EF4-FFF2-40B4-BE49-F238E27FC236}">
                  <a16:creationId xmlns:a16="http://schemas.microsoft.com/office/drawing/2014/main" id="{AAB7D595-0EAC-C340-8646-E5D0558E23D5}"/>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a:p>
              <a:pPr algn="ctr">
                <a:defRPr/>
              </a:pPr>
              <a:endParaRPr lang="en-US" dirty="0">
                <a:solidFill>
                  <a:prstClr val="white"/>
                </a:solidFill>
              </a:endParaRPr>
            </a:p>
          </p:txBody>
        </p:sp>
      </p:grpSp>
      <p:sp>
        <p:nvSpPr>
          <p:cNvPr id="490" name="TextBox 489">
            <a:extLst>
              <a:ext uri="{FF2B5EF4-FFF2-40B4-BE49-F238E27FC236}">
                <a16:creationId xmlns:a16="http://schemas.microsoft.com/office/drawing/2014/main" id="{ED951575-6D9E-8444-AF65-4E4F4F15AFAD}"/>
              </a:ext>
            </a:extLst>
          </p:cNvPr>
          <p:cNvSpPr txBox="1"/>
          <p:nvPr/>
        </p:nvSpPr>
        <p:spPr>
          <a:xfrm>
            <a:off x="4979542" y="6158950"/>
            <a:ext cx="5373972" cy="369332"/>
          </a:xfrm>
          <a:prstGeom prst="rect">
            <a:avLst/>
          </a:prstGeom>
          <a:noFill/>
        </p:spPr>
        <p:txBody>
          <a:bodyPr wrap="none" rtlCol="0">
            <a:spAutoFit/>
          </a:bodyPr>
          <a:lstStyle/>
          <a:p>
            <a:pPr>
              <a:defRPr/>
            </a:pPr>
            <a:r>
              <a:rPr lang="en-US" dirty="0">
                <a:solidFill>
                  <a:prstClr val="black"/>
                </a:solidFill>
              </a:rPr>
              <a:t>tunneling: IPv6 datagram as payload in a IPv4 datagram</a:t>
            </a:r>
          </a:p>
        </p:txBody>
      </p:sp>
      <p:grpSp>
        <p:nvGrpSpPr>
          <p:cNvPr id="460" name="Group 459">
            <a:extLst>
              <a:ext uri="{FF2B5EF4-FFF2-40B4-BE49-F238E27FC236}">
                <a16:creationId xmlns:a16="http://schemas.microsoft.com/office/drawing/2014/main" id="{4D18DF3D-F021-0C48-A36D-4B23F8AAFD1C}"/>
              </a:ext>
            </a:extLst>
          </p:cNvPr>
          <p:cNvGrpSpPr/>
          <p:nvPr/>
        </p:nvGrpSpPr>
        <p:grpSpPr>
          <a:xfrm>
            <a:off x="6903720" y="4965117"/>
            <a:ext cx="838200" cy="376503"/>
            <a:chOff x="6827520" y="2412417"/>
            <a:chExt cx="838200" cy="376503"/>
          </a:xfrm>
        </p:grpSpPr>
        <p:sp>
          <p:nvSpPr>
            <p:cNvPr id="461" name="Right Arrow 460">
              <a:extLst>
                <a:ext uri="{FF2B5EF4-FFF2-40B4-BE49-F238E27FC236}">
                  <a16:creationId xmlns:a16="http://schemas.microsoft.com/office/drawing/2014/main" id="{FEC858D0-05CB-1D47-B1C9-43E27921274B}"/>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nvGrpSpPr>
            <p:cNvPr id="462" name="Group 61">
              <a:extLst>
                <a:ext uri="{FF2B5EF4-FFF2-40B4-BE49-F238E27FC236}">
                  <a16:creationId xmlns:a16="http://schemas.microsoft.com/office/drawing/2014/main" id="{43EB2327-7325-AB41-A3B5-0C0DE2655D45}"/>
                </a:ext>
              </a:extLst>
            </p:cNvPr>
            <p:cNvGrpSpPr>
              <a:grpSpLocks/>
            </p:cNvGrpSpPr>
            <p:nvPr/>
          </p:nvGrpSpPr>
          <p:grpSpPr bwMode="auto">
            <a:xfrm>
              <a:off x="6827520" y="2412417"/>
              <a:ext cx="335280" cy="376503"/>
              <a:chOff x="335231" y="4405745"/>
              <a:chExt cx="1252537" cy="2138362"/>
            </a:xfrm>
          </p:grpSpPr>
          <p:sp>
            <p:nvSpPr>
              <p:cNvPr id="463" name="Freeform 462">
                <a:extLst>
                  <a:ext uri="{FF2B5EF4-FFF2-40B4-BE49-F238E27FC236}">
                    <a16:creationId xmlns:a16="http://schemas.microsoft.com/office/drawing/2014/main" id="{10DEFA56-477A-FB49-8503-F1F4C4F92FF5}"/>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algn="ctr">
                  <a:defRPr/>
                </a:pPr>
                <a:endParaRPr lang="en-US" kern="0" dirty="0">
                  <a:solidFill>
                    <a:sysClr val="window" lastClr="FFFFFF"/>
                  </a:solidFill>
                </a:endParaRPr>
              </a:p>
            </p:txBody>
          </p:sp>
          <p:sp>
            <p:nvSpPr>
              <p:cNvPr id="464" name="Freeform 463">
                <a:extLst>
                  <a:ext uri="{FF2B5EF4-FFF2-40B4-BE49-F238E27FC236}">
                    <a16:creationId xmlns:a16="http://schemas.microsoft.com/office/drawing/2014/main" id="{2E0154E9-B9C9-C04C-B69D-570B28DA959C}"/>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algn="ctr">
                  <a:defRPr/>
                </a:pPr>
                <a:endParaRPr lang="en-US" kern="0" dirty="0">
                  <a:solidFill>
                    <a:sysClr val="window" lastClr="FFFFFF"/>
                  </a:solidFill>
                </a:endParaRPr>
              </a:p>
            </p:txBody>
          </p:sp>
          <p:sp>
            <p:nvSpPr>
              <p:cNvPr id="465" name="Rectangle 65">
                <a:extLst>
                  <a:ext uri="{FF2B5EF4-FFF2-40B4-BE49-F238E27FC236}">
                    <a16:creationId xmlns:a16="http://schemas.microsoft.com/office/drawing/2014/main" id="{1C32B141-66A3-F744-B5C1-7283AA1EDE73}"/>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defRPr/>
                </a:pPr>
                <a:endParaRPr lang="en-US" altLang="en-US" sz="1800" dirty="0">
                  <a:solidFill>
                    <a:srgbClr val="FFFFFF"/>
                  </a:solidFill>
                  <a:latin typeface="Calibri" panose="020F0502020204030204" pitchFamily="34" charset="0"/>
                </a:endParaRPr>
              </a:p>
            </p:txBody>
          </p:sp>
        </p:grpSp>
      </p:grpSp>
      <p:sp>
        <p:nvSpPr>
          <p:cNvPr id="20" name="Rectangle 19">
            <a:extLst>
              <a:ext uri="{FF2B5EF4-FFF2-40B4-BE49-F238E27FC236}">
                <a16:creationId xmlns:a16="http://schemas.microsoft.com/office/drawing/2014/main" id="{00DD4844-819E-9E45-B164-6CDFAEE5472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nvGrpSpPr>
          <p:cNvPr id="7" name="Group 6">
            <a:extLst>
              <a:ext uri="{FF2B5EF4-FFF2-40B4-BE49-F238E27FC236}">
                <a16:creationId xmlns:a16="http://schemas.microsoft.com/office/drawing/2014/main" id="{6576096C-AF15-BD40-9CA1-5F9A555E20FA}"/>
              </a:ext>
            </a:extLst>
          </p:cNvPr>
          <p:cNvGrpSpPr/>
          <p:nvPr/>
        </p:nvGrpSpPr>
        <p:grpSpPr>
          <a:xfrm>
            <a:off x="5243279" y="4964546"/>
            <a:ext cx="3924175" cy="366887"/>
            <a:chOff x="5243279" y="4964546"/>
            <a:chExt cx="3924175" cy="366887"/>
          </a:xfrm>
        </p:grpSpPr>
        <p:sp>
          <p:nvSpPr>
            <p:cNvPr id="165" name="Text Box 144">
              <a:extLst>
                <a:ext uri="{FF2B5EF4-FFF2-40B4-BE49-F238E27FC236}">
                  <a16:creationId xmlns:a16="http://schemas.microsoft.com/office/drawing/2014/main" id="{5162208E-6A82-C943-B994-B2D4BDC38859}"/>
                </a:ext>
              </a:extLst>
            </p:cNvPr>
            <p:cNvSpPr txBox="1">
              <a:spLocks noChangeArrowheads="1"/>
            </p:cNvSpPr>
            <p:nvPr/>
          </p:nvSpPr>
          <p:spPr bwMode="auto">
            <a:xfrm>
              <a:off x="5243279" y="4964546"/>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r>
                <a:rPr lang="en-US" altLang="en-US" sz="1600" dirty="0">
                  <a:solidFill>
                    <a:srgbClr val="C00000"/>
                  </a:solidFill>
                </a:rPr>
                <a:t>v4</a:t>
              </a:r>
            </a:p>
          </p:txBody>
        </p:sp>
        <p:sp>
          <p:nvSpPr>
            <p:cNvPr id="214" name="Text Box 143">
              <a:extLst>
                <a:ext uri="{FF2B5EF4-FFF2-40B4-BE49-F238E27FC236}">
                  <a16:creationId xmlns:a16="http://schemas.microsoft.com/office/drawing/2014/main" id="{E4FD710E-6938-5A41-BE72-D4BFF3EB9495}"/>
                </a:ext>
              </a:extLst>
            </p:cNvPr>
            <p:cNvSpPr txBox="1">
              <a:spLocks noChangeArrowheads="1"/>
            </p:cNvSpPr>
            <p:nvPr/>
          </p:nvSpPr>
          <p:spPr bwMode="auto">
            <a:xfrm>
              <a:off x="8298305" y="4992879"/>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r>
                <a:rPr lang="en-US" altLang="en-US" sz="1600" dirty="0">
                  <a:solidFill>
                    <a:srgbClr val="C00000"/>
                  </a:solidFill>
                </a:rPr>
                <a:t>v4</a:t>
              </a:r>
            </a:p>
          </p:txBody>
        </p:sp>
      </p:grpSp>
      <p:sp>
        <p:nvSpPr>
          <p:cNvPr id="175" name="Slide Number Placeholder 3">
            <a:extLst>
              <a:ext uri="{FF2B5EF4-FFF2-40B4-BE49-F238E27FC236}">
                <a16:creationId xmlns:a16="http://schemas.microsoft.com/office/drawing/2014/main" id="{9F47540C-0C6C-044C-8C90-FAB0F57C41C9}"/>
              </a:ext>
            </a:extLst>
          </p:cNvPr>
          <p:cNvSpPr>
            <a:spLocks noGrp="1"/>
          </p:cNvSpPr>
          <p:nvPr>
            <p:ph type="sldNum" sz="quarter" idx="4"/>
          </p:nvPr>
        </p:nvSpPr>
        <p:spPr>
          <a:xfrm>
            <a:off x="9219616" y="6443089"/>
            <a:ext cx="2743200" cy="365125"/>
          </a:xfrm>
        </p:spPr>
        <p:txBody>
          <a:bodyPr/>
          <a:lstStyle/>
          <a:p>
            <a:r>
              <a:rPr lang="en-US" dirty="0">
                <a:solidFill>
                  <a:prstClr val="white">
                    <a:lumMod val="50000"/>
                  </a:prstClr>
                </a:solidFill>
              </a:rPr>
              <a:t>Network Layer: 4-</a:t>
            </a:r>
            <a:fld id="{C4204591-24BD-A542-B9D5-F8D8A88D2FEE}" type="slidenum">
              <a:rPr lang="en-US" smtClean="0">
                <a:solidFill>
                  <a:prstClr val="white">
                    <a:lumMod val="50000"/>
                  </a:prstClr>
                </a:solidFill>
              </a:rPr>
              <a:pPr/>
              <a:t>34</a:t>
            </a:fld>
            <a:endParaRPr lang="en-US" dirty="0">
              <a:solidFill>
                <a:prstClr val="white">
                  <a:lumMod val="50000"/>
                </a:prstClr>
              </a:solidFill>
            </a:endParaRPr>
          </a:p>
        </p:txBody>
      </p:sp>
    </p:spTree>
    <p:extLst>
      <p:ext uri="{BB962C8B-B14F-4D97-AF65-F5344CB8AC3E}">
        <p14:creationId xmlns:p14="http://schemas.microsoft.com/office/powerpoint/2010/main" val="17915172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63"/>
                                        </p:tgtEl>
                                        <p:attrNameLst>
                                          <p:attrName>style.visibility</p:attrName>
                                        </p:attrNameLst>
                                      </p:cBhvr>
                                      <p:to>
                                        <p:strVal val="visible"/>
                                      </p:to>
                                    </p:set>
                                    <p:animEffect transition="in" filter="dissolve">
                                      <p:cBhvr>
                                        <p:cTn id="10" dur="500"/>
                                        <p:tgtEl>
                                          <p:spTgt spid="16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460"/>
                                        </p:tgtEl>
                                        <p:attrNameLst>
                                          <p:attrName>style.visibility</p:attrName>
                                        </p:attrNameLst>
                                      </p:cBhvr>
                                      <p:to>
                                        <p:strVal val="visible"/>
                                      </p:to>
                                    </p:set>
                                    <p:animEffect transition="in" filter="wipe(left)">
                                      <p:cBhvr>
                                        <p:cTn id="15" dur="500"/>
                                        <p:tgtEl>
                                          <p:spTgt spid="460"/>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470"/>
                                        </p:tgtEl>
                                        <p:attrNameLst>
                                          <p:attrName>style.visibility</p:attrName>
                                        </p:attrNameLst>
                                      </p:cBhvr>
                                      <p:to>
                                        <p:strVal val="visible"/>
                                      </p:to>
                                    </p:set>
                                    <p:animEffect transition="in" filter="wipe(up)">
                                      <p:cBhvr>
                                        <p:cTn id="20" dur="500"/>
                                        <p:tgtEl>
                                          <p:spTgt spid="470"/>
                                        </p:tgtEl>
                                      </p:cBhvr>
                                    </p:animEffect>
                                  </p:childTnLst>
                                </p:cTn>
                              </p:par>
                            </p:childTnLst>
                          </p:cTn>
                        </p:par>
                        <p:par>
                          <p:cTn id="21" fill="hold">
                            <p:stCondLst>
                              <p:cond delay="500"/>
                            </p:stCondLst>
                            <p:childTnLst>
                              <p:par>
                                <p:cTn id="22" presetID="9" presetClass="entr" presetSubtype="0" fill="hold" nodeType="afterEffect">
                                  <p:stCondLst>
                                    <p:cond delay="500"/>
                                  </p:stCondLst>
                                  <p:childTnLst>
                                    <p:set>
                                      <p:cBhvr>
                                        <p:cTn id="23" dur="1" fill="hold">
                                          <p:stCondLst>
                                            <p:cond delay="0"/>
                                          </p:stCondLst>
                                        </p:cTn>
                                        <p:tgtEl>
                                          <p:spTgt spid="467"/>
                                        </p:tgtEl>
                                        <p:attrNameLst>
                                          <p:attrName>style.visibility</p:attrName>
                                        </p:attrNameLst>
                                      </p:cBhvr>
                                      <p:to>
                                        <p:strVal val="visible"/>
                                      </p:to>
                                    </p:set>
                                    <p:animEffect transition="in" filter="dissolve">
                                      <p:cBhvr>
                                        <p:cTn id="24" dur="500"/>
                                        <p:tgtEl>
                                          <p:spTgt spid="467"/>
                                        </p:tgtEl>
                                      </p:cBhvr>
                                    </p:animEffect>
                                  </p:childTnLst>
                                </p:cTn>
                              </p:par>
                            </p:childTnLst>
                          </p:cTn>
                        </p:par>
                        <p:par>
                          <p:cTn id="25" fill="hold">
                            <p:stCondLst>
                              <p:cond delay="1500"/>
                            </p:stCondLst>
                            <p:childTnLst>
                              <p:par>
                                <p:cTn id="26" presetID="9" presetClass="entr" presetSubtype="0" fill="hold" grpId="0" nodeType="afterEffect">
                                  <p:stCondLst>
                                    <p:cond delay="500"/>
                                  </p:stCondLst>
                                  <p:childTnLst>
                                    <p:set>
                                      <p:cBhvr>
                                        <p:cTn id="27" dur="1" fill="hold">
                                          <p:stCondLst>
                                            <p:cond delay="0"/>
                                          </p:stCondLst>
                                        </p:cTn>
                                        <p:tgtEl>
                                          <p:spTgt spid="490"/>
                                        </p:tgtEl>
                                        <p:attrNameLst>
                                          <p:attrName>style.visibility</p:attrName>
                                        </p:attrNameLst>
                                      </p:cBhvr>
                                      <p:to>
                                        <p:strVal val="visible"/>
                                      </p:to>
                                    </p:set>
                                    <p:animEffect transition="in" filter="dissolve">
                                      <p:cBhvr>
                                        <p:cTn id="28" dur="500"/>
                                        <p:tgtEl>
                                          <p:spTgt spid="4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 grpId="0"/>
      <p:bldP spid="490"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0" name="Group 354">
            <a:extLst>
              <a:ext uri="{FF2B5EF4-FFF2-40B4-BE49-F238E27FC236}">
                <a16:creationId xmlns:a16="http://schemas.microsoft.com/office/drawing/2014/main" id="{8664861B-122E-9E40-A054-FD448E175B48}"/>
              </a:ext>
            </a:extLst>
          </p:cNvPr>
          <p:cNvGrpSpPr>
            <a:grpSpLocks/>
          </p:cNvGrpSpPr>
          <p:nvPr/>
        </p:nvGrpSpPr>
        <p:grpSpPr bwMode="auto">
          <a:xfrm>
            <a:off x="6285630" y="3268207"/>
            <a:ext cx="1176337" cy="3330575"/>
            <a:chOff x="3507" y="2128"/>
            <a:chExt cx="741" cy="2098"/>
          </a:xfrm>
        </p:grpSpPr>
        <p:sp>
          <p:nvSpPr>
            <p:cNvPr id="171" name="Line 196">
              <a:extLst>
                <a:ext uri="{FF2B5EF4-FFF2-40B4-BE49-F238E27FC236}">
                  <a16:creationId xmlns:a16="http://schemas.microsoft.com/office/drawing/2014/main" id="{5F8A900E-F4A9-C049-BD79-B1EA7B6F499A}"/>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172" name="Text Box 210">
              <a:extLst>
                <a:ext uri="{FF2B5EF4-FFF2-40B4-BE49-F238E27FC236}">
                  <a16:creationId xmlns:a16="http://schemas.microsoft.com/office/drawing/2014/main" id="{857A6CF4-362B-DD44-B28A-D45F0134BB80}"/>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defRPr/>
              </a:pPr>
              <a:r>
                <a:rPr lang="en-US" altLang="en-US" sz="1600" dirty="0">
                  <a:solidFill>
                    <a:prstClr val="black"/>
                  </a:solidFill>
                </a:rPr>
                <a:t>B-to-C:</a:t>
              </a:r>
            </a:p>
            <a:p>
              <a:pPr algn="ctr">
                <a:lnSpc>
                  <a:spcPct val="85000"/>
                </a:lnSpc>
                <a:defRPr/>
              </a:pPr>
              <a:r>
                <a:rPr lang="en-US" altLang="en-US" sz="1600" dirty="0">
                  <a:solidFill>
                    <a:prstClr val="black"/>
                  </a:solidFill>
                </a:rPr>
                <a:t>IPv6 inside</a:t>
              </a:r>
            </a:p>
            <a:p>
              <a:pPr algn="ctr">
                <a:lnSpc>
                  <a:spcPct val="85000"/>
                </a:lnSpc>
                <a:defRPr/>
              </a:pPr>
              <a:r>
                <a:rPr lang="en-US" altLang="en-US" sz="1600" dirty="0">
                  <a:solidFill>
                    <a:prstClr val="black"/>
                  </a:solidFill>
                </a:rPr>
                <a:t>IPv4</a:t>
              </a:r>
            </a:p>
          </p:txBody>
        </p:sp>
        <p:sp>
          <p:nvSpPr>
            <p:cNvPr id="173" name="Line 211">
              <a:extLst>
                <a:ext uri="{FF2B5EF4-FFF2-40B4-BE49-F238E27FC236}">
                  <a16:creationId xmlns:a16="http://schemas.microsoft.com/office/drawing/2014/main" id="{E8B43FB3-D739-F746-A9FF-D32BF1E82C48}"/>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grpSp>
          <p:nvGrpSpPr>
            <p:cNvPr id="174" name="Group 217">
              <a:extLst>
                <a:ext uri="{FF2B5EF4-FFF2-40B4-BE49-F238E27FC236}">
                  <a16:creationId xmlns:a16="http://schemas.microsoft.com/office/drawing/2014/main" id="{A90D65B9-F6BA-EE47-BCAA-41FC80D0D98B}"/>
                </a:ext>
              </a:extLst>
            </p:cNvPr>
            <p:cNvGrpSpPr>
              <a:grpSpLocks/>
            </p:cNvGrpSpPr>
            <p:nvPr/>
          </p:nvGrpSpPr>
          <p:grpSpPr bwMode="auto">
            <a:xfrm>
              <a:off x="3558" y="2220"/>
              <a:ext cx="583" cy="1388"/>
              <a:chOff x="478" y="2082"/>
              <a:chExt cx="583" cy="1388"/>
            </a:xfrm>
          </p:grpSpPr>
          <p:sp>
            <p:nvSpPr>
              <p:cNvPr id="175" name="Rectangle 218">
                <a:extLst>
                  <a:ext uri="{FF2B5EF4-FFF2-40B4-BE49-F238E27FC236}">
                    <a16:creationId xmlns:a16="http://schemas.microsoft.com/office/drawing/2014/main" id="{450F7344-AA44-114F-BAED-E52F2048F2A2}"/>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grpSp>
            <p:nvGrpSpPr>
              <p:cNvPr id="176" name="Group 219">
                <a:extLst>
                  <a:ext uri="{FF2B5EF4-FFF2-40B4-BE49-F238E27FC236}">
                    <a16:creationId xmlns:a16="http://schemas.microsoft.com/office/drawing/2014/main" id="{1411D276-5368-954A-BD00-E54BD0F43AC9}"/>
                  </a:ext>
                </a:extLst>
              </p:cNvPr>
              <p:cNvGrpSpPr>
                <a:grpSpLocks/>
              </p:cNvGrpSpPr>
              <p:nvPr/>
            </p:nvGrpSpPr>
            <p:grpSpPr bwMode="auto">
              <a:xfrm>
                <a:off x="499" y="2471"/>
                <a:ext cx="493" cy="908"/>
                <a:chOff x="4869" y="143"/>
                <a:chExt cx="493" cy="908"/>
              </a:xfrm>
            </p:grpSpPr>
            <p:sp>
              <p:nvSpPr>
                <p:cNvPr id="178" name="Rectangle 220">
                  <a:extLst>
                    <a:ext uri="{FF2B5EF4-FFF2-40B4-BE49-F238E27FC236}">
                      <a16:creationId xmlns:a16="http://schemas.microsoft.com/office/drawing/2014/main" id="{C5BF02DE-C1F8-BB4A-8D32-290E9B10039C}"/>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179" name="Text Box 221">
                  <a:extLst>
                    <a:ext uri="{FF2B5EF4-FFF2-40B4-BE49-F238E27FC236}">
                      <a16:creationId xmlns:a16="http://schemas.microsoft.com/office/drawing/2014/main" id="{0AF63432-1868-7041-BC7C-74D54D5D6950}"/>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400" dirty="0">
                      <a:solidFill>
                        <a:prstClr val="black"/>
                      </a:solidFill>
                    </a:rPr>
                    <a:t>Flow: X</a:t>
                  </a:r>
                </a:p>
                <a:p>
                  <a:pPr>
                    <a:defRPr/>
                  </a:pPr>
                  <a:r>
                    <a:rPr lang="en-US" altLang="en-US" sz="1400" dirty="0">
                      <a:solidFill>
                        <a:prstClr val="black"/>
                      </a:solidFill>
                    </a:rPr>
                    <a:t>Src: A</a:t>
                  </a:r>
                </a:p>
                <a:p>
                  <a:pPr>
                    <a:defRPr/>
                  </a:pPr>
                  <a:r>
                    <a:rPr lang="en-US" altLang="en-US" sz="1400" dirty="0">
                      <a:solidFill>
                        <a:prstClr val="black"/>
                      </a:solidFill>
                    </a:rPr>
                    <a:t>Dest: F</a:t>
                  </a:r>
                </a:p>
                <a:p>
                  <a:pPr>
                    <a:defRPr/>
                  </a:pPr>
                  <a:endParaRPr lang="en-US" altLang="en-US" sz="1400" dirty="0">
                    <a:solidFill>
                      <a:prstClr val="black"/>
                    </a:solidFill>
                  </a:endParaRPr>
                </a:p>
                <a:p>
                  <a:pPr>
                    <a:defRPr/>
                  </a:pPr>
                  <a:endParaRPr lang="en-US" altLang="en-US" sz="1400" dirty="0">
                    <a:solidFill>
                      <a:prstClr val="black"/>
                    </a:solidFill>
                  </a:endParaRPr>
                </a:p>
                <a:p>
                  <a:pPr>
                    <a:defRPr/>
                  </a:pPr>
                  <a:r>
                    <a:rPr lang="en-US" altLang="en-US" sz="1400" dirty="0">
                      <a:solidFill>
                        <a:prstClr val="black"/>
                      </a:solidFill>
                    </a:rPr>
                    <a:t>data</a:t>
                  </a:r>
                </a:p>
              </p:txBody>
            </p:sp>
          </p:grpSp>
          <p:sp>
            <p:nvSpPr>
              <p:cNvPr id="177" name="Text Box 222">
                <a:extLst>
                  <a:ext uri="{FF2B5EF4-FFF2-40B4-BE49-F238E27FC236}">
                    <a16:creationId xmlns:a16="http://schemas.microsoft.com/office/drawing/2014/main" id="{CB089CAC-22C3-6542-8215-15782FB5B57E}"/>
                  </a:ext>
                </a:extLst>
              </p:cNvPr>
              <p:cNvSpPr txBox="1">
                <a:spLocks noChangeArrowheads="1"/>
              </p:cNvSpPr>
              <p:nvPr/>
            </p:nvSpPr>
            <p:spPr bwMode="auto">
              <a:xfrm>
                <a:off x="49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white"/>
                    </a:solidFill>
                  </a:rPr>
                  <a:t>src:B</a:t>
                </a:r>
              </a:p>
              <a:p>
                <a:pPr>
                  <a:defRPr/>
                </a:pPr>
                <a:r>
                  <a:rPr lang="en-US" altLang="en-US" sz="1800" dirty="0">
                    <a:solidFill>
                      <a:prstClr val="white"/>
                    </a:solidFill>
                  </a:rPr>
                  <a:t>dest: E</a:t>
                </a:r>
              </a:p>
            </p:txBody>
          </p:sp>
        </p:grpSp>
      </p:gr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a:t>
            </a:r>
          </a:p>
        </p:txBody>
      </p:sp>
      <p:sp>
        <p:nvSpPr>
          <p:cNvPr id="94" name="Text Box 76">
            <a:extLst>
              <a:ext uri="{FF2B5EF4-FFF2-40B4-BE49-F238E27FC236}">
                <a16:creationId xmlns:a16="http://schemas.microsoft.com/office/drawing/2014/main" id="{62F1B7C4-0039-A74A-B993-603447F55862}"/>
              </a:ext>
            </a:extLst>
          </p:cNvPr>
          <p:cNvSpPr txBox="1">
            <a:spLocks noChangeArrowheads="1"/>
          </p:cNvSpPr>
          <p:nvPr/>
        </p:nvSpPr>
        <p:spPr bwMode="auto">
          <a:xfrm>
            <a:off x="1638577" y="2479069"/>
            <a:ext cx="19080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dirty="0">
                <a:solidFill>
                  <a:prstClr val="black"/>
                </a:solidFill>
                <a:latin typeface="Calibri" panose="020F0502020204030204"/>
              </a:rPr>
              <a:t>physical view:</a:t>
            </a:r>
          </a:p>
        </p:txBody>
      </p:sp>
      <p:sp>
        <p:nvSpPr>
          <p:cNvPr id="95" name="Line 147">
            <a:extLst>
              <a:ext uri="{FF2B5EF4-FFF2-40B4-BE49-F238E27FC236}">
                <a16:creationId xmlns:a16="http://schemas.microsoft.com/office/drawing/2014/main" id="{189F3025-CEBB-CD49-B964-56C598B88309}"/>
              </a:ext>
            </a:extLst>
          </p:cNvPr>
          <p:cNvSpPr>
            <a:spLocks noChangeShapeType="1"/>
          </p:cNvSpPr>
          <p:nvPr/>
        </p:nvSpPr>
        <p:spPr bwMode="auto">
          <a:xfrm flipV="1">
            <a:off x="5432976" y="2762595"/>
            <a:ext cx="2750903" cy="0"/>
          </a:xfrm>
          <a:prstGeom prst="line">
            <a:avLst/>
          </a:prstGeom>
          <a:noFill/>
          <a:ln w="19050">
            <a:solidFill>
              <a:srgbClr val="CC000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96" name="Text Box 180">
            <a:extLst>
              <a:ext uri="{FF2B5EF4-FFF2-40B4-BE49-F238E27FC236}">
                <a16:creationId xmlns:a16="http://schemas.microsoft.com/office/drawing/2014/main" id="{A633AB40-6115-0148-BF57-58966884971E}"/>
              </a:ext>
            </a:extLst>
          </p:cNvPr>
          <p:cNvSpPr txBox="1">
            <a:spLocks noChangeArrowheads="1"/>
          </p:cNvSpPr>
          <p:nvPr/>
        </p:nvSpPr>
        <p:spPr bwMode="auto">
          <a:xfrm>
            <a:off x="5807990" y="2886420"/>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srgbClr val="CC0000"/>
                </a:solidFill>
              </a:rPr>
              <a:t>IPv4</a:t>
            </a:r>
          </a:p>
        </p:txBody>
      </p:sp>
      <p:sp>
        <p:nvSpPr>
          <p:cNvPr id="97" name="Text Box 181">
            <a:extLst>
              <a:ext uri="{FF2B5EF4-FFF2-40B4-BE49-F238E27FC236}">
                <a16:creationId xmlns:a16="http://schemas.microsoft.com/office/drawing/2014/main" id="{931D1568-1B10-2D4F-B743-5FD9A1B5FEC0}"/>
              </a:ext>
            </a:extLst>
          </p:cNvPr>
          <p:cNvSpPr txBox="1">
            <a:spLocks noChangeArrowheads="1"/>
          </p:cNvSpPr>
          <p:nvPr/>
        </p:nvSpPr>
        <p:spPr bwMode="auto">
          <a:xfrm>
            <a:off x="7170020" y="2888007"/>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srgbClr val="CC0000"/>
                </a:solidFill>
              </a:rPr>
              <a:t>IPv4</a:t>
            </a:r>
          </a:p>
        </p:txBody>
      </p:sp>
      <p:sp>
        <p:nvSpPr>
          <p:cNvPr id="141" name="Text Box 50">
            <a:extLst>
              <a:ext uri="{FF2B5EF4-FFF2-40B4-BE49-F238E27FC236}">
                <a16:creationId xmlns:a16="http://schemas.microsoft.com/office/drawing/2014/main" id="{AEE118FB-311C-E349-8593-792B261584D5}"/>
              </a:ext>
            </a:extLst>
          </p:cNvPr>
          <p:cNvSpPr txBox="1">
            <a:spLocks noChangeArrowheads="1"/>
          </p:cNvSpPr>
          <p:nvPr/>
        </p:nvSpPr>
        <p:spPr bwMode="auto">
          <a:xfrm>
            <a:off x="8317782" y="2256182"/>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E</a:t>
            </a:r>
          </a:p>
        </p:txBody>
      </p:sp>
      <p:sp>
        <p:nvSpPr>
          <p:cNvPr id="142" name="Line 142">
            <a:extLst>
              <a:ext uri="{FF2B5EF4-FFF2-40B4-BE49-F238E27FC236}">
                <a16:creationId xmlns:a16="http://schemas.microsoft.com/office/drawing/2014/main" id="{B207ED6F-0861-6549-ACDE-1CC3A99A2CAC}"/>
              </a:ext>
            </a:extLst>
          </p:cNvPr>
          <p:cNvSpPr>
            <a:spLocks noChangeShapeType="1"/>
          </p:cNvSpPr>
          <p:nvPr/>
        </p:nvSpPr>
        <p:spPr bwMode="auto">
          <a:xfrm flipV="1">
            <a:off x="8857532" y="275307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143" name="Text Box 145">
            <a:extLst>
              <a:ext uri="{FF2B5EF4-FFF2-40B4-BE49-F238E27FC236}">
                <a16:creationId xmlns:a16="http://schemas.microsoft.com/office/drawing/2014/main" id="{1227F6DB-46DA-1841-BA2F-8F0DEEC6D107}"/>
              </a:ext>
            </a:extLst>
          </p:cNvPr>
          <p:cNvSpPr txBox="1">
            <a:spLocks noChangeArrowheads="1"/>
          </p:cNvSpPr>
          <p:nvPr/>
        </p:nvSpPr>
        <p:spPr bwMode="auto">
          <a:xfrm>
            <a:off x="8099025" y="2875307"/>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r>
              <a:rPr lang="en-US" altLang="en-US" sz="1600" dirty="0">
                <a:solidFill>
                  <a:srgbClr val="C00000"/>
                </a:solidFill>
              </a:rPr>
              <a:t>v4</a:t>
            </a:r>
          </a:p>
        </p:txBody>
      </p:sp>
      <p:sp>
        <p:nvSpPr>
          <p:cNvPr id="144" name="Text Box 146">
            <a:extLst>
              <a:ext uri="{FF2B5EF4-FFF2-40B4-BE49-F238E27FC236}">
                <a16:creationId xmlns:a16="http://schemas.microsoft.com/office/drawing/2014/main" id="{5E720538-FCCC-3B43-88A3-8D7219A344B6}"/>
              </a:ext>
            </a:extLst>
          </p:cNvPr>
          <p:cNvSpPr txBox="1">
            <a:spLocks noChangeArrowheads="1"/>
          </p:cNvSpPr>
          <p:nvPr/>
        </p:nvSpPr>
        <p:spPr bwMode="auto">
          <a:xfrm>
            <a:off x="9202020" y="2878482"/>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p>
        </p:txBody>
      </p:sp>
      <p:sp>
        <p:nvSpPr>
          <p:cNvPr id="147" name="Text Box 299">
            <a:extLst>
              <a:ext uri="{FF2B5EF4-FFF2-40B4-BE49-F238E27FC236}">
                <a16:creationId xmlns:a16="http://schemas.microsoft.com/office/drawing/2014/main" id="{8CB09BD1-4824-F647-AAE9-42E9C8BCF505}"/>
              </a:ext>
            </a:extLst>
          </p:cNvPr>
          <p:cNvSpPr txBox="1">
            <a:spLocks noChangeArrowheads="1"/>
          </p:cNvSpPr>
          <p:nvPr/>
        </p:nvSpPr>
        <p:spPr bwMode="auto">
          <a:xfrm>
            <a:off x="9334991" y="2262532"/>
            <a:ext cx="323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F</a:t>
            </a:r>
          </a:p>
        </p:txBody>
      </p:sp>
      <p:sp>
        <p:nvSpPr>
          <p:cNvPr id="164" name="Text Box 300">
            <a:extLst>
              <a:ext uri="{FF2B5EF4-FFF2-40B4-BE49-F238E27FC236}">
                <a16:creationId xmlns:a16="http://schemas.microsoft.com/office/drawing/2014/main" id="{0AED3E2E-7EF0-D24B-88E2-E14C6018ACAD}"/>
              </a:ext>
            </a:extLst>
          </p:cNvPr>
          <p:cNvSpPr txBox="1">
            <a:spLocks noChangeArrowheads="1"/>
          </p:cNvSpPr>
          <p:nvPr/>
        </p:nvSpPr>
        <p:spPr bwMode="auto">
          <a:xfrm>
            <a:off x="5923515" y="2249832"/>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C</a:t>
            </a:r>
          </a:p>
        </p:txBody>
      </p:sp>
      <p:sp>
        <p:nvSpPr>
          <p:cNvPr id="165" name="Text Box 301">
            <a:extLst>
              <a:ext uri="{FF2B5EF4-FFF2-40B4-BE49-F238E27FC236}">
                <a16:creationId xmlns:a16="http://schemas.microsoft.com/office/drawing/2014/main" id="{39A05E3B-A345-BB4E-B350-FFA01EA28B89}"/>
              </a:ext>
            </a:extLst>
          </p:cNvPr>
          <p:cNvSpPr txBox="1">
            <a:spLocks noChangeArrowheads="1"/>
          </p:cNvSpPr>
          <p:nvPr/>
        </p:nvSpPr>
        <p:spPr bwMode="auto">
          <a:xfrm>
            <a:off x="7311307" y="2253007"/>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D</a:t>
            </a:r>
          </a:p>
        </p:txBody>
      </p:sp>
      <p:grpSp>
        <p:nvGrpSpPr>
          <p:cNvPr id="228" name="Group 227">
            <a:extLst>
              <a:ext uri="{FF2B5EF4-FFF2-40B4-BE49-F238E27FC236}">
                <a16:creationId xmlns:a16="http://schemas.microsoft.com/office/drawing/2014/main" id="{39028889-DBAA-3341-BA48-2F577863B977}"/>
              </a:ext>
            </a:extLst>
          </p:cNvPr>
          <p:cNvGrpSpPr/>
          <p:nvPr/>
        </p:nvGrpSpPr>
        <p:grpSpPr>
          <a:xfrm>
            <a:off x="5730326" y="2580911"/>
            <a:ext cx="735192" cy="352789"/>
            <a:chOff x="7493876" y="2774731"/>
            <a:chExt cx="1481958" cy="894622"/>
          </a:xfrm>
        </p:grpSpPr>
        <p:sp>
          <p:nvSpPr>
            <p:cNvPr id="229" name="Freeform 228">
              <a:extLst>
                <a:ext uri="{FF2B5EF4-FFF2-40B4-BE49-F238E27FC236}">
                  <a16:creationId xmlns:a16="http://schemas.microsoft.com/office/drawing/2014/main" id="{CB310358-E859-094E-BA99-37FCB4BFEAE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230" name="Oval 229">
              <a:extLst>
                <a:ext uri="{FF2B5EF4-FFF2-40B4-BE49-F238E27FC236}">
                  <a16:creationId xmlns:a16="http://schemas.microsoft.com/office/drawing/2014/main" id="{BDD1722D-BC4F-C74B-9D5B-6930831E774E}"/>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231" name="Group 230">
              <a:extLst>
                <a:ext uri="{FF2B5EF4-FFF2-40B4-BE49-F238E27FC236}">
                  <a16:creationId xmlns:a16="http://schemas.microsoft.com/office/drawing/2014/main" id="{365AE07F-5A02-F246-9B95-59DB9423D00E}"/>
                </a:ext>
              </a:extLst>
            </p:cNvPr>
            <p:cNvGrpSpPr/>
            <p:nvPr/>
          </p:nvGrpSpPr>
          <p:grpSpPr>
            <a:xfrm>
              <a:off x="7713663" y="2848339"/>
              <a:ext cx="1042107" cy="425543"/>
              <a:chOff x="7786941" y="2884917"/>
              <a:chExt cx="897649" cy="353919"/>
            </a:xfrm>
          </p:grpSpPr>
          <p:sp>
            <p:nvSpPr>
              <p:cNvPr id="232" name="Freeform 231">
                <a:extLst>
                  <a:ext uri="{FF2B5EF4-FFF2-40B4-BE49-F238E27FC236}">
                    <a16:creationId xmlns:a16="http://schemas.microsoft.com/office/drawing/2014/main" id="{14FD44EE-3757-4A4D-A18D-C61EFBB439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33" name="Freeform 232">
                <a:extLst>
                  <a:ext uri="{FF2B5EF4-FFF2-40B4-BE49-F238E27FC236}">
                    <a16:creationId xmlns:a16="http://schemas.microsoft.com/office/drawing/2014/main" id="{226F2D87-B266-FA4E-A83F-3DC6A4A918A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34" name="Freeform 233">
                <a:extLst>
                  <a:ext uri="{FF2B5EF4-FFF2-40B4-BE49-F238E27FC236}">
                    <a16:creationId xmlns:a16="http://schemas.microsoft.com/office/drawing/2014/main" id="{1C9C26E9-F250-174F-B690-FE783CED195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35" name="Freeform 234">
                <a:extLst>
                  <a:ext uri="{FF2B5EF4-FFF2-40B4-BE49-F238E27FC236}">
                    <a16:creationId xmlns:a16="http://schemas.microsoft.com/office/drawing/2014/main" id="{059C9F2E-BB6A-0F4E-9FD4-EF90C4B949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6" name="Group 5">
            <a:extLst>
              <a:ext uri="{FF2B5EF4-FFF2-40B4-BE49-F238E27FC236}">
                <a16:creationId xmlns:a16="http://schemas.microsoft.com/office/drawing/2014/main" id="{2014D45D-C451-BD45-B3E1-5D0E9F0BB121}"/>
              </a:ext>
            </a:extLst>
          </p:cNvPr>
          <p:cNvGrpSpPr/>
          <p:nvPr/>
        </p:nvGrpSpPr>
        <p:grpSpPr>
          <a:xfrm>
            <a:off x="3670217" y="2228091"/>
            <a:ext cx="1845462" cy="967204"/>
            <a:chOff x="3670217" y="2254595"/>
            <a:chExt cx="1845462" cy="967204"/>
          </a:xfrm>
        </p:grpSpPr>
        <p:sp>
          <p:nvSpPr>
            <p:cNvPr id="108" name="Text Box 92">
              <a:extLst>
                <a:ext uri="{FF2B5EF4-FFF2-40B4-BE49-F238E27FC236}">
                  <a16:creationId xmlns:a16="http://schemas.microsoft.com/office/drawing/2014/main" id="{DC72D4CE-728B-FA4B-B59D-377BAA1C8D48}"/>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A</a:t>
              </a:r>
            </a:p>
          </p:txBody>
        </p:sp>
        <p:sp>
          <p:nvSpPr>
            <p:cNvPr id="109" name="Text Box 108">
              <a:extLst>
                <a:ext uri="{FF2B5EF4-FFF2-40B4-BE49-F238E27FC236}">
                  <a16:creationId xmlns:a16="http://schemas.microsoft.com/office/drawing/2014/main" id="{85A19B03-1473-714F-9887-6504518B21C6}"/>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B</a:t>
              </a:r>
            </a:p>
          </p:txBody>
        </p:sp>
        <p:sp>
          <p:nvSpPr>
            <p:cNvPr id="110" name="Line 141">
              <a:extLst>
                <a:ext uri="{FF2B5EF4-FFF2-40B4-BE49-F238E27FC236}">
                  <a16:creationId xmlns:a16="http://schemas.microsoft.com/office/drawing/2014/main" id="{F2FAFBC3-4C7D-C642-A947-11DC85620955}"/>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111" name="Text Box 143">
              <a:extLst>
                <a:ext uri="{FF2B5EF4-FFF2-40B4-BE49-F238E27FC236}">
                  <a16:creationId xmlns:a16="http://schemas.microsoft.com/office/drawing/2014/main" id="{00EF4233-9EC3-844D-8E2A-77960111BBD8}"/>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p>
          </p:txBody>
        </p:sp>
        <p:sp>
          <p:nvSpPr>
            <p:cNvPr id="112" name="Text Box 144">
              <a:extLst>
                <a:ext uri="{FF2B5EF4-FFF2-40B4-BE49-F238E27FC236}">
                  <a16:creationId xmlns:a16="http://schemas.microsoft.com/office/drawing/2014/main" id="{5E2FA2CC-4EA4-AD41-95CA-1861738152CB}"/>
                </a:ext>
              </a:extLst>
            </p:cNvPr>
            <p:cNvSpPr txBox="1">
              <a:spLocks noChangeArrowheads="1"/>
            </p:cNvSpPr>
            <p:nvPr/>
          </p:nvSpPr>
          <p:spPr bwMode="auto">
            <a:xfrm>
              <a:off x="464653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r>
                <a:rPr lang="en-US" altLang="en-US" sz="1600" dirty="0">
                  <a:solidFill>
                    <a:srgbClr val="C00000"/>
                  </a:solidFill>
                </a:rPr>
                <a:t>v4</a:t>
              </a:r>
            </a:p>
          </p:txBody>
        </p:sp>
        <p:grpSp>
          <p:nvGrpSpPr>
            <p:cNvPr id="220" name="Group 219">
              <a:extLst>
                <a:ext uri="{FF2B5EF4-FFF2-40B4-BE49-F238E27FC236}">
                  <a16:creationId xmlns:a16="http://schemas.microsoft.com/office/drawing/2014/main" id="{74CC5104-3EFC-E748-9B0E-5926A004A103}"/>
                </a:ext>
              </a:extLst>
            </p:cNvPr>
            <p:cNvGrpSpPr/>
            <p:nvPr/>
          </p:nvGrpSpPr>
          <p:grpSpPr>
            <a:xfrm>
              <a:off x="3670217" y="2586162"/>
              <a:ext cx="731126" cy="344556"/>
              <a:chOff x="7493876" y="2774731"/>
              <a:chExt cx="1481958" cy="894622"/>
            </a:xfrm>
          </p:grpSpPr>
          <p:sp>
            <p:nvSpPr>
              <p:cNvPr id="221" name="Freeform 220">
                <a:extLst>
                  <a:ext uri="{FF2B5EF4-FFF2-40B4-BE49-F238E27FC236}">
                    <a16:creationId xmlns:a16="http://schemas.microsoft.com/office/drawing/2014/main" id="{0BF917FE-20F1-4D4B-96F5-AD639F3236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222" name="Oval 221">
                <a:extLst>
                  <a:ext uri="{FF2B5EF4-FFF2-40B4-BE49-F238E27FC236}">
                    <a16:creationId xmlns:a16="http://schemas.microsoft.com/office/drawing/2014/main" id="{18C3CC32-D6FE-ED4C-AD44-2E0696436D35}"/>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223" name="Group 222">
                <a:extLst>
                  <a:ext uri="{FF2B5EF4-FFF2-40B4-BE49-F238E27FC236}">
                    <a16:creationId xmlns:a16="http://schemas.microsoft.com/office/drawing/2014/main" id="{050D50AB-99F7-7848-816D-ACDFFEBC137C}"/>
                  </a:ext>
                </a:extLst>
              </p:cNvPr>
              <p:cNvGrpSpPr/>
              <p:nvPr/>
            </p:nvGrpSpPr>
            <p:grpSpPr>
              <a:xfrm>
                <a:off x="7713663" y="2848339"/>
                <a:ext cx="1042107" cy="425543"/>
                <a:chOff x="7786941" y="2884917"/>
                <a:chExt cx="897649" cy="353919"/>
              </a:xfrm>
            </p:grpSpPr>
            <p:sp>
              <p:nvSpPr>
                <p:cNvPr id="224" name="Freeform 223">
                  <a:extLst>
                    <a:ext uri="{FF2B5EF4-FFF2-40B4-BE49-F238E27FC236}">
                      <a16:creationId xmlns:a16="http://schemas.microsoft.com/office/drawing/2014/main" id="{FB5F5580-B0CB-AA4B-8DF1-EEE382384DE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25" name="Freeform 224">
                  <a:extLst>
                    <a:ext uri="{FF2B5EF4-FFF2-40B4-BE49-F238E27FC236}">
                      <a16:creationId xmlns:a16="http://schemas.microsoft.com/office/drawing/2014/main" id="{25BB82A7-BED3-A344-8C34-8B87559B06A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26" name="Freeform 225">
                  <a:extLst>
                    <a:ext uri="{FF2B5EF4-FFF2-40B4-BE49-F238E27FC236}">
                      <a16:creationId xmlns:a16="http://schemas.microsoft.com/office/drawing/2014/main" id="{D4F8AB81-DCE9-9446-8DA1-C8D6725E7F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27" name="Freeform 226">
                  <a:extLst>
                    <a:ext uri="{FF2B5EF4-FFF2-40B4-BE49-F238E27FC236}">
                      <a16:creationId xmlns:a16="http://schemas.microsoft.com/office/drawing/2014/main" id="{B92654A9-F3B1-4D42-9026-275B3599AE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236" name="Group 235">
              <a:extLst>
                <a:ext uri="{FF2B5EF4-FFF2-40B4-BE49-F238E27FC236}">
                  <a16:creationId xmlns:a16="http://schemas.microsoft.com/office/drawing/2014/main" id="{DB5F07A2-77E1-3F44-82A2-FAFB1D6E8265}"/>
                </a:ext>
              </a:extLst>
            </p:cNvPr>
            <p:cNvGrpSpPr/>
            <p:nvPr/>
          </p:nvGrpSpPr>
          <p:grpSpPr>
            <a:xfrm>
              <a:off x="4703149" y="2589549"/>
              <a:ext cx="731126" cy="344556"/>
              <a:chOff x="7493876" y="2774731"/>
              <a:chExt cx="1481958" cy="894622"/>
            </a:xfrm>
          </p:grpSpPr>
          <p:sp>
            <p:nvSpPr>
              <p:cNvPr id="237" name="Freeform 236">
                <a:extLst>
                  <a:ext uri="{FF2B5EF4-FFF2-40B4-BE49-F238E27FC236}">
                    <a16:creationId xmlns:a16="http://schemas.microsoft.com/office/drawing/2014/main" id="{E0C1A841-EEA2-9245-81BC-B16DAB8EF22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238" name="Oval 237">
                <a:extLst>
                  <a:ext uri="{FF2B5EF4-FFF2-40B4-BE49-F238E27FC236}">
                    <a16:creationId xmlns:a16="http://schemas.microsoft.com/office/drawing/2014/main" id="{944A78DE-8BD9-704D-89D8-A35BDB215604}"/>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239" name="Group 238">
                <a:extLst>
                  <a:ext uri="{FF2B5EF4-FFF2-40B4-BE49-F238E27FC236}">
                    <a16:creationId xmlns:a16="http://schemas.microsoft.com/office/drawing/2014/main" id="{F0C4EB01-0400-2141-BFB2-C0309A22DF76}"/>
                  </a:ext>
                </a:extLst>
              </p:cNvPr>
              <p:cNvGrpSpPr/>
              <p:nvPr/>
            </p:nvGrpSpPr>
            <p:grpSpPr>
              <a:xfrm>
                <a:off x="7713663" y="2848339"/>
                <a:ext cx="1042107" cy="425543"/>
                <a:chOff x="7786941" y="2884917"/>
                <a:chExt cx="897649" cy="353919"/>
              </a:xfrm>
            </p:grpSpPr>
            <p:sp>
              <p:nvSpPr>
                <p:cNvPr id="240" name="Freeform 239">
                  <a:extLst>
                    <a:ext uri="{FF2B5EF4-FFF2-40B4-BE49-F238E27FC236}">
                      <a16:creationId xmlns:a16="http://schemas.microsoft.com/office/drawing/2014/main" id="{B8D4A940-A832-3241-98A7-BB1908240A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41" name="Freeform 240">
                  <a:extLst>
                    <a:ext uri="{FF2B5EF4-FFF2-40B4-BE49-F238E27FC236}">
                      <a16:creationId xmlns:a16="http://schemas.microsoft.com/office/drawing/2014/main" id="{00FF0D0E-05AB-944C-A79B-3423CEB4913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42" name="Freeform 241">
                  <a:extLst>
                    <a:ext uri="{FF2B5EF4-FFF2-40B4-BE49-F238E27FC236}">
                      <a16:creationId xmlns:a16="http://schemas.microsoft.com/office/drawing/2014/main" id="{8CD9AC42-4B77-F74D-86DE-346EA94EAF0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43" name="Freeform 242">
                  <a:extLst>
                    <a:ext uri="{FF2B5EF4-FFF2-40B4-BE49-F238E27FC236}">
                      <a16:creationId xmlns:a16="http://schemas.microsoft.com/office/drawing/2014/main" id="{5305C70E-2DCA-0E47-AAFF-96E48AEB60D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grpSp>
        <p:nvGrpSpPr>
          <p:cNvPr id="244" name="Group 243">
            <a:extLst>
              <a:ext uri="{FF2B5EF4-FFF2-40B4-BE49-F238E27FC236}">
                <a16:creationId xmlns:a16="http://schemas.microsoft.com/office/drawing/2014/main" id="{260C4F26-23D6-9242-8BE5-74523DD9653A}"/>
              </a:ext>
            </a:extLst>
          </p:cNvPr>
          <p:cNvGrpSpPr/>
          <p:nvPr/>
        </p:nvGrpSpPr>
        <p:grpSpPr>
          <a:xfrm>
            <a:off x="8149080" y="2589144"/>
            <a:ext cx="731126" cy="344556"/>
            <a:chOff x="7493876" y="2774731"/>
            <a:chExt cx="1481958" cy="894622"/>
          </a:xfrm>
        </p:grpSpPr>
        <p:sp>
          <p:nvSpPr>
            <p:cNvPr id="245" name="Freeform 244">
              <a:extLst>
                <a:ext uri="{FF2B5EF4-FFF2-40B4-BE49-F238E27FC236}">
                  <a16:creationId xmlns:a16="http://schemas.microsoft.com/office/drawing/2014/main" id="{F105FE72-06AE-6B4F-96BE-504B2FAEC5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246" name="Oval 245">
              <a:extLst>
                <a:ext uri="{FF2B5EF4-FFF2-40B4-BE49-F238E27FC236}">
                  <a16:creationId xmlns:a16="http://schemas.microsoft.com/office/drawing/2014/main" id="{B7217426-8714-C946-9C1A-40D47C566B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247" name="Group 246">
              <a:extLst>
                <a:ext uri="{FF2B5EF4-FFF2-40B4-BE49-F238E27FC236}">
                  <a16:creationId xmlns:a16="http://schemas.microsoft.com/office/drawing/2014/main" id="{0DEF368C-5725-BB4C-AB45-C0FF709C0A05}"/>
                </a:ext>
              </a:extLst>
            </p:cNvPr>
            <p:cNvGrpSpPr/>
            <p:nvPr/>
          </p:nvGrpSpPr>
          <p:grpSpPr>
            <a:xfrm>
              <a:off x="7713663" y="2848339"/>
              <a:ext cx="1042107" cy="425543"/>
              <a:chOff x="7786941" y="2884917"/>
              <a:chExt cx="897649" cy="353919"/>
            </a:xfrm>
          </p:grpSpPr>
          <p:sp>
            <p:nvSpPr>
              <p:cNvPr id="248" name="Freeform 247">
                <a:extLst>
                  <a:ext uri="{FF2B5EF4-FFF2-40B4-BE49-F238E27FC236}">
                    <a16:creationId xmlns:a16="http://schemas.microsoft.com/office/drawing/2014/main" id="{BCB05907-54A9-3F40-AB68-756B29FC9B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49" name="Freeform 248">
                <a:extLst>
                  <a:ext uri="{FF2B5EF4-FFF2-40B4-BE49-F238E27FC236}">
                    <a16:creationId xmlns:a16="http://schemas.microsoft.com/office/drawing/2014/main" id="{79501DF3-6EA0-C949-A4D8-B34748F5CF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50" name="Freeform 249">
                <a:extLst>
                  <a:ext uri="{FF2B5EF4-FFF2-40B4-BE49-F238E27FC236}">
                    <a16:creationId xmlns:a16="http://schemas.microsoft.com/office/drawing/2014/main" id="{2FF40264-FA3D-8E42-BDB3-D20205B748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51" name="Freeform 250">
                <a:extLst>
                  <a:ext uri="{FF2B5EF4-FFF2-40B4-BE49-F238E27FC236}">
                    <a16:creationId xmlns:a16="http://schemas.microsoft.com/office/drawing/2014/main" id="{2F811DAE-742A-554D-98AE-297E33C3AF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252" name="Group 251">
            <a:extLst>
              <a:ext uri="{FF2B5EF4-FFF2-40B4-BE49-F238E27FC236}">
                <a16:creationId xmlns:a16="http://schemas.microsoft.com/office/drawing/2014/main" id="{73DAB662-46A3-1740-895A-C9F59057714E}"/>
              </a:ext>
            </a:extLst>
          </p:cNvPr>
          <p:cNvGrpSpPr/>
          <p:nvPr/>
        </p:nvGrpSpPr>
        <p:grpSpPr>
          <a:xfrm>
            <a:off x="9154917" y="2589144"/>
            <a:ext cx="731126" cy="344556"/>
            <a:chOff x="7493876" y="2774731"/>
            <a:chExt cx="1481958" cy="894622"/>
          </a:xfrm>
        </p:grpSpPr>
        <p:sp>
          <p:nvSpPr>
            <p:cNvPr id="253" name="Freeform 252">
              <a:extLst>
                <a:ext uri="{FF2B5EF4-FFF2-40B4-BE49-F238E27FC236}">
                  <a16:creationId xmlns:a16="http://schemas.microsoft.com/office/drawing/2014/main" id="{1F23325B-DEF1-D147-BA2A-F13EB3A20B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254" name="Oval 253">
              <a:extLst>
                <a:ext uri="{FF2B5EF4-FFF2-40B4-BE49-F238E27FC236}">
                  <a16:creationId xmlns:a16="http://schemas.microsoft.com/office/drawing/2014/main" id="{5AB66852-5B5D-6043-B152-508CF80D02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255" name="Group 254">
              <a:extLst>
                <a:ext uri="{FF2B5EF4-FFF2-40B4-BE49-F238E27FC236}">
                  <a16:creationId xmlns:a16="http://schemas.microsoft.com/office/drawing/2014/main" id="{48443CFC-B0D9-0140-AE3D-34EF9D94A9B9}"/>
                </a:ext>
              </a:extLst>
            </p:cNvPr>
            <p:cNvGrpSpPr/>
            <p:nvPr/>
          </p:nvGrpSpPr>
          <p:grpSpPr>
            <a:xfrm>
              <a:off x="7713663" y="2848339"/>
              <a:ext cx="1042107" cy="425543"/>
              <a:chOff x="7786941" y="2884917"/>
              <a:chExt cx="897649" cy="353919"/>
            </a:xfrm>
          </p:grpSpPr>
          <p:sp>
            <p:nvSpPr>
              <p:cNvPr id="256" name="Freeform 255">
                <a:extLst>
                  <a:ext uri="{FF2B5EF4-FFF2-40B4-BE49-F238E27FC236}">
                    <a16:creationId xmlns:a16="http://schemas.microsoft.com/office/drawing/2014/main" id="{CD09D57E-4177-1D43-9D16-CF4BB72D4E5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57" name="Freeform 256">
                <a:extLst>
                  <a:ext uri="{FF2B5EF4-FFF2-40B4-BE49-F238E27FC236}">
                    <a16:creationId xmlns:a16="http://schemas.microsoft.com/office/drawing/2014/main" id="{17840F7D-2E73-6B4D-A846-155663EFFC4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58" name="Freeform 257">
                <a:extLst>
                  <a:ext uri="{FF2B5EF4-FFF2-40B4-BE49-F238E27FC236}">
                    <a16:creationId xmlns:a16="http://schemas.microsoft.com/office/drawing/2014/main" id="{D154457B-75BC-3744-B03C-20ED7891E27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59" name="Freeform 258">
                <a:extLst>
                  <a:ext uri="{FF2B5EF4-FFF2-40B4-BE49-F238E27FC236}">
                    <a16:creationId xmlns:a16="http://schemas.microsoft.com/office/drawing/2014/main" id="{BD794E38-3FFD-774D-ABE1-907A2A8AE37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261" name="Group 260">
            <a:extLst>
              <a:ext uri="{FF2B5EF4-FFF2-40B4-BE49-F238E27FC236}">
                <a16:creationId xmlns:a16="http://schemas.microsoft.com/office/drawing/2014/main" id="{DE5BA2A6-B0B3-FF49-992D-05869D73B8DF}"/>
              </a:ext>
            </a:extLst>
          </p:cNvPr>
          <p:cNvGrpSpPr/>
          <p:nvPr/>
        </p:nvGrpSpPr>
        <p:grpSpPr>
          <a:xfrm>
            <a:off x="7115503" y="2580911"/>
            <a:ext cx="735192" cy="352789"/>
            <a:chOff x="7493876" y="2774731"/>
            <a:chExt cx="1481958" cy="894622"/>
          </a:xfrm>
        </p:grpSpPr>
        <p:sp>
          <p:nvSpPr>
            <p:cNvPr id="262" name="Freeform 261">
              <a:extLst>
                <a:ext uri="{FF2B5EF4-FFF2-40B4-BE49-F238E27FC236}">
                  <a16:creationId xmlns:a16="http://schemas.microsoft.com/office/drawing/2014/main" id="{557EE858-39ED-F647-8008-B12C2A120A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263" name="Oval 262">
              <a:extLst>
                <a:ext uri="{FF2B5EF4-FFF2-40B4-BE49-F238E27FC236}">
                  <a16:creationId xmlns:a16="http://schemas.microsoft.com/office/drawing/2014/main" id="{F1649AEA-C6EA-AC4F-9B25-9370FAD9086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264" name="Group 263">
              <a:extLst>
                <a:ext uri="{FF2B5EF4-FFF2-40B4-BE49-F238E27FC236}">
                  <a16:creationId xmlns:a16="http://schemas.microsoft.com/office/drawing/2014/main" id="{C9DE58EE-1FB9-3E4E-B762-21A246C09B13}"/>
                </a:ext>
              </a:extLst>
            </p:cNvPr>
            <p:cNvGrpSpPr/>
            <p:nvPr/>
          </p:nvGrpSpPr>
          <p:grpSpPr>
            <a:xfrm>
              <a:off x="7713663" y="2848339"/>
              <a:ext cx="1042107" cy="425543"/>
              <a:chOff x="7786941" y="2884917"/>
              <a:chExt cx="897649" cy="353919"/>
            </a:xfrm>
          </p:grpSpPr>
          <p:sp>
            <p:nvSpPr>
              <p:cNvPr id="265" name="Freeform 264">
                <a:extLst>
                  <a:ext uri="{FF2B5EF4-FFF2-40B4-BE49-F238E27FC236}">
                    <a16:creationId xmlns:a16="http://schemas.microsoft.com/office/drawing/2014/main" id="{DF8564C7-5BDF-0F46-B18C-70B1E7AE832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66" name="Freeform 265">
                <a:extLst>
                  <a:ext uri="{FF2B5EF4-FFF2-40B4-BE49-F238E27FC236}">
                    <a16:creationId xmlns:a16="http://schemas.microsoft.com/office/drawing/2014/main" id="{25151B35-6950-F04D-B899-96D24ECA1CB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67" name="Freeform 266">
                <a:extLst>
                  <a:ext uri="{FF2B5EF4-FFF2-40B4-BE49-F238E27FC236}">
                    <a16:creationId xmlns:a16="http://schemas.microsoft.com/office/drawing/2014/main" id="{6F57A9C6-B303-3D43-B30F-B41EDFD88EB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68" name="Freeform 267">
                <a:extLst>
                  <a:ext uri="{FF2B5EF4-FFF2-40B4-BE49-F238E27FC236}">
                    <a16:creationId xmlns:a16="http://schemas.microsoft.com/office/drawing/2014/main" id="{370B2DF2-4F6B-1147-8ED0-B7B0F512B4B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1" y="1603264"/>
            <a:ext cx="2751341" cy="762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1850265" y="1375666"/>
            <a:ext cx="170989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dirty="0">
                <a:solidFill>
                  <a:prstClr val="black"/>
                </a:solidFill>
                <a:latin typeface="Calibri" panose="020F0502020204030204"/>
              </a:rPr>
              <a:t>logical view:</a:t>
            </a: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677401" y="1119786"/>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defRPr/>
            </a:pPr>
            <a:r>
              <a:rPr lang="en-US" altLang="en-US" sz="1600" i="1" dirty="0">
                <a:solidFill>
                  <a:srgbClr val="CC0000"/>
                </a:solidFill>
              </a:rPr>
              <a:t>IPv4 tunnel </a:t>
            </a:r>
          </a:p>
          <a:p>
            <a:pPr algn="ctr">
              <a:lnSpc>
                <a:spcPct val="85000"/>
              </a:lnSpc>
              <a:defRPr/>
            </a:pPr>
            <a:r>
              <a:rPr lang="en-US" altLang="en-US" sz="1600" i="1" dirty="0">
                <a:solidFill>
                  <a:srgbClr val="CC0000"/>
                </a:solidFill>
              </a:rPr>
              <a:t>connecting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860702" cy="967204"/>
            <a:chOff x="3670217" y="2254595"/>
            <a:chExt cx="1860702" cy="967204"/>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66177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r>
                <a:rPr lang="en-US" altLang="en-US" sz="1600" dirty="0">
                  <a:solidFill>
                    <a:srgbClr val="C00000"/>
                  </a:solidFill>
                </a:rPr>
                <a:t>v4</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8121650" y="1138202"/>
            <a:ext cx="1788188" cy="965617"/>
            <a:chOff x="3646087" y="2254595"/>
            <a:chExt cx="1788188" cy="965617"/>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black"/>
                  </a:solidFill>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64608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r>
                <a:rPr lang="en-US" altLang="en-US" sz="1600" dirty="0">
                  <a:solidFill>
                    <a:srgbClr val="C00000"/>
                  </a:solidFill>
                </a:rPr>
                <a:t>v4</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600" dirty="0">
                  <a:solidFill>
                    <a:prstClr val="black"/>
                  </a:solidFill>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grpSp>
        <p:nvGrpSpPr>
          <p:cNvPr id="313" name="Group 352">
            <a:extLst>
              <a:ext uri="{FF2B5EF4-FFF2-40B4-BE49-F238E27FC236}">
                <a16:creationId xmlns:a16="http://schemas.microsoft.com/office/drawing/2014/main" id="{6D9D1049-F44E-3F4A-80FD-2483C456DB03}"/>
              </a:ext>
            </a:extLst>
          </p:cNvPr>
          <p:cNvGrpSpPr>
            <a:grpSpLocks/>
          </p:cNvGrpSpPr>
          <p:nvPr/>
        </p:nvGrpSpPr>
        <p:grpSpPr bwMode="auto">
          <a:xfrm>
            <a:off x="4068210" y="3305037"/>
            <a:ext cx="817562" cy="2981325"/>
            <a:chOff x="1611" y="2132"/>
            <a:chExt cx="515" cy="1878"/>
          </a:xfrm>
        </p:grpSpPr>
        <p:grpSp>
          <p:nvGrpSpPr>
            <p:cNvPr id="314" name="Group 212">
              <a:extLst>
                <a:ext uri="{FF2B5EF4-FFF2-40B4-BE49-F238E27FC236}">
                  <a16:creationId xmlns:a16="http://schemas.microsoft.com/office/drawing/2014/main" id="{08296943-CF65-6046-A639-281DB2B4159A}"/>
                </a:ext>
              </a:extLst>
            </p:cNvPr>
            <p:cNvGrpSpPr>
              <a:grpSpLocks/>
            </p:cNvGrpSpPr>
            <p:nvPr/>
          </p:nvGrpSpPr>
          <p:grpSpPr bwMode="auto">
            <a:xfrm>
              <a:off x="1634" y="2200"/>
              <a:ext cx="476" cy="908"/>
              <a:chOff x="652" y="2144"/>
              <a:chExt cx="476" cy="908"/>
            </a:xfrm>
          </p:grpSpPr>
          <p:sp>
            <p:nvSpPr>
              <p:cNvPr id="318" name="Rectangle 183">
                <a:extLst>
                  <a:ext uri="{FF2B5EF4-FFF2-40B4-BE49-F238E27FC236}">
                    <a16:creationId xmlns:a16="http://schemas.microsoft.com/office/drawing/2014/main" id="{BFBED704-56E4-AA44-8C48-A95A3F1E9ECC}"/>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319" name="Text Box 184">
                <a:extLst>
                  <a:ext uri="{FF2B5EF4-FFF2-40B4-BE49-F238E27FC236}">
                    <a16:creationId xmlns:a16="http://schemas.microsoft.com/office/drawing/2014/main" id="{582CD7EF-8435-564C-A54E-C5300FC7AE01}"/>
                  </a:ext>
                </a:extLst>
              </p:cNvPr>
              <p:cNvSpPr txBox="1">
                <a:spLocks noChangeArrowheads="1"/>
              </p:cNvSpPr>
              <p:nvPr/>
            </p:nvSpPr>
            <p:spPr bwMode="auto">
              <a:xfrm>
                <a:off x="667" y="2162"/>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400" dirty="0">
                    <a:solidFill>
                      <a:prstClr val="black"/>
                    </a:solidFill>
                  </a:rPr>
                  <a:t>flow: X</a:t>
                </a:r>
              </a:p>
              <a:p>
                <a:pPr>
                  <a:defRPr/>
                </a:pPr>
                <a:r>
                  <a:rPr lang="en-US" altLang="en-US" sz="1400" dirty="0">
                    <a:solidFill>
                      <a:prstClr val="black"/>
                    </a:solidFill>
                  </a:rPr>
                  <a:t>src: A</a:t>
                </a:r>
              </a:p>
              <a:p>
                <a:pPr>
                  <a:defRPr/>
                </a:pPr>
                <a:r>
                  <a:rPr lang="en-US" altLang="en-US" sz="1400" dirty="0">
                    <a:solidFill>
                      <a:prstClr val="black"/>
                    </a:solidFill>
                  </a:rPr>
                  <a:t>dest: F</a:t>
                </a:r>
              </a:p>
              <a:p>
                <a:pPr>
                  <a:defRPr/>
                </a:pPr>
                <a:endParaRPr lang="en-US" altLang="en-US" sz="1400" dirty="0">
                  <a:solidFill>
                    <a:prstClr val="black"/>
                  </a:solidFill>
                </a:endParaRPr>
              </a:p>
              <a:p>
                <a:pPr>
                  <a:defRPr/>
                </a:pPr>
                <a:endParaRPr lang="en-US" altLang="en-US" sz="1400" dirty="0">
                  <a:solidFill>
                    <a:prstClr val="black"/>
                  </a:solidFill>
                </a:endParaRPr>
              </a:p>
              <a:p>
                <a:pPr>
                  <a:defRPr/>
                </a:pPr>
                <a:r>
                  <a:rPr lang="en-US" altLang="en-US" sz="1400" dirty="0">
                    <a:solidFill>
                      <a:prstClr val="black"/>
                    </a:solidFill>
                  </a:rPr>
                  <a:t>data</a:t>
                </a:r>
              </a:p>
            </p:txBody>
          </p:sp>
        </p:grpSp>
        <p:sp>
          <p:nvSpPr>
            <p:cNvPr id="315" name="Line 194">
              <a:extLst>
                <a:ext uri="{FF2B5EF4-FFF2-40B4-BE49-F238E27FC236}">
                  <a16:creationId xmlns:a16="http://schemas.microsoft.com/office/drawing/2014/main" id="{502430B4-5780-C542-8B2D-1CF5A6D0F224}"/>
                </a:ext>
              </a:extLst>
            </p:cNvPr>
            <p:cNvSpPr>
              <a:spLocks noChangeShapeType="1"/>
            </p:cNvSpPr>
            <p:nvPr/>
          </p:nvSpPr>
          <p:spPr bwMode="auto">
            <a:xfrm>
              <a:off x="1661" y="2132"/>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16" name="Text Box 204">
              <a:extLst>
                <a:ext uri="{FF2B5EF4-FFF2-40B4-BE49-F238E27FC236}">
                  <a16:creationId xmlns:a16="http://schemas.microsoft.com/office/drawing/2014/main" id="{BF78DD92-AFFB-9349-A4B6-0E5E3DC0C488}"/>
                </a:ext>
              </a:extLst>
            </p:cNvPr>
            <p:cNvSpPr txBox="1">
              <a:spLocks noChangeArrowheads="1"/>
            </p:cNvSpPr>
            <p:nvPr/>
          </p:nvSpPr>
          <p:spPr bwMode="auto">
            <a:xfrm>
              <a:off x="1611" y="3690"/>
              <a:ext cx="515"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defRPr/>
              </a:pPr>
              <a:r>
                <a:rPr lang="en-US" altLang="en-US" sz="1600" dirty="0">
                  <a:solidFill>
                    <a:prstClr val="black"/>
                  </a:solidFill>
                </a:rPr>
                <a:t>A-to-B:</a:t>
              </a:r>
            </a:p>
            <a:p>
              <a:pPr algn="ctr">
                <a:lnSpc>
                  <a:spcPct val="85000"/>
                </a:lnSpc>
                <a:defRPr/>
              </a:pPr>
              <a:r>
                <a:rPr lang="en-US" altLang="en-US" sz="1600" dirty="0">
                  <a:solidFill>
                    <a:prstClr val="black"/>
                  </a:solidFill>
                </a:rPr>
                <a:t>IPv6</a:t>
              </a:r>
            </a:p>
          </p:txBody>
        </p:sp>
        <p:sp>
          <p:nvSpPr>
            <p:cNvPr id="317" name="Line 205">
              <a:extLst>
                <a:ext uri="{FF2B5EF4-FFF2-40B4-BE49-F238E27FC236}">
                  <a16:creationId xmlns:a16="http://schemas.microsoft.com/office/drawing/2014/main" id="{563E255C-9996-4045-82D6-10D683D9A50A}"/>
                </a:ext>
              </a:extLst>
            </p:cNvPr>
            <p:cNvSpPr>
              <a:spLocks noChangeShapeType="1"/>
            </p:cNvSpPr>
            <p:nvPr/>
          </p:nvSpPr>
          <p:spPr bwMode="auto">
            <a:xfrm>
              <a:off x="1856" y="3230"/>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grpSp>
      <p:grpSp>
        <p:nvGrpSpPr>
          <p:cNvPr id="320" name="Group 353">
            <a:extLst>
              <a:ext uri="{FF2B5EF4-FFF2-40B4-BE49-F238E27FC236}">
                <a16:creationId xmlns:a16="http://schemas.microsoft.com/office/drawing/2014/main" id="{A328CA0B-F627-524F-A2DA-8DD10274F500}"/>
              </a:ext>
            </a:extLst>
          </p:cNvPr>
          <p:cNvGrpSpPr>
            <a:grpSpLocks/>
          </p:cNvGrpSpPr>
          <p:nvPr/>
        </p:nvGrpSpPr>
        <p:grpSpPr bwMode="auto">
          <a:xfrm>
            <a:off x="5052460" y="3297100"/>
            <a:ext cx="1176337" cy="3319462"/>
            <a:chOff x="2231" y="2127"/>
            <a:chExt cx="741" cy="2091"/>
          </a:xfrm>
        </p:grpSpPr>
        <p:grpSp>
          <p:nvGrpSpPr>
            <p:cNvPr id="321" name="Group 216">
              <a:extLst>
                <a:ext uri="{FF2B5EF4-FFF2-40B4-BE49-F238E27FC236}">
                  <a16:creationId xmlns:a16="http://schemas.microsoft.com/office/drawing/2014/main" id="{B4FDDA2F-9F53-A94C-93FE-47EAA7C6BAC0}"/>
                </a:ext>
              </a:extLst>
            </p:cNvPr>
            <p:cNvGrpSpPr>
              <a:grpSpLocks/>
            </p:cNvGrpSpPr>
            <p:nvPr/>
          </p:nvGrpSpPr>
          <p:grpSpPr bwMode="auto">
            <a:xfrm>
              <a:off x="2262" y="2194"/>
              <a:ext cx="583" cy="1388"/>
              <a:chOff x="478" y="2082"/>
              <a:chExt cx="583" cy="1388"/>
            </a:xfrm>
          </p:grpSpPr>
          <p:sp>
            <p:nvSpPr>
              <p:cNvPr id="325" name="Rectangle 189">
                <a:extLst>
                  <a:ext uri="{FF2B5EF4-FFF2-40B4-BE49-F238E27FC236}">
                    <a16:creationId xmlns:a16="http://schemas.microsoft.com/office/drawing/2014/main" id="{70B74872-C217-FC41-88E4-62EA004C8BB5}"/>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grpSp>
            <p:nvGrpSpPr>
              <p:cNvPr id="326" name="Group 190">
                <a:extLst>
                  <a:ext uri="{FF2B5EF4-FFF2-40B4-BE49-F238E27FC236}">
                    <a16:creationId xmlns:a16="http://schemas.microsoft.com/office/drawing/2014/main" id="{CF809BF0-4E65-1B40-AB07-4F110FD0C354}"/>
                  </a:ext>
                </a:extLst>
              </p:cNvPr>
              <p:cNvGrpSpPr>
                <a:grpSpLocks/>
              </p:cNvGrpSpPr>
              <p:nvPr/>
            </p:nvGrpSpPr>
            <p:grpSpPr bwMode="auto">
              <a:xfrm>
                <a:off x="499" y="2471"/>
                <a:ext cx="493" cy="908"/>
                <a:chOff x="4869" y="143"/>
                <a:chExt cx="493" cy="908"/>
              </a:xfrm>
            </p:grpSpPr>
            <p:sp>
              <p:nvSpPr>
                <p:cNvPr id="328" name="Rectangle 191">
                  <a:extLst>
                    <a:ext uri="{FF2B5EF4-FFF2-40B4-BE49-F238E27FC236}">
                      <a16:creationId xmlns:a16="http://schemas.microsoft.com/office/drawing/2014/main" id="{A8B5E821-E51C-5E4F-B431-DA1FBAC1A13F}"/>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329" name="Text Box 192">
                  <a:extLst>
                    <a:ext uri="{FF2B5EF4-FFF2-40B4-BE49-F238E27FC236}">
                      <a16:creationId xmlns:a16="http://schemas.microsoft.com/office/drawing/2014/main" id="{35AB2FDE-8EF6-194F-8B89-3E69A80B07F1}"/>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400" dirty="0">
                      <a:solidFill>
                        <a:prstClr val="black"/>
                      </a:solidFill>
                    </a:rPr>
                    <a:t>Flow: X</a:t>
                  </a:r>
                </a:p>
                <a:p>
                  <a:pPr>
                    <a:defRPr/>
                  </a:pPr>
                  <a:r>
                    <a:rPr lang="en-US" altLang="en-US" sz="1400" dirty="0">
                      <a:solidFill>
                        <a:prstClr val="black"/>
                      </a:solidFill>
                    </a:rPr>
                    <a:t>Src: A</a:t>
                  </a:r>
                </a:p>
                <a:p>
                  <a:pPr>
                    <a:defRPr/>
                  </a:pPr>
                  <a:r>
                    <a:rPr lang="en-US" altLang="en-US" sz="1400" dirty="0">
                      <a:solidFill>
                        <a:prstClr val="black"/>
                      </a:solidFill>
                    </a:rPr>
                    <a:t>Dest: F</a:t>
                  </a:r>
                </a:p>
                <a:p>
                  <a:pPr>
                    <a:defRPr/>
                  </a:pPr>
                  <a:endParaRPr lang="en-US" altLang="en-US" sz="1400" dirty="0">
                    <a:solidFill>
                      <a:prstClr val="black"/>
                    </a:solidFill>
                  </a:endParaRPr>
                </a:p>
                <a:p>
                  <a:pPr>
                    <a:defRPr/>
                  </a:pPr>
                  <a:endParaRPr lang="en-US" altLang="en-US" sz="1400" dirty="0">
                    <a:solidFill>
                      <a:prstClr val="black"/>
                    </a:solidFill>
                  </a:endParaRPr>
                </a:p>
                <a:p>
                  <a:pPr>
                    <a:defRPr/>
                  </a:pPr>
                  <a:r>
                    <a:rPr lang="en-US" altLang="en-US" sz="1400" dirty="0">
                      <a:solidFill>
                        <a:prstClr val="black"/>
                      </a:solidFill>
                    </a:rPr>
                    <a:t>data</a:t>
                  </a:r>
                </a:p>
              </p:txBody>
            </p:sp>
          </p:grpSp>
          <p:sp>
            <p:nvSpPr>
              <p:cNvPr id="327" name="Text Box 193">
                <a:extLst>
                  <a:ext uri="{FF2B5EF4-FFF2-40B4-BE49-F238E27FC236}">
                    <a16:creationId xmlns:a16="http://schemas.microsoft.com/office/drawing/2014/main" id="{2B7B6EF8-F396-7A49-BF06-3BB5819D48AC}"/>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white"/>
                    </a:solidFill>
                  </a:rPr>
                  <a:t>src:B</a:t>
                </a:r>
              </a:p>
              <a:p>
                <a:pPr>
                  <a:defRPr/>
                </a:pPr>
                <a:r>
                  <a:rPr lang="en-US" altLang="en-US" sz="1800" dirty="0">
                    <a:solidFill>
                      <a:prstClr val="white"/>
                    </a:solidFill>
                  </a:rPr>
                  <a:t>dest: E</a:t>
                </a:r>
              </a:p>
            </p:txBody>
          </p:sp>
        </p:grpSp>
        <p:sp>
          <p:nvSpPr>
            <p:cNvPr id="322" name="Line 195">
              <a:extLst>
                <a:ext uri="{FF2B5EF4-FFF2-40B4-BE49-F238E27FC236}">
                  <a16:creationId xmlns:a16="http://schemas.microsoft.com/office/drawing/2014/main" id="{8310E25A-1203-8D49-8C94-6972726DCA5F}"/>
                </a:ext>
              </a:extLst>
            </p:cNvPr>
            <p:cNvSpPr>
              <a:spLocks noChangeShapeType="1"/>
            </p:cNvSpPr>
            <p:nvPr/>
          </p:nvSpPr>
          <p:spPr bwMode="auto">
            <a:xfrm>
              <a:off x="2345" y="2127"/>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23" name="Text Box 208">
              <a:extLst>
                <a:ext uri="{FF2B5EF4-FFF2-40B4-BE49-F238E27FC236}">
                  <a16:creationId xmlns:a16="http://schemas.microsoft.com/office/drawing/2014/main" id="{DF910F24-596F-2549-BDA0-45F975CF1772}"/>
                </a:ext>
              </a:extLst>
            </p:cNvPr>
            <p:cNvSpPr txBox="1">
              <a:spLocks noChangeArrowheads="1"/>
            </p:cNvSpPr>
            <p:nvPr/>
          </p:nvSpPr>
          <p:spPr bwMode="auto">
            <a:xfrm>
              <a:off x="2231" y="3767"/>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defRPr/>
              </a:pPr>
              <a:r>
                <a:rPr lang="en-US" altLang="en-US" sz="1600" dirty="0">
                  <a:solidFill>
                    <a:prstClr val="black"/>
                  </a:solidFill>
                </a:rPr>
                <a:t>B-to-C:</a:t>
              </a:r>
            </a:p>
            <a:p>
              <a:pPr algn="ctr">
                <a:lnSpc>
                  <a:spcPct val="85000"/>
                </a:lnSpc>
                <a:defRPr/>
              </a:pPr>
              <a:r>
                <a:rPr lang="en-US" altLang="en-US" sz="1600" dirty="0">
                  <a:solidFill>
                    <a:prstClr val="black"/>
                  </a:solidFill>
                </a:rPr>
                <a:t>IPv6 inside</a:t>
              </a:r>
            </a:p>
            <a:p>
              <a:pPr algn="ctr">
                <a:lnSpc>
                  <a:spcPct val="85000"/>
                </a:lnSpc>
                <a:defRPr/>
              </a:pPr>
              <a:r>
                <a:rPr lang="en-US" altLang="en-US" sz="1600" dirty="0">
                  <a:solidFill>
                    <a:prstClr val="black"/>
                  </a:solidFill>
                </a:rPr>
                <a:t>IPv4</a:t>
              </a:r>
            </a:p>
          </p:txBody>
        </p:sp>
        <p:sp>
          <p:nvSpPr>
            <p:cNvPr id="324" name="Line 209">
              <a:extLst>
                <a:ext uri="{FF2B5EF4-FFF2-40B4-BE49-F238E27FC236}">
                  <a16:creationId xmlns:a16="http://schemas.microsoft.com/office/drawing/2014/main" id="{770F9B39-DA00-7740-A72A-70BC8C220591}"/>
                </a:ext>
              </a:extLst>
            </p:cNvPr>
            <p:cNvSpPr>
              <a:spLocks noChangeShapeType="1"/>
            </p:cNvSpPr>
            <p:nvPr/>
          </p:nvSpPr>
          <p:spPr bwMode="auto">
            <a:xfrm>
              <a:off x="2588" y="3604"/>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grpSp>
      <p:grpSp>
        <p:nvGrpSpPr>
          <p:cNvPr id="330" name="Group 355">
            <a:extLst>
              <a:ext uri="{FF2B5EF4-FFF2-40B4-BE49-F238E27FC236}">
                <a16:creationId xmlns:a16="http://schemas.microsoft.com/office/drawing/2014/main" id="{1860701B-D666-A942-B647-446429C42779}"/>
              </a:ext>
            </a:extLst>
          </p:cNvPr>
          <p:cNvGrpSpPr>
            <a:grpSpLocks/>
          </p:cNvGrpSpPr>
          <p:nvPr/>
        </p:nvGrpSpPr>
        <p:grpSpPr bwMode="auto">
          <a:xfrm>
            <a:off x="8670690" y="3300275"/>
            <a:ext cx="881062" cy="2998787"/>
            <a:chOff x="4251" y="2129"/>
            <a:chExt cx="555" cy="1889"/>
          </a:xfrm>
        </p:grpSpPr>
        <p:sp>
          <p:nvSpPr>
            <p:cNvPr id="331" name="Line 197">
              <a:extLst>
                <a:ext uri="{FF2B5EF4-FFF2-40B4-BE49-F238E27FC236}">
                  <a16:creationId xmlns:a16="http://schemas.microsoft.com/office/drawing/2014/main" id="{9838CAC1-9152-ED45-9E04-F02ADCA7725C}"/>
                </a:ext>
              </a:extLst>
            </p:cNvPr>
            <p:cNvSpPr>
              <a:spLocks noChangeShapeType="1"/>
            </p:cNvSpPr>
            <p:nvPr/>
          </p:nvSpPr>
          <p:spPr bwMode="auto">
            <a:xfrm>
              <a:off x="4292" y="2129"/>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32" name="Text Box 206">
              <a:extLst>
                <a:ext uri="{FF2B5EF4-FFF2-40B4-BE49-F238E27FC236}">
                  <a16:creationId xmlns:a16="http://schemas.microsoft.com/office/drawing/2014/main" id="{0791224F-29E6-2344-A509-946FF13DB5AB}"/>
                </a:ext>
              </a:extLst>
            </p:cNvPr>
            <p:cNvSpPr txBox="1">
              <a:spLocks noChangeArrowheads="1"/>
            </p:cNvSpPr>
            <p:nvPr/>
          </p:nvSpPr>
          <p:spPr bwMode="auto">
            <a:xfrm>
              <a:off x="4298" y="3698"/>
              <a:ext cx="508"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defRPr/>
              </a:pPr>
              <a:r>
                <a:rPr lang="en-US" altLang="en-US" sz="1600" dirty="0">
                  <a:solidFill>
                    <a:prstClr val="black"/>
                  </a:solidFill>
                </a:rPr>
                <a:t>E-to-F:</a:t>
              </a:r>
            </a:p>
            <a:p>
              <a:pPr algn="ctr">
                <a:lnSpc>
                  <a:spcPct val="85000"/>
                </a:lnSpc>
                <a:defRPr/>
              </a:pPr>
              <a:r>
                <a:rPr lang="en-US" altLang="en-US" sz="1600" dirty="0">
                  <a:solidFill>
                    <a:prstClr val="black"/>
                  </a:solidFill>
                </a:rPr>
                <a:t>IPv6</a:t>
              </a:r>
            </a:p>
          </p:txBody>
        </p:sp>
        <p:sp>
          <p:nvSpPr>
            <p:cNvPr id="333" name="Line 207">
              <a:extLst>
                <a:ext uri="{FF2B5EF4-FFF2-40B4-BE49-F238E27FC236}">
                  <a16:creationId xmlns:a16="http://schemas.microsoft.com/office/drawing/2014/main" id="{8802785F-9EA9-AC4C-866D-E933ACDFA815}"/>
                </a:ext>
              </a:extLst>
            </p:cNvPr>
            <p:cNvSpPr>
              <a:spLocks noChangeShapeType="1"/>
            </p:cNvSpPr>
            <p:nvPr/>
          </p:nvSpPr>
          <p:spPr bwMode="auto">
            <a:xfrm>
              <a:off x="4540" y="3238"/>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grpSp>
          <p:nvGrpSpPr>
            <p:cNvPr id="334" name="Group 213">
              <a:extLst>
                <a:ext uri="{FF2B5EF4-FFF2-40B4-BE49-F238E27FC236}">
                  <a16:creationId xmlns:a16="http://schemas.microsoft.com/office/drawing/2014/main" id="{00A04B74-FADB-AF47-AE24-A5BC92AC0F69}"/>
                </a:ext>
              </a:extLst>
            </p:cNvPr>
            <p:cNvGrpSpPr>
              <a:grpSpLocks/>
            </p:cNvGrpSpPr>
            <p:nvPr/>
          </p:nvGrpSpPr>
          <p:grpSpPr bwMode="auto">
            <a:xfrm>
              <a:off x="4251" y="2205"/>
              <a:ext cx="471" cy="908"/>
              <a:chOff x="643" y="2144"/>
              <a:chExt cx="471" cy="908"/>
            </a:xfrm>
          </p:grpSpPr>
          <p:sp>
            <p:nvSpPr>
              <p:cNvPr id="335" name="Rectangle 214">
                <a:extLst>
                  <a:ext uri="{FF2B5EF4-FFF2-40B4-BE49-F238E27FC236}">
                    <a16:creationId xmlns:a16="http://schemas.microsoft.com/office/drawing/2014/main" id="{92ABE520-4D89-5243-B8E0-AA1832554DE2}"/>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336" name="Text Box 215">
                <a:extLst>
                  <a:ext uri="{FF2B5EF4-FFF2-40B4-BE49-F238E27FC236}">
                    <a16:creationId xmlns:a16="http://schemas.microsoft.com/office/drawing/2014/main" id="{8DB6921A-514A-DF40-AA1D-5E33B5A17AC8}"/>
                  </a:ext>
                </a:extLst>
              </p:cNvPr>
              <p:cNvSpPr txBox="1">
                <a:spLocks noChangeArrowheads="1"/>
              </p:cNvSpPr>
              <p:nvPr/>
            </p:nvSpPr>
            <p:spPr bwMode="auto">
              <a:xfrm>
                <a:off x="643" y="2169"/>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400" dirty="0">
                    <a:solidFill>
                      <a:prstClr val="black"/>
                    </a:solidFill>
                  </a:rPr>
                  <a:t>flow: X</a:t>
                </a:r>
              </a:p>
              <a:p>
                <a:pPr>
                  <a:defRPr/>
                </a:pPr>
                <a:r>
                  <a:rPr lang="en-US" altLang="en-US" sz="1400" dirty="0">
                    <a:solidFill>
                      <a:prstClr val="black"/>
                    </a:solidFill>
                  </a:rPr>
                  <a:t>src: A</a:t>
                </a:r>
              </a:p>
              <a:p>
                <a:pPr>
                  <a:defRPr/>
                </a:pPr>
                <a:r>
                  <a:rPr lang="en-US" altLang="en-US" sz="1400" dirty="0">
                    <a:solidFill>
                      <a:prstClr val="black"/>
                    </a:solidFill>
                  </a:rPr>
                  <a:t>dest: F</a:t>
                </a:r>
              </a:p>
              <a:p>
                <a:pPr>
                  <a:defRPr/>
                </a:pPr>
                <a:endParaRPr lang="en-US" altLang="en-US" sz="1400" dirty="0">
                  <a:solidFill>
                    <a:prstClr val="black"/>
                  </a:solidFill>
                </a:endParaRPr>
              </a:p>
              <a:p>
                <a:pPr>
                  <a:defRPr/>
                </a:pPr>
                <a:endParaRPr lang="en-US" altLang="en-US" sz="1400" dirty="0">
                  <a:solidFill>
                    <a:prstClr val="black"/>
                  </a:solidFill>
                </a:endParaRPr>
              </a:p>
              <a:p>
                <a:pPr>
                  <a:defRPr/>
                </a:pPr>
                <a:r>
                  <a:rPr lang="en-US" altLang="en-US" sz="1400" dirty="0">
                    <a:solidFill>
                      <a:prstClr val="black"/>
                    </a:solidFill>
                  </a:rPr>
                  <a:t>data</a:t>
                </a:r>
              </a:p>
            </p:txBody>
          </p:sp>
        </p:grpSp>
      </p:grpSp>
      <p:grpSp>
        <p:nvGrpSpPr>
          <p:cNvPr id="337" name="Group 354">
            <a:extLst>
              <a:ext uri="{FF2B5EF4-FFF2-40B4-BE49-F238E27FC236}">
                <a16:creationId xmlns:a16="http://schemas.microsoft.com/office/drawing/2014/main" id="{AEF5EEBA-1CC2-1D45-968E-5F8EE015BEB7}"/>
              </a:ext>
            </a:extLst>
          </p:cNvPr>
          <p:cNvGrpSpPr>
            <a:grpSpLocks/>
          </p:cNvGrpSpPr>
          <p:nvPr/>
        </p:nvGrpSpPr>
        <p:grpSpPr bwMode="auto">
          <a:xfrm>
            <a:off x="7489590" y="3298687"/>
            <a:ext cx="1176337" cy="3330575"/>
            <a:chOff x="3507" y="2128"/>
            <a:chExt cx="741" cy="2098"/>
          </a:xfrm>
        </p:grpSpPr>
        <p:sp>
          <p:nvSpPr>
            <p:cNvPr id="338" name="Line 196">
              <a:extLst>
                <a:ext uri="{FF2B5EF4-FFF2-40B4-BE49-F238E27FC236}">
                  <a16:creationId xmlns:a16="http://schemas.microsoft.com/office/drawing/2014/main" id="{ACF5DC03-9E4C-804F-8AE9-B7190FB2EA8F}"/>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339" name="Text Box 210">
              <a:extLst>
                <a:ext uri="{FF2B5EF4-FFF2-40B4-BE49-F238E27FC236}">
                  <a16:creationId xmlns:a16="http://schemas.microsoft.com/office/drawing/2014/main" id="{700C4A8D-C752-F544-9167-054CECEB980A}"/>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lnSpc>
                  <a:spcPct val="85000"/>
                </a:lnSpc>
                <a:defRPr/>
              </a:pPr>
              <a:r>
                <a:rPr lang="en-US" altLang="en-US" sz="1600" dirty="0">
                  <a:solidFill>
                    <a:prstClr val="black"/>
                  </a:solidFill>
                </a:rPr>
                <a:t>B-to-C:</a:t>
              </a:r>
            </a:p>
            <a:p>
              <a:pPr algn="ctr">
                <a:lnSpc>
                  <a:spcPct val="85000"/>
                </a:lnSpc>
                <a:defRPr/>
              </a:pPr>
              <a:r>
                <a:rPr lang="en-US" altLang="en-US" sz="1600" dirty="0">
                  <a:solidFill>
                    <a:prstClr val="black"/>
                  </a:solidFill>
                </a:rPr>
                <a:t>IPv6 inside</a:t>
              </a:r>
            </a:p>
            <a:p>
              <a:pPr algn="ctr">
                <a:lnSpc>
                  <a:spcPct val="85000"/>
                </a:lnSpc>
                <a:defRPr/>
              </a:pPr>
              <a:r>
                <a:rPr lang="en-US" altLang="en-US" sz="1600" dirty="0">
                  <a:solidFill>
                    <a:prstClr val="black"/>
                  </a:solidFill>
                </a:rPr>
                <a:t>IPv4</a:t>
              </a:r>
            </a:p>
          </p:txBody>
        </p:sp>
        <p:sp>
          <p:nvSpPr>
            <p:cNvPr id="340" name="Line 211">
              <a:extLst>
                <a:ext uri="{FF2B5EF4-FFF2-40B4-BE49-F238E27FC236}">
                  <a16:creationId xmlns:a16="http://schemas.microsoft.com/office/drawing/2014/main" id="{18667784-6243-834D-8EEA-D006E122B854}"/>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grpSp>
          <p:nvGrpSpPr>
            <p:cNvPr id="341" name="Group 217">
              <a:extLst>
                <a:ext uri="{FF2B5EF4-FFF2-40B4-BE49-F238E27FC236}">
                  <a16:creationId xmlns:a16="http://schemas.microsoft.com/office/drawing/2014/main" id="{FF2C4C60-AABF-3B4E-B780-B25D35F6F447}"/>
                </a:ext>
              </a:extLst>
            </p:cNvPr>
            <p:cNvGrpSpPr>
              <a:grpSpLocks/>
            </p:cNvGrpSpPr>
            <p:nvPr/>
          </p:nvGrpSpPr>
          <p:grpSpPr bwMode="auto">
            <a:xfrm>
              <a:off x="3558" y="2220"/>
              <a:ext cx="583" cy="1388"/>
              <a:chOff x="478" y="2082"/>
              <a:chExt cx="583" cy="1388"/>
            </a:xfrm>
          </p:grpSpPr>
          <p:sp>
            <p:nvSpPr>
              <p:cNvPr id="342" name="Rectangle 218">
                <a:extLst>
                  <a:ext uri="{FF2B5EF4-FFF2-40B4-BE49-F238E27FC236}">
                    <a16:creationId xmlns:a16="http://schemas.microsoft.com/office/drawing/2014/main" id="{0FAC5552-F17D-B849-AA73-E78F0E6B9790}"/>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grpSp>
            <p:nvGrpSpPr>
              <p:cNvPr id="343" name="Group 219">
                <a:extLst>
                  <a:ext uri="{FF2B5EF4-FFF2-40B4-BE49-F238E27FC236}">
                    <a16:creationId xmlns:a16="http://schemas.microsoft.com/office/drawing/2014/main" id="{DD102A9F-6EC4-4241-BD0B-7E5E1621B859}"/>
                  </a:ext>
                </a:extLst>
              </p:cNvPr>
              <p:cNvGrpSpPr>
                <a:grpSpLocks/>
              </p:cNvGrpSpPr>
              <p:nvPr/>
            </p:nvGrpSpPr>
            <p:grpSpPr bwMode="auto">
              <a:xfrm>
                <a:off x="499" y="2471"/>
                <a:ext cx="493" cy="908"/>
                <a:chOff x="4869" y="143"/>
                <a:chExt cx="493" cy="908"/>
              </a:xfrm>
            </p:grpSpPr>
            <p:sp>
              <p:nvSpPr>
                <p:cNvPr id="345" name="Rectangle 220">
                  <a:extLst>
                    <a:ext uri="{FF2B5EF4-FFF2-40B4-BE49-F238E27FC236}">
                      <a16:creationId xmlns:a16="http://schemas.microsoft.com/office/drawing/2014/main" id="{2A2FB562-2D33-8042-ADAD-FFE91DA662B3}"/>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1800" dirty="0">
                    <a:solidFill>
                      <a:prstClr val="black"/>
                    </a:solidFill>
                  </a:endParaRPr>
                </a:p>
              </p:txBody>
            </p:sp>
            <p:sp>
              <p:nvSpPr>
                <p:cNvPr id="346" name="Text Box 221">
                  <a:extLst>
                    <a:ext uri="{FF2B5EF4-FFF2-40B4-BE49-F238E27FC236}">
                      <a16:creationId xmlns:a16="http://schemas.microsoft.com/office/drawing/2014/main" id="{E5FF5A8B-3342-274C-8146-5A2A1B7BC2CE}"/>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400" dirty="0">
                      <a:solidFill>
                        <a:prstClr val="black"/>
                      </a:solidFill>
                    </a:rPr>
                    <a:t>Flow: X</a:t>
                  </a:r>
                </a:p>
                <a:p>
                  <a:pPr>
                    <a:defRPr/>
                  </a:pPr>
                  <a:r>
                    <a:rPr lang="en-US" altLang="en-US" sz="1400" dirty="0">
                      <a:solidFill>
                        <a:prstClr val="black"/>
                      </a:solidFill>
                    </a:rPr>
                    <a:t>Src: A</a:t>
                  </a:r>
                </a:p>
                <a:p>
                  <a:pPr>
                    <a:defRPr/>
                  </a:pPr>
                  <a:r>
                    <a:rPr lang="en-US" altLang="en-US" sz="1400" dirty="0">
                      <a:solidFill>
                        <a:prstClr val="black"/>
                      </a:solidFill>
                    </a:rPr>
                    <a:t>Dest: F</a:t>
                  </a:r>
                </a:p>
                <a:p>
                  <a:pPr>
                    <a:defRPr/>
                  </a:pPr>
                  <a:endParaRPr lang="en-US" altLang="en-US" sz="1400" dirty="0">
                    <a:solidFill>
                      <a:prstClr val="black"/>
                    </a:solidFill>
                  </a:endParaRPr>
                </a:p>
                <a:p>
                  <a:pPr>
                    <a:defRPr/>
                  </a:pPr>
                  <a:endParaRPr lang="en-US" altLang="en-US" sz="1400" dirty="0">
                    <a:solidFill>
                      <a:prstClr val="black"/>
                    </a:solidFill>
                  </a:endParaRPr>
                </a:p>
                <a:p>
                  <a:pPr>
                    <a:defRPr/>
                  </a:pPr>
                  <a:r>
                    <a:rPr lang="en-US" altLang="en-US" sz="1400" dirty="0">
                      <a:solidFill>
                        <a:prstClr val="black"/>
                      </a:solidFill>
                    </a:rPr>
                    <a:t>data</a:t>
                  </a:r>
                </a:p>
              </p:txBody>
            </p:sp>
          </p:grpSp>
          <p:sp>
            <p:nvSpPr>
              <p:cNvPr id="344" name="Text Box 222">
                <a:extLst>
                  <a:ext uri="{FF2B5EF4-FFF2-40B4-BE49-F238E27FC236}">
                    <a16:creationId xmlns:a16="http://schemas.microsoft.com/office/drawing/2014/main" id="{8FCCEF0D-286B-C44E-BA22-94BF032AFDCB}"/>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defRPr/>
                </a:pPr>
                <a:r>
                  <a:rPr lang="en-US" altLang="en-US" sz="1800" dirty="0">
                    <a:solidFill>
                      <a:prstClr val="white"/>
                    </a:solidFill>
                  </a:rPr>
                  <a:t>src:B</a:t>
                </a:r>
              </a:p>
              <a:p>
                <a:pPr>
                  <a:defRPr/>
                </a:pPr>
                <a:r>
                  <a:rPr lang="en-US" altLang="en-US" sz="1800" dirty="0">
                    <a:solidFill>
                      <a:prstClr val="white"/>
                    </a:solidFill>
                  </a:rPr>
                  <a:t>dest: E</a:t>
                </a:r>
              </a:p>
            </p:txBody>
          </p:sp>
        </p:grpSp>
      </p:grpSp>
      <p:sp>
        <p:nvSpPr>
          <p:cNvPr id="2" name="Rectangle 1">
            <a:extLst>
              <a:ext uri="{FF2B5EF4-FFF2-40B4-BE49-F238E27FC236}">
                <a16:creationId xmlns:a16="http://schemas.microsoft.com/office/drawing/2014/main" id="{F10D6C81-F7CD-4C46-8149-0FAE399F43DE}"/>
              </a:ext>
            </a:extLst>
          </p:cNvPr>
          <p:cNvSpPr/>
          <p:nvPr/>
        </p:nvSpPr>
        <p:spPr>
          <a:xfrm>
            <a:off x="5400881" y="152290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62" name="Rectangle 161">
            <a:extLst>
              <a:ext uri="{FF2B5EF4-FFF2-40B4-BE49-F238E27FC236}">
                <a16:creationId xmlns:a16="http://schemas.microsoft.com/office/drawing/2014/main" id="{30D76FC4-6C07-EB4A-BCF2-E2B2EEF8B9EB}"/>
              </a:ext>
            </a:extLst>
          </p:cNvPr>
          <p:cNvSpPr/>
          <p:nvPr/>
        </p:nvSpPr>
        <p:spPr>
          <a:xfrm>
            <a:off x="8135639" y="1540447"/>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63" name="Rectangle 162">
            <a:extLst>
              <a:ext uri="{FF2B5EF4-FFF2-40B4-BE49-F238E27FC236}">
                <a16:creationId xmlns:a16="http://schemas.microsoft.com/office/drawing/2014/main" id="{BB8DC798-AC4D-764E-B057-214B9D5D3927}"/>
              </a:ext>
            </a:extLst>
          </p:cNvPr>
          <p:cNvSpPr/>
          <p:nvPr/>
        </p:nvSpPr>
        <p:spPr>
          <a:xfrm>
            <a:off x="5408555" y="2639042"/>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66" name="Rectangle 165">
            <a:extLst>
              <a:ext uri="{FF2B5EF4-FFF2-40B4-BE49-F238E27FC236}">
                <a16:creationId xmlns:a16="http://schemas.microsoft.com/office/drawing/2014/main" id="{92559629-838F-3942-9672-3BDCF8B24153}"/>
              </a:ext>
            </a:extLst>
          </p:cNvPr>
          <p:cNvSpPr/>
          <p:nvPr/>
        </p:nvSpPr>
        <p:spPr>
          <a:xfrm>
            <a:off x="8123579" y="266316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nvGrpSpPr>
          <p:cNvPr id="14" name="Group 13">
            <a:extLst>
              <a:ext uri="{FF2B5EF4-FFF2-40B4-BE49-F238E27FC236}">
                <a16:creationId xmlns:a16="http://schemas.microsoft.com/office/drawing/2014/main" id="{ED068552-57F0-AF4C-8DA3-019ACF254CBF}"/>
              </a:ext>
            </a:extLst>
          </p:cNvPr>
          <p:cNvGrpSpPr/>
          <p:nvPr/>
        </p:nvGrpSpPr>
        <p:grpSpPr>
          <a:xfrm>
            <a:off x="1285129" y="3401170"/>
            <a:ext cx="8091447" cy="2055959"/>
            <a:chOff x="-2159111" y="3797410"/>
            <a:chExt cx="8091447" cy="2055959"/>
          </a:xfrm>
        </p:grpSpPr>
        <p:grpSp>
          <p:nvGrpSpPr>
            <p:cNvPr id="17" name="Group 16">
              <a:extLst>
                <a:ext uri="{FF2B5EF4-FFF2-40B4-BE49-F238E27FC236}">
                  <a16:creationId xmlns:a16="http://schemas.microsoft.com/office/drawing/2014/main" id="{BE531892-4CBC-8C43-A56C-AA850071412B}"/>
                </a:ext>
              </a:extLst>
            </p:cNvPr>
            <p:cNvGrpSpPr/>
            <p:nvPr/>
          </p:nvGrpSpPr>
          <p:grpSpPr>
            <a:xfrm>
              <a:off x="-2159111" y="3797410"/>
              <a:ext cx="8091447" cy="2055959"/>
              <a:chOff x="1300369" y="3385930"/>
              <a:chExt cx="8091447" cy="2055959"/>
            </a:xfrm>
          </p:grpSpPr>
          <p:grpSp>
            <p:nvGrpSpPr>
              <p:cNvPr id="16" name="Group 15">
                <a:extLst>
                  <a:ext uri="{FF2B5EF4-FFF2-40B4-BE49-F238E27FC236}">
                    <a16:creationId xmlns:a16="http://schemas.microsoft.com/office/drawing/2014/main" id="{45CCC299-2C28-0048-B84B-B11820EAC0CD}"/>
                  </a:ext>
                </a:extLst>
              </p:cNvPr>
              <p:cNvGrpSpPr/>
              <p:nvPr/>
            </p:nvGrpSpPr>
            <p:grpSpPr>
              <a:xfrm>
                <a:off x="1300369" y="3385930"/>
                <a:ext cx="8091447" cy="2055959"/>
                <a:chOff x="1300369" y="3385930"/>
                <a:chExt cx="8091447" cy="2055959"/>
              </a:xfrm>
            </p:grpSpPr>
            <p:sp>
              <p:nvSpPr>
                <p:cNvPr id="8" name="Oval 7">
                  <a:extLst>
                    <a:ext uri="{FF2B5EF4-FFF2-40B4-BE49-F238E27FC236}">
                      <a16:creationId xmlns:a16="http://schemas.microsoft.com/office/drawing/2014/main" id="{7AB1942A-9DAD-1745-8163-6ABEF5D1D8C1}"/>
                    </a:ext>
                  </a:extLst>
                </p:cNvPr>
                <p:cNvSpPr/>
                <p:nvPr/>
              </p:nvSpPr>
              <p:spPr>
                <a:xfrm>
                  <a:off x="4108174" y="3670852"/>
                  <a:ext cx="715617" cy="53008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48" name="Oval 347">
                  <a:extLst>
                    <a:ext uri="{FF2B5EF4-FFF2-40B4-BE49-F238E27FC236}">
                      <a16:creationId xmlns:a16="http://schemas.microsoft.com/office/drawing/2014/main" id="{A1900E9C-BBC0-3445-AD24-FF5DCAD23CF4}"/>
                    </a:ext>
                  </a:extLst>
                </p:cNvPr>
                <p:cNvSpPr/>
                <p:nvPr/>
              </p:nvSpPr>
              <p:spPr>
                <a:xfrm>
                  <a:off x="5044440" y="338593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49" name="Oval 348">
                  <a:extLst>
                    <a:ext uri="{FF2B5EF4-FFF2-40B4-BE49-F238E27FC236}">
                      <a16:creationId xmlns:a16="http://schemas.microsoft.com/office/drawing/2014/main" id="{0C87EC48-1316-A84D-8E62-504A6DA4E80B}"/>
                    </a:ext>
                  </a:extLst>
                </p:cNvPr>
                <p:cNvSpPr/>
                <p:nvPr/>
              </p:nvSpPr>
              <p:spPr>
                <a:xfrm>
                  <a:off x="7533861" y="3432312"/>
                  <a:ext cx="974035"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50" name="Oval 349">
                  <a:extLst>
                    <a:ext uri="{FF2B5EF4-FFF2-40B4-BE49-F238E27FC236}">
                      <a16:creationId xmlns:a16="http://schemas.microsoft.com/office/drawing/2014/main" id="{EF61C189-2330-9440-9F7E-120291CCA148}"/>
                    </a:ext>
                  </a:extLst>
                </p:cNvPr>
                <p:cNvSpPr/>
                <p:nvPr/>
              </p:nvSpPr>
              <p:spPr>
                <a:xfrm>
                  <a:off x="8676199" y="3678803"/>
                  <a:ext cx="715617" cy="54267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9" name="TextBox 8">
                  <a:extLst>
                    <a:ext uri="{FF2B5EF4-FFF2-40B4-BE49-F238E27FC236}">
                      <a16:creationId xmlns:a16="http://schemas.microsoft.com/office/drawing/2014/main" id="{AD10F548-95FC-9F46-8B84-BCF5664002EC}"/>
                    </a:ext>
                  </a:extLst>
                </p:cNvPr>
                <p:cNvSpPr txBox="1"/>
                <p:nvPr/>
              </p:nvSpPr>
              <p:spPr>
                <a:xfrm>
                  <a:off x="1300369" y="4426226"/>
                  <a:ext cx="1933161" cy="1015663"/>
                </a:xfrm>
                <a:prstGeom prst="rect">
                  <a:avLst/>
                </a:prstGeom>
                <a:noFill/>
              </p:spPr>
              <p:txBody>
                <a:bodyPr wrap="square" rtlCol="0">
                  <a:spAutoFit/>
                </a:bodyPr>
                <a:lstStyle/>
                <a:p>
                  <a:pPr algn="r">
                    <a:defRPr/>
                  </a:pPr>
                  <a:r>
                    <a:rPr lang="en-US" sz="2000" dirty="0">
                      <a:solidFill>
                        <a:prstClr val="black"/>
                      </a:solidFill>
                    </a:rPr>
                    <a:t>Note source and destination addresses!</a:t>
                  </a:r>
                </a:p>
              </p:txBody>
            </p:sp>
            <p:cxnSp>
              <p:nvCxnSpPr>
                <p:cNvPr id="12" name="Straight Connector 11">
                  <a:extLst>
                    <a:ext uri="{FF2B5EF4-FFF2-40B4-BE49-F238E27FC236}">
                      <a16:creationId xmlns:a16="http://schemas.microsoft.com/office/drawing/2014/main" id="{54D692D2-3154-2C43-AEBC-48FED218407D}"/>
                    </a:ext>
                  </a:extLst>
                </p:cNvPr>
                <p:cNvCxnSpPr>
                  <a:stCxn id="8" idx="2"/>
                  <a:endCxn id="9" idx="3"/>
                </p:cNvCxnSpPr>
                <p:nvPr/>
              </p:nvCxnSpPr>
              <p:spPr>
                <a:xfrm flipH="1">
                  <a:off x="3233530" y="3935896"/>
                  <a:ext cx="874644" cy="998162"/>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a:extLst>
                    <a:ext uri="{FF2B5EF4-FFF2-40B4-BE49-F238E27FC236}">
                      <a16:creationId xmlns:a16="http://schemas.microsoft.com/office/drawing/2014/main" id="{397E0575-92AD-B245-B180-8310A054B81F}"/>
                    </a:ext>
                  </a:extLst>
                </p:cNvPr>
                <p:cNvCxnSpPr>
                  <a:cxnSpLocks/>
                  <a:endCxn id="9" idx="3"/>
                </p:cNvCxnSpPr>
                <p:nvPr/>
              </p:nvCxnSpPr>
              <p:spPr>
                <a:xfrm flipH="1">
                  <a:off x="3233530" y="3690731"/>
                  <a:ext cx="1769166" cy="1243327"/>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7A8FC108-BC9B-7B4F-8C30-B1B2FB0B6630}"/>
                    </a:ext>
                  </a:extLst>
                </p:cNvPr>
                <p:cNvCxnSpPr>
                  <a:cxnSpLocks/>
                  <a:stCxn id="349" idx="2"/>
                  <a:endCxn id="9" idx="3"/>
                </p:cNvCxnSpPr>
                <p:nvPr/>
              </p:nvCxnSpPr>
              <p:spPr>
                <a:xfrm flipH="1">
                  <a:off x="3233530" y="3766930"/>
                  <a:ext cx="4300331" cy="116712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3" name="Straight Connector 352">
                <a:extLst>
                  <a:ext uri="{FF2B5EF4-FFF2-40B4-BE49-F238E27FC236}">
                    <a16:creationId xmlns:a16="http://schemas.microsoft.com/office/drawing/2014/main" id="{2E34DF7B-8B1F-9A49-9DCA-13E9621EB46A}"/>
                  </a:ext>
                </a:extLst>
              </p:cNvPr>
              <p:cNvCxnSpPr>
                <a:cxnSpLocks/>
                <a:stCxn id="350" idx="2"/>
                <a:endCxn id="9" idx="3"/>
              </p:cNvCxnSpPr>
              <p:nvPr/>
            </p:nvCxnSpPr>
            <p:spPr>
              <a:xfrm flipH="1">
                <a:off x="3233530" y="3950142"/>
                <a:ext cx="5442669" cy="983916"/>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5" name="Oval 184">
              <a:extLst>
                <a:ext uri="{FF2B5EF4-FFF2-40B4-BE49-F238E27FC236}">
                  <a16:creationId xmlns:a16="http://schemas.microsoft.com/office/drawing/2014/main" id="{6AAC3EC9-4867-0941-8198-7A4C70909795}"/>
                </a:ext>
              </a:extLst>
            </p:cNvPr>
            <p:cNvSpPr/>
            <p:nvPr/>
          </p:nvSpPr>
          <p:spPr>
            <a:xfrm>
              <a:off x="2880360" y="380310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cxnSp>
          <p:nvCxnSpPr>
            <p:cNvPr id="191" name="Straight Connector 190">
              <a:extLst>
                <a:ext uri="{FF2B5EF4-FFF2-40B4-BE49-F238E27FC236}">
                  <a16:creationId xmlns:a16="http://schemas.microsoft.com/office/drawing/2014/main" id="{F52F217E-25A4-774F-89E1-664523F0BE3E}"/>
                </a:ext>
              </a:extLst>
            </p:cNvPr>
            <p:cNvCxnSpPr>
              <a:cxnSpLocks/>
              <a:endCxn id="9" idx="3"/>
            </p:cNvCxnSpPr>
            <p:nvPr/>
          </p:nvCxnSpPr>
          <p:spPr>
            <a:xfrm flipH="1">
              <a:off x="-225950" y="4267200"/>
              <a:ext cx="3182510" cy="107833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 name="Slide Number Placeholder 3">
            <a:extLst>
              <a:ext uri="{FF2B5EF4-FFF2-40B4-BE49-F238E27FC236}">
                <a16:creationId xmlns:a16="http://schemas.microsoft.com/office/drawing/2014/main" id="{BEAF9563-F70F-5542-A925-4ECE2B10605B}"/>
              </a:ext>
            </a:extLst>
          </p:cNvPr>
          <p:cNvSpPr>
            <a:spLocks noGrp="1"/>
          </p:cNvSpPr>
          <p:nvPr>
            <p:ph type="sldNum" sz="quarter" idx="4"/>
          </p:nvPr>
        </p:nvSpPr>
        <p:spPr>
          <a:xfrm>
            <a:off x="9219616" y="6443089"/>
            <a:ext cx="2743200" cy="365125"/>
          </a:xfrm>
        </p:spPr>
        <p:txBody>
          <a:bodyPr/>
          <a:lstStyle/>
          <a:p>
            <a:r>
              <a:rPr lang="en-US" dirty="0">
                <a:solidFill>
                  <a:prstClr val="white">
                    <a:lumMod val="50000"/>
                  </a:prstClr>
                </a:solidFill>
              </a:rPr>
              <a:t>Network Layer: 4-</a:t>
            </a:r>
            <a:fld id="{C4204591-24BD-A542-B9D5-F8D8A88D2FEE}" type="slidenum">
              <a:rPr lang="en-US" smtClean="0">
                <a:solidFill>
                  <a:prstClr val="white">
                    <a:lumMod val="50000"/>
                  </a:prstClr>
                </a:solidFill>
              </a:rPr>
              <a:pPr/>
              <a:t>35</a:t>
            </a:fld>
            <a:endParaRPr lang="en-US" dirty="0">
              <a:solidFill>
                <a:prstClr val="white">
                  <a:lumMod val="50000"/>
                </a:prstClr>
              </a:solidFill>
            </a:endParaRPr>
          </a:p>
        </p:txBody>
      </p:sp>
    </p:spTree>
    <p:extLst>
      <p:ext uri="{BB962C8B-B14F-4D97-AF65-F5344CB8AC3E}">
        <p14:creationId xmlns:p14="http://schemas.microsoft.com/office/powerpoint/2010/main" val="22625397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13"/>
                                        </p:tgtEl>
                                        <p:attrNameLst>
                                          <p:attrName>style.visibility</p:attrName>
                                        </p:attrNameLst>
                                      </p:cBhvr>
                                      <p:to>
                                        <p:strVal val="visible"/>
                                      </p:to>
                                    </p:set>
                                    <p:animEffect transition="in" filter="wipe(left)">
                                      <p:cBhvr>
                                        <p:cTn id="7" dur="500"/>
                                        <p:tgtEl>
                                          <p:spTgt spid="31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320"/>
                                        </p:tgtEl>
                                        <p:attrNameLst>
                                          <p:attrName>style.visibility</p:attrName>
                                        </p:attrNameLst>
                                      </p:cBhvr>
                                      <p:to>
                                        <p:strVal val="visible"/>
                                      </p:to>
                                    </p:set>
                                    <p:animEffect transition="in" filter="wipe(left)">
                                      <p:cBhvr>
                                        <p:cTn id="12" dur="500"/>
                                        <p:tgtEl>
                                          <p:spTgt spid="32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70"/>
                                        </p:tgtEl>
                                        <p:attrNameLst>
                                          <p:attrName>style.visibility</p:attrName>
                                        </p:attrNameLst>
                                      </p:cBhvr>
                                      <p:to>
                                        <p:strVal val="visible"/>
                                      </p:to>
                                    </p:set>
                                    <p:animEffect transition="in" filter="wipe(left)">
                                      <p:cBhvr>
                                        <p:cTn id="17" dur="500"/>
                                        <p:tgtEl>
                                          <p:spTgt spid="17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337"/>
                                        </p:tgtEl>
                                        <p:attrNameLst>
                                          <p:attrName>style.visibility</p:attrName>
                                        </p:attrNameLst>
                                      </p:cBhvr>
                                      <p:to>
                                        <p:strVal val="visible"/>
                                      </p:to>
                                    </p:set>
                                    <p:animEffect transition="in" filter="wipe(left)">
                                      <p:cBhvr>
                                        <p:cTn id="22" dur="500"/>
                                        <p:tgtEl>
                                          <p:spTgt spid="33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330"/>
                                        </p:tgtEl>
                                        <p:attrNameLst>
                                          <p:attrName>style.visibility</p:attrName>
                                        </p:attrNameLst>
                                      </p:cBhvr>
                                      <p:to>
                                        <p:strVal val="visible"/>
                                      </p:to>
                                    </p:set>
                                    <p:animEffect transition="in" filter="wipe(left)">
                                      <p:cBhvr>
                                        <p:cTn id="27" dur="500"/>
                                        <p:tgtEl>
                                          <p:spTgt spid="330"/>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dissolve">
                                      <p:cBhvr>
                                        <p:cTn id="3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49413"/>
          </a:xfrm>
        </p:spPr>
        <p:txBody>
          <a:bodyPr>
            <a:normAutofit/>
          </a:bodyPr>
          <a:lstStyle/>
          <a:p>
            <a:pPr marL="471488" indent="-341313"/>
            <a:r>
              <a:rPr lang="en-US" altLang="en-US" sz="3200" dirty="0">
                <a:ea typeface="ＭＳ Ｐゴシック" panose="020B0600070205080204" pitchFamily="34" charset="-128"/>
                <a:cs typeface="ＭＳ Ｐゴシック" panose="020B0600070205080204" pitchFamily="34" charset="-128"/>
              </a:rPr>
              <a:t>Google</a:t>
            </a:r>
            <a:r>
              <a:rPr lang="en-US" altLang="en-US" sz="3200" baseline="30000" dirty="0">
                <a:ea typeface="ＭＳ Ｐゴシック" panose="020B0600070205080204" pitchFamily="34" charset="-128"/>
                <a:cs typeface="ＭＳ Ｐゴシック" panose="020B0600070205080204" pitchFamily="34" charset="-128"/>
              </a:rPr>
              <a:t>1</a:t>
            </a:r>
            <a:r>
              <a:rPr lang="en-US" altLang="en-US" sz="3200" dirty="0">
                <a:ea typeface="ＭＳ Ｐゴシック" panose="020B0600070205080204" pitchFamily="34" charset="-128"/>
                <a:cs typeface="ＭＳ Ｐゴシック" panose="020B0600070205080204" pitchFamily="34" charset="-128"/>
              </a:rPr>
              <a:t>: ~ 30% of clients access services via IPv6</a:t>
            </a:r>
          </a:p>
          <a:p>
            <a:pPr marL="471488" indent="-341313"/>
            <a:r>
              <a:rPr lang="en-US" altLang="en-US" sz="3200" dirty="0">
                <a:ea typeface="ＭＳ Ｐゴシック" panose="020B0600070205080204" pitchFamily="34" charset="-128"/>
                <a:cs typeface="ＭＳ Ｐゴシック" panose="020B0600070205080204" pitchFamily="34" charset="-128"/>
              </a:rPr>
              <a:t>NIST: 1/3 of all US government domains are IPv6 capable</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IPv6: adoption</a:t>
            </a:r>
          </a:p>
        </p:txBody>
      </p:sp>
      <p:grpSp>
        <p:nvGrpSpPr>
          <p:cNvPr id="5" name="Group 4">
            <a:extLst>
              <a:ext uri="{FF2B5EF4-FFF2-40B4-BE49-F238E27FC236}">
                <a16:creationId xmlns:a16="http://schemas.microsoft.com/office/drawing/2014/main" id="{ADBF531C-BE87-EB49-B479-7855BE4CF21B}"/>
              </a:ext>
            </a:extLst>
          </p:cNvPr>
          <p:cNvGrpSpPr/>
          <p:nvPr/>
        </p:nvGrpSpPr>
        <p:grpSpPr>
          <a:xfrm>
            <a:off x="1284513" y="2612571"/>
            <a:ext cx="10450286" cy="4049486"/>
            <a:chOff x="1284513" y="2612571"/>
            <a:chExt cx="10450286" cy="4049486"/>
          </a:xfrm>
        </p:grpSpPr>
        <p:sp>
          <p:nvSpPr>
            <p:cNvPr id="4" name="TextBox 3">
              <a:extLst>
                <a:ext uri="{FF2B5EF4-FFF2-40B4-BE49-F238E27FC236}">
                  <a16:creationId xmlns:a16="http://schemas.microsoft.com/office/drawing/2014/main" id="{80A49F01-0502-D745-8771-4AE4FBD24A44}"/>
                </a:ext>
              </a:extLst>
            </p:cNvPr>
            <p:cNvSpPr txBox="1"/>
            <p:nvPr/>
          </p:nvSpPr>
          <p:spPr>
            <a:xfrm>
              <a:off x="9092540" y="5704114"/>
              <a:ext cx="2642259" cy="861774"/>
            </a:xfrm>
            <a:prstGeom prst="rect">
              <a:avLst/>
            </a:prstGeom>
            <a:noFill/>
          </p:spPr>
          <p:txBody>
            <a:bodyPr wrap="square" rtlCol="0">
              <a:spAutoFit/>
            </a:bodyPr>
            <a:lstStyle/>
            <a:p>
              <a:pPr>
                <a:defRPr/>
              </a:pPr>
              <a:r>
                <a:rPr lang="en-US" baseline="30000" dirty="0">
                  <a:solidFill>
                    <a:prstClr val="black"/>
                  </a:solidFill>
                </a:rPr>
                <a:t>1</a:t>
              </a:r>
              <a:r>
                <a:rPr lang="en-US" dirty="0">
                  <a:solidFill>
                    <a:prstClr val="black"/>
                  </a:solidFill>
                </a:rPr>
                <a:t> </a:t>
              </a:r>
              <a:r>
                <a:rPr lang="en-US" sz="1600" dirty="0">
                  <a:solidFill>
                    <a:prstClr val="black"/>
                  </a:solidFill>
                </a:rPr>
                <a:t>https://www.google.com/intl/en/ipv6/statistics.html</a:t>
              </a:r>
              <a:endParaRPr lang="en-US" dirty="0">
                <a:solidFill>
                  <a:prstClr val="black"/>
                </a:solidFill>
              </a:endParaRPr>
            </a:p>
          </p:txBody>
        </p:sp>
        <p:pic>
          <p:nvPicPr>
            <p:cNvPr id="3" name="Picture 2">
              <a:extLst>
                <a:ext uri="{FF2B5EF4-FFF2-40B4-BE49-F238E27FC236}">
                  <a16:creationId xmlns:a16="http://schemas.microsoft.com/office/drawing/2014/main" id="{3A076BA1-0C02-564F-A83C-F71E4CB4A5F0}"/>
                </a:ext>
              </a:extLst>
            </p:cNvPr>
            <p:cNvPicPr>
              <a:picLocks noChangeAspect="1"/>
            </p:cNvPicPr>
            <p:nvPr/>
          </p:nvPicPr>
          <p:blipFill>
            <a:blip r:embed="rId3"/>
            <a:stretch>
              <a:fillRect/>
            </a:stretch>
          </p:blipFill>
          <p:spPr>
            <a:xfrm>
              <a:off x="1284513" y="2612571"/>
              <a:ext cx="7411254" cy="4049486"/>
            </a:xfrm>
            <a:prstGeom prst="rect">
              <a:avLst/>
            </a:prstGeom>
          </p:spPr>
        </p:pic>
      </p:grpSp>
      <p:sp>
        <p:nvSpPr>
          <p:cNvPr id="7" name="Slide Number Placeholder 3">
            <a:extLst>
              <a:ext uri="{FF2B5EF4-FFF2-40B4-BE49-F238E27FC236}">
                <a16:creationId xmlns:a16="http://schemas.microsoft.com/office/drawing/2014/main" id="{89FADA88-24D6-414D-8D4C-1C3C85DF6E9C}"/>
              </a:ext>
            </a:extLst>
          </p:cNvPr>
          <p:cNvSpPr>
            <a:spLocks noGrp="1"/>
          </p:cNvSpPr>
          <p:nvPr>
            <p:ph type="sldNum" sz="quarter" idx="4"/>
          </p:nvPr>
        </p:nvSpPr>
        <p:spPr>
          <a:xfrm>
            <a:off x="9219616" y="6443089"/>
            <a:ext cx="2743200" cy="365125"/>
          </a:xfrm>
        </p:spPr>
        <p:txBody>
          <a:bodyPr/>
          <a:lstStyle/>
          <a:p>
            <a:r>
              <a:rPr lang="en-US" dirty="0">
                <a:solidFill>
                  <a:prstClr val="white">
                    <a:lumMod val="50000"/>
                  </a:prstClr>
                </a:solidFill>
              </a:rPr>
              <a:t>Network Layer: 4-</a:t>
            </a:r>
            <a:fld id="{C4204591-24BD-A542-B9D5-F8D8A88D2FEE}" type="slidenum">
              <a:rPr lang="en-US" smtClean="0">
                <a:solidFill>
                  <a:prstClr val="white">
                    <a:lumMod val="50000"/>
                  </a:prstClr>
                </a:solidFill>
              </a:rPr>
              <a:pPr/>
              <a:t>36</a:t>
            </a:fld>
            <a:endParaRPr lang="en-US" dirty="0">
              <a:solidFill>
                <a:prstClr val="white">
                  <a:lumMod val="50000"/>
                </a:prstClr>
              </a:solidFill>
            </a:endParaRPr>
          </a:p>
        </p:txBody>
      </p:sp>
    </p:spTree>
    <p:extLst>
      <p:ext uri="{BB962C8B-B14F-4D97-AF65-F5344CB8AC3E}">
        <p14:creationId xmlns:p14="http://schemas.microsoft.com/office/powerpoint/2010/main" val="29690985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4663516"/>
          </a:xfrm>
        </p:spPr>
        <p:txBody>
          <a:bodyPr>
            <a:normAutofit/>
          </a:bodyPr>
          <a:lstStyle/>
          <a:p>
            <a:pPr marL="471488" indent="-341313"/>
            <a:r>
              <a:rPr lang="en-US" altLang="en-US" sz="3200" dirty="0">
                <a:ea typeface="ＭＳ Ｐゴシック" panose="020B0600070205080204" pitchFamily="34" charset="-128"/>
                <a:cs typeface="ＭＳ Ｐゴシック" panose="020B0600070205080204" pitchFamily="34" charset="-128"/>
              </a:rPr>
              <a:t>Google</a:t>
            </a:r>
            <a:r>
              <a:rPr lang="en-US" altLang="en-US" sz="3200" baseline="30000" dirty="0">
                <a:ea typeface="ＭＳ Ｐゴシック" panose="020B0600070205080204" pitchFamily="34" charset="-128"/>
                <a:cs typeface="ＭＳ Ｐゴシック" panose="020B0600070205080204" pitchFamily="34" charset="-128"/>
              </a:rPr>
              <a:t>1</a:t>
            </a:r>
            <a:r>
              <a:rPr lang="en-US" altLang="en-US" sz="3200" dirty="0">
                <a:ea typeface="ＭＳ Ｐゴシック" panose="020B0600070205080204" pitchFamily="34" charset="-128"/>
                <a:cs typeface="ＭＳ Ｐゴシック" panose="020B0600070205080204" pitchFamily="34" charset="-128"/>
              </a:rPr>
              <a:t>: ~ 30% of clients access services via IPv6</a:t>
            </a:r>
          </a:p>
          <a:p>
            <a:pPr marL="471488" indent="-341313"/>
            <a:r>
              <a:rPr lang="en-US" altLang="en-US" sz="3200" dirty="0">
                <a:ea typeface="ＭＳ Ｐゴシック" panose="020B0600070205080204" pitchFamily="34" charset="-128"/>
                <a:cs typeface="ＭＳ Ｐゴシック" panose="020B0600070205080204" pitchFamily="34" charset="-128"/>
              </a:rPr>
              <a:t>NIST: 1/3 of all US government domains are IPv6 capable</a:t>
            </a:r>
          </a:p>
          <a:p>
            <a:pPr marL="471488" indent="-341313"/>
            <a:r>
              <a:rPr lang="en-US" altLang="en-US" sz="3200" dirty="0">
                <a:ea typeface="ＭＳ Ｐゴシック" panose="020B0600070205080204" pitchFamily="34" charset="-128"/>
                <a:cs typeface="ＭＳ Ｐゴシック" panose="020B0600070205080204" pitchFamily="34" charset="-128"/>
              </a:rPr>
              <a:t>Long (long!) time for deployment, use</a:t>
            </a:r>
          </a:p>
          <a:p>
            <a:pPr marL="914400" lvl="1" indent="-328613"/>
            <a:r>
              <a:rPr lang="en-US" altLang="en-US" sz="2800" dirty="0">
                <a:ea typeface="ＭＳ Ｐゴシック" panose="020B0600070205080204" pitchFamily="34" charset="-128"/>
              </a:rPr>
              <a:t>25 years and counting!</a:t>
            </a:r>
          </a:p>
          <a:p>
            <a:pPr marL="914400" lvl="1" indent="-328613"/>
            <a:r>
              <a:rPr lang="en-US" altLang="en-US" sz="2800" dirty="0">
                <a:ea typeface="ＭＳ Ｐゴシック" panose="020B0600070205080204" pitchFamily="34" charset="-128"/>
              </a:rPr>
              <a:t>think of application-level changes in last 25 years: WWW, social media, streaming media, gaming, telepresence, …</a:t>
            </a:r>
          </a:p>
          <a:p>
            <a:pPr marL="914400" lvl="1" indent="-328613"/>
            <a:r>
              <a:rPr lang="en-US" altLang="en-US" sz="2800" i="1" dirty="0">
                <a:solidFill>
                  <a:srgbClr val="CC0000"/>
                </a:solidFill>
                <a:ea typeface="ＭＳ Ｐゴシック" panose="020B0600070205080204" pitchFamily="34" charset="-128"/>
              </a:rPr>
              <a:t>Why?</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IPv6: adoption</a:t>
            </a:r>
          </a:p>
        </p:txBody>
      </p:sp>
      <p:sp>
        <p:nvSpPr>
          <p:cNvPr id="4" name="TextBox 3">
            <a:extLst>
              <a:ext uri="{FF2B5EF4-FFF2-40B4-BE49-F238E27FC236}">
                <a16:creationId xmlns:a16="http://schemas.microsoft.com/office/drawing/2014/main" id="{80A49F01-0502-D745-8771-4AE4FBD24A44}"/>
              </a:ext>
            </a:extLst>
          </p:cNvPr>
          <p:cNvSpPr txBox="1"/>
          <p:nvPr/>
        </p:nvSpPr>
        <p:spPr>
          <a:xfrm>
            <a:off x="928255" y="6289964"/>
            <a:ext cx="4729436" cy="369332"/>
          </a:xfrm>
          <a:prstGeom prst="rect">
            <a:avLst/>
          </a:prstGeom>
          <a:noFill/>
        </p:spPr>
        <p:txBody>
          <a:bodyPr wrap="none" rtlCol="0">
            <a:spAutoFit/>
          </a:bodyPr>
          <a:lstStyle/>
          <a:p>
            <a:pPr>
              <a:defRPr/>
            </a:pPr>
            <a:r>
              <a:rPr lang="en-US" baseline="30000" dirty="0">
                <a:solidFill>
                  <a:prstClr val="black"/>
                </a:solidFill>
              </a:rPr>
              <a:t>1</a:t>
            </a:r>
            <a:r>
              <a:rPr lang="en-US" dirty="0">
                <a:solidFill>
                  <a:prstClr val="black"/>
                </a:solidFill>
              </a:rPr>
              <a:t> </a:t>
            </a:r>
            <a:r>
              <a:rPr lang="en-US" sz="1600" dirty="0">
                <a:solidFill>
                  <a:prstClr val="black"/>
                </a:solidFill>
              </a:rPr>
              <a:t>https://www.google.com/intl/en/ipv6/statistics.html</a:t>
            </a:r>
            <a:endParaRPr lang="en-US" dirty="0">
              <a:solidFill>
                <a:prstClr val="black"/>
              </a:solidFill>
            </a:endParaRPr>
          </a:p>
        </p:txBody>
      </p:sp>
      <p:sp>
        <p:nvSpPr>
          <p:cNvPr id="5" name="Slide Number Placeholder 3">
            <a:extLst>
              <a:ext uri="{FF2B5EF4-FFF2-40B4-BE49-F238E27FC236}">
                <a16:creationId xmlns:a16="http://schemas.microsoft.com/office/drawing/2014/main" id="{93499F0B-8A43-B042-94A3-D83FC9EF4069}"/>
              </a:ext>
            </a:extLst>
          </p:cNvPr>
          <p:cNvSpPr>
            <a:spLocks noGrp="1"/>
          </p:cNvSpPr>
          <p:nvPr>
            <p:ph type="sldNum" sz="quarter" idx="4"/>
          </p:nvPr>
        </p:nvSpPr>
        <p:spPr>
          <a:xfrm>
            <a:off x="9219616" y="6443089"/>
            <a:ext cx="2743200" cy="365125"/>
          </a:xfrm>
        </p:spPr>
        <p:txBody>
          <a:bodyPr/>
          <a:lstStyle/>
          <a:p>
            <a:r>
              <a:rPr lang="en-US" dirty="0">
                <a:solidFill>
                  <a:prstClr val="white">
                    <a:lumMod val="50000"/>
                  </a:prstClr>
                </a:solidFill>
              </a:rPr>
              <a:t>Network Layer: 4-</a:t>
            </a:r>
            <a:fld id="{C4204591-24BD-A542-B9D5-F8D8A88D2FEE}" type="slidenum">
              <a:rPr lang="en-US" smtClean="0">
                <a:solidFill>
                  <a:prstClr val="white">
                    <a:lumMod val="50000"/>
                  </a:prstClr>
                </a:solidFill>
              </a:rPr>
              <a:pPr/>
              <a:t>37</a:t>
            </a:fld>
            <a:endParaRPr lang="en-US" dirty="0">
              <a:solidFill>
                <a:prstClr val="white">
                  <a:lumMod val="50000"/>
                </a:prstClr>
              </a:solidFill>
            </a:endParaRPr>
          </a:p>
        </p:txBody>
      </p:sp>
    </p:spTree>
    <p:extLst>
      <p:ext uri="{BB962C8B-B14F-4D97-AF65-F5344CB8AC3E}">
        <p14:creationId xmlns:p14="http://schemas.microsoft.com/office/powerpoint/2010/main" val="1746646673"/>
      </p:ext>
    </p:extLst>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6">
            <a:extLst>
              <a:ext uri="{FF2B5EF4-FFF2-40B4-BE49-F238E27FC236}">
                <a16:creationId xmlns:a16="http://schemas.microsoft.com/office/drawing/2014/main" id="{0FCA6316-79A6-B14E-8F63-A42967EB3B2A}"/>
              </a:ext>
            </a:extLst>
          </p:cNvPr>
          <p:cNvSpPr>
            <a:spLocks noGrp="1"/>
          </p:cNvSpPr>
          <p:nvPr>
            <p:ph idx="1"/>
          </p:nvPr>
        </p:nvSpPr>
        <p:spPr>
          <a:xfrm>
            <a:off x="970936" y="4247536"/>
            <a:ext cx="10515600" cy="1473868"/>
          </a:xfrm>
        </p:spPr>
        <p:txBody>
          <a:bodyPr>
            <a:normAutofit lnSpcReduction="10000"/>
          </a:bodyPr>
          <a:lstStyle/>
          <a:p>
            <a:pPr marL="130175" indent="0">
              <a:buNone/>
            </a:pPr>
            <a:r>
              <a:rPr lang="en-US" sz="3200" dirty="0">
                <a:solidFill>
                  <a:srgbClr val="C00000"/>
                </a:solidFill>
              </a:rPr>
              <a:t>Two approaches to structuring network control plane:</a:t>
            </a:r>
          </a:p>
          <a:p>
            <a:pPr marL="466725" indent="-249238"/>
            <a:r>
              <a:rPr lang="en-US" dirty="0"/>
              <a:t>per-router control (traditional)</a:t>
            </a:r>
          </a:p>
          <a:p>
            <a:pPr marL="466725" indent="-249238"/>
            <a:r>
              <a:rPr lang="en-US" dirty="0"/>
              <a:t>logically centralized control (software defined networking)</a:t>
            </a:r>
          </a:p>
          <a:p>
            <a:endParaRPr lang="en-US" dirty="0"/>
          </a:p>
        </p:txBody>
      </p:sp>
      <p:sp>
        <p:nvSpPr>
          <p:cNvPr id="6" name="Title 5">
            <a:extLst>
              <a:ext uri="{FF2B5EF4-FFF2-40B4-BE49-F238E27FC236}">
                <a16:creationId xmlns:a16="http://schemas.microsoft.com/office/drawing/2014/main" id="{E6933BFA-FFE1-0149-8120-54BF3A2DA787}"/>
              </a:ext>
            </a:extLst>
          </p:cNvPr>
          <p:cNvSpPr>
            <a:spLocks noGrp="1"/>
          </p:cNvSpPr>
          <p:nvPr>
            <p:ph type="title"/>
          </p:nvPr>
        </p:nvSpPr>
        <p:spPr/>
        <p:txBody>
          <a:bodyPr>
            <a:normAutofit/>
          </a:bodyPr>
          <a:lstStyle/>
          <a:p>
            <a:r>
              <a:rPr lang="en-US" sz="4800" dirty="0"/>
              <a:t>Network-layer functions</a:t>
            </a:r>
          </a:p>
        </p:txBody>
      </p:sp>
      <p:sp>
        <p:nvSpPr>
          <p:cNvPr id="5" name="Slide Number Placeholder 4">
            <a:extLst>
              <a:ext uri="{FF2B5EF4-FFF2-40B4-BE49-F238E27FC236}">
                <a16:creationId xmlns:a16="http://schemas.microsoft.com/office/drawing/2014/main" id="{C959312D-6602-054C-94D1-70724062AE9B}"/>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38</a:t>
            </a:fld>
            <a:endParaRPr lang="en-US" dirty="0">
              <a:solidFill>
                <a:prstClr val="white">
                  <a:lumMod val="50000"/>
                </a:prstClr>
              </a:solidFill>
            </a:endParaRPr>
          </a:p>
        </p:txBody>
      </p:sp>
      <p:grpSp>
        <p:nvGrpSpPr>
          <p:cNvPr id="12" name="Group 11">
            <a:extLst>
              <a:ext uri="{FF2B5EF4-FFF2-40B4-BE49-F238E27FC236}">
                <a16:creationId xmlns:a16="http://schemas.microsoft.com/office/drawing/2014/main" id="{6FDE94C0-73F6-B048-AAAB-8D0D8D89E2D1}"/>
              </a:ext>
            </a:extLst>
          </p:cNvPr>
          <p:cNvGrpSpPr/>
          <p:nvPr/>
        </p:nvGrpSpPr>
        <p:grpSpPr>
          <a:xfrm>
            <a:off x="817202" y="1662139"/>
            <a:ext cx="9934373" cy="918829"/>
            <a:chOff x="817202" y="1662139"/>
            <a:chExt cx="9934373" cy="918829"/>
          </a:xfrm>
        </p:grpSpPr>
        <p:sp>
          <p:nvSpPr>
            <p:cNvPr id="8" name="Rectangle 3">
              <a:extLst>
                <a:ext uri="{FF2B5EF4-FFF2-40B4-BE49-F238E27FC236}">
                  <a16:creationId xmlns:a16="http://schemas.microsoft.com/office/drawing/2014/main" id="{FEAC7B53-78D6-1B48-9942-0293ECA70C35}"/>
                </a:ext>
              </a:extLst>
            </p:cNvPr>
            <p:cNvSpPr txBox="1">
              <a:spLocks noChangeArrowheads="1"/>
            </p:cNvSpPr>
            <p:nvPr/>
          </p:nvSpPr>
          <p:spPr>
            <a:xfrm>
              <a:off x="817202" y="1662139"/>
              <a:ext cx="6556992" cy="91882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6725" indent="-336550">
                <a:spcBef>
                  <a:spcPts val="1200"/>
                </a:spcBef>
                <a:defRPr/>
              </a:pPr>
              <a:r>
                <a:rPr lang="en-US" dirty="0">
                  <a:solidFill>
                    <a:srgbClr val="C00000"/>
                  </a:solidFill>
                </a:rPr>
                <a:t>forwarding: </a:t>
              </a:r>
              <a:r>
                <a:rPr lang="en-US" dirty="0">
                  <a:solidFill>
                    <a:prstClr val="black"/>
                  </a:solidFill>
                </a:rPr>
                <a:t>move packets from router’</a:t>
              </a:r>
              <a:r>
                <a:rPr lang="en-US" altLang="ja-JP" dirty="0">
                  <a:solidFill>
                    <a:prstClr val="black"/>
                  </a:solidFill>
                </a:rPr>
                <a:t>s input to appropriate router output</a:t>
              </a:r>
            </a:p>
            <a:p>
              <a:pPr>
                <a:buFont typeface="Wingdings" charset="0"/>
                <a:buNone/>
                <a:defRPr/>
              </a:pPr>
              <a:endParaRPr lang="en-US" dirty="0">
                <a:solidFill>
                  <a:prstClr val="black"/>
                </a:solidFill>
              </a:endParaRPr>
            </a:p>
          </p:txBody>
        </p:sp>
        <p:sp>
          <p:nvSpPr>
            <p:cNvPr id="9" name="Rectangle 4">
              <a:extLst>
                <a:ext uri="{FF2B5EF4-FFF2-40B4-BE49-F238E27FC236}">
                  <a16:creationId xmlns:a16="http://schemas.microsoft.com/office/drawing/2014/main" id="{921A3F06-1DC8-C24B-9C1D-D833C15E3FF7}"/>
                </a:ext>
              </a:extLst>
            </p:cNvPr>
            <p:cNvSpPr>
              <a:spLocks noChangeArrowheads="1"/>
            </p:cNvSpPr>
            <p:nvPr/>
          </p:nvSpPr>
          <p:spPr bwMode="auto">
            <a:xfrm>
              <a:off x="7868781" y="1807341"/>
              <a:ext cx="2882794" cy="508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342900" indent="-342900">
                <a:lnSpc>
                  <a:spcPct val="85000"/>
                </a:lnSpc>
                <a:spcBef>
                  <a:spcPts val="600"/>
                </a:spcBef>
                <a:buClr>
                  <a:srgbClr val="000099"/>
                </a:buClr>
                <a:buSzPct val="65000"/>
                <a:buFont typeface="Wingdings" charset="0"/>
                <a:buNone/>
                <a:defRPr/>
              </a:pPr>
              <a:r>
                <a:rPr lang="en-US" sz="3600" i="1" dirty="0">
                  <a:solidFill>
                    <a:srgbClr val="000090"/>
                  </a:solidFill>
                </a:rPr>
                <a:t>data plane</a:t>
              </a:r>
            </a:p>
            <a:p>
              <a:pPr marL="342900" indent="-342900">
                <a:lnSpc>
                  <a:spcPct val="85000"/>
                </a:lnSpc>
                <a:spcBef>
                  <a:spcPts val="600"/>
                </a:spcBef>
                <a:buClr>
                  <a:srgbClr val="000099"/>
                </a:buClr>
                <a:buSzPct val="65000"/>
                <a:buFont typeface="Wingdings" charset="0"/>
                <a:buNone/>
                <a:defRPr/>
              </a:pPr>
              <a:endParaRPr lang="en-US" sz="2800" dirty="0">
                <a:solidFill>
                  <a:prstClr val="black"/>
                </a:solidFill>
              </a:endParaRPr>
            </a:p>
            <a:p>
              <a:pPr marL="342900" indent="-342900">
                <a:lnSpc>
                  <a:spcPct val="85000"/>
                </a:lnSpc>
                <a:spcBef>
                  <a:spcPct val="20000"/>
                </a:spcBef>
                <a:buClr>
                  <a:srgbClr val="000099"/>
                </a:buClr>
                <a:buSzPct val="65000"/>
                <a:buFont typeface="Wingdings" charset="0"/>
                <a:buChar char="v"/>
                <a:defRPr/>
              </a:pPr>
              <a:endParaRPr lang="en-US" sz="2800" dirty="0">
                <a:solidFill>
                  <a:prstClr val="black"/>
                </a:solidFill>
              </a:endParaRPr>
            </a:p>
          </p:txBody>
        </p:sp>
      </p:grpSp>
      <p:grpSp>
        <p:nvGrpSpPr>
          <p:cNvPr id="13" name="Group 12">
            <a:extLst>
              <a:ext uri="{FF2B5EF4-FFF2-40B4-BE49-F238E27FC236}">
                <a16:creationId xmlns:a16="http://schemas.microsoft.com/office/drawing/2014/main" id="{DF499515-ACC5-5E44-BAC7-0535D920E0BE}"/>
              </a:ext>
            </a:extLst>
          </p:cNvPr>
          <p:cNvGrpSpPr/>
          <p:nvPr/>
        </p:nvGrpSpPr>
        <p:grpSpPr>
          <a:xfrm>
            <a:off x="948416" y="2692736"/>
            <a:ext cx="10162404" cy="920619"/>
            <a:chOff x="977913" y="2913962"/>
            <a:chExt cx="10162404" cy="920619"/>
          </a:xfrm>
        </p:grpSpPr>
        <p:sp>
          <p:nvSpPr>
            <p:cNvPr id="10" name="Rectangle 4">
              <a:extLst>
                <a:ext uri="{FF2B5EF4-FFF2-40B4-BE49-F238E27FC236}">
                  <a16:creationId xmlns:a16="http://schemas.microsoft.com/office/drawing/2014/main" id="{F4BDCF0F-801F-9241-A6B1-11645A67C7D9}"/>
                </a:ext>
              </a:extLst>
            </p:cNvPr>
            <p:cNvSpPr>
              <a:spLocks noChangeArrowheads="1"/>
            </p:cNvSpPr>
            <p:nvPr/>
          </p:nvSpPr>
          <p:spPr bwMode="auto">
            <a:xfrm>
              <a:off x="7847249" y="3047636"/>
              <a:ext cx="3293068" cy="5637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nSpc>
                  <a:spcPct val="85000"/>
                </a:lnSpc>
                <a:spcBef>
                  <a:spcPts val="600"/>
                </a:spcBef>
                <a:buClr>
                  <a:srgbClr val="000099"/>
                </a:buClr>
                <a:buSzPct val="100000"/>
                <a:defRPr/>
              </a:pPr>
              <a:r>
                <a:rPr lang="en-US" sz="3600" i="1" dirty="0">
                  <a:solidFill>
                    <a:srgbClr val="000099"/>
                  </a:solidFill>
                </a:rPr>
                <a:t>control</a:t>
              </a:r>
              <a:r>
                <a:rPr lang="en-US" sz="3600" b="1" i="1" dirty="0">
                  <a:solidFill>
                    <a:srgbClr val="000099"/>
                  </a:solidFill>
                </a:rPr>
                <a:t> </a:t>
              </a:r>
              <a:r>
                <a:rPr lang="en-US" sz="3600" i="1" dirty="0">
                  <a:solidFill>
                    <a:srgbClr val="000099"/>
                  </a:solidFill>
                </a:rPr>
                <a:t>plane</a:t>
              </a:r>
              <a:endParaRPr lang="en-US" sz="3600" i="1" dirty="0">
                <a:solidFill>
                  <a:prstClr val="black"/>
                </a:solidFill>
              </a:endParaRPr>
            </a:p>
            <a:p>
              <a:pPr marL="342900" indent="-342900">
                <a:lnSpc>
                  <a:spcPct val="85000"/>
                </a:lnSpc>
                <a:spcBef>
                  <a:spcPct val="70000"/>
                </a:spcBef>
                <a:buClr>
                  <a:srgbClr val="000099"/>
                </a:buClr>
                <a:buSzPct val="65000"/>
                <a:buFont typeface="Wingdings" charset="0"/>
                <a:buChar char="v"/>
                <a:defRPr/>
              </a:pPr>
              <a:endParaRPr lang="en-US" sz="2800" dirty="0">
                <a:solidFill>
                  <a:prstClr val="black"/>
                </a:solidFill>
              </a:endParaRPr>
            </a:p>
            <a:p>
              <a:pPr>
                <a:lnSpc>
                  <a:spcPct val="85000"/>
                </a:lnSpc>
                <a:spcBef>
                  <a:spcPct val="20000"/>
                </a:spcBef>
                <a:buClr>
                  <a:srgbClr val="000099"/>
                </a:buClr>
                <a:buSzPct val="65000"/>
                <a:defRPr/>
              </a:pPr>
              <a:endParaRPr lang="en-US" sz="2800" dirty="0">
                <a:solidFill>
                  <a:prstClr val="black"/>
                </a:solidFill>
              </a:endParaRPr>
            </a:p>
          </p:txBody>
        </p:sp>
        <p:sp>
          <p:nvSpPr>
            <p:cNvPr id="11" name="Rectangle 3">
              <a:extLst>
                <a:ext uri="{FF2B5EF4-FFF2-40B4-BE49-F238E27FC236}">
                  <a16:creationId xmlns:a16="http://schemas.microsoft.com/office/drawing/2014/main" id="{470A0826-D747-A94C-89BA-1620D77E3186}"/>
                </a:ext>
              </a:extLst>
            </p:cNvPr>
            <p:cNvSpPr txBox="1">
              <a:spLocks noChangeArrowheads="1"/>
            </p:cNvSpPr>
            <p:nvPr/>
          </p:nvSpPr>
          <p:spPr bwMode="auto">
            <a:xfrm>
              <a:off x="977913" y="2913962"/>
              <a:ext cx="6529016" cy="9206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a:lnSpc>
                  <a:spcPct val="90000"/>
                </a:lnSpc>
                <a:spcBef>
                  <a:spcPts val="1200"/>
                </a:spcBef>
                <a:defRPr/>
              </a:pPr>
              <a:r>
                <a:rPr lang="en-US" dirty="0">
                  <a:solidFill>
                    <a:srgbClr val="C00000"/>
                  </a:solidFill>
                </a:rPr>
                <a:t>routing: </a:t>
              </a:r>
              <a:r>
                <a:rPr lang="en-US" dirty="0">
                  <a:solidFill>
                    <a:prstClr val="black"/>
                  </a:solidFill>
                </a:rPr>
                <a:t>determine route taken by packets from source to destination</a:t>
              </a:r>
            </a:p>
            <a:p>
              <a:pPr>
                <a:buFont typeface="Wingdings" charset="0"/>
                <a:buNone/>
                <a:defRPr/>
              </a:pPr>
              <a:endParaRPr lang="en-US" dirty="0">
                <a:solidFill>
                  <a:prstClr val="black"/>
                </a:solidFill>
              </a:endParaRPr>
            </a:p>
          </p:txBody>
        </p:sp>
      </p:grpSp>
    </p:spTree>
    <p:extLst>
      <p:ext uri="{BB962C8B-B14F-4D97-AF65-F5344CB8AC3E}">
        <p14:creationId xmlns:p14="http://schemas.microsoft.com/office/powerpoint/2010/main" val="4069466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dissolve">
                                      <p:cBhvr>
                                        <p:cTn id="7" dur="500"/>
                                        <p:tgtEl>
                                          <p:spTgt spid="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xEl>
                                              <p:pRg st="1" end="1"/>
                                            </p:txEl>
                                          </p:spTgt>
                                        </p:tgtEl>
                                        <p:attrNameLst>
                                          <p:attrName>style.visibility</p:attrName>
                                        </p:attrNameLst>
                                      </p:cBhvr>
                                      <p:to>
                                        <p:strVal val="visible"/>
                                      </p:to>
                                    </p:set>
                                    <p:animEffect transition="in" filter="dissolve">
                                      <p:cBhvr>
                                        <p:cTn id="12" dur="500"/>
                                        <p:tgtEl>
                                          <p:spTgt spid="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xEl>
                                              <p:pRg st="2" end="2"/>
                                            </p:txEl>
                                          </p:spTgt>
                                        </p:tgtEl>
                                        <p:attrNameLst>
                                          <p:attrName>style.visibility</p:attrName>
                                        </p:attrNameLst>
                                      </p:cBhvr>
                                      <p:to>
                                        <p:strVal val="visible"/>
                                      </p:to>
                                    </p:set>
                                    <p:animEffect transition="in" filter="dissolve">
                                      <p:cBhvr>
                                        <p:cTn id="17" dur="500"/>
                                        <p:tgtEl>
                                          <p:spTgt spid="7">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6">
            <a:extLst>
              <a:ext uri="{FF2B5EF4-FFF2-40B4-BE49-F238E27FC236}">
                <a16:creationId xmlns:a16="http://schemas.microsoft.com/office/drawing/2014/main" id="{B013C8C0-E40F-7640-BA53-55FC4A489191}"/>
              </a:ext>
            </a:extLst>
          </p:cNvPr>
          <p:cNvSpPr>
            <a:spLocks noGrp="1"/>
          </p:cNvSpPr>
          <p:nvPr>
            <p:ph idx="1"/>
          </p:nvPr>
        </p:nvSpPr>
        <p:spPr>
          <a:xfrm>
            <a:off x="749710" y="1443808"/>
            <a:ext cx="6034548" cy="4351338"/>
          </a:xfrm>
        </p:spPr>
        <p:txBody>
          <a:bodyPr>
            <a:normAutofit lnSpcReduction="10000"/>
          </a:bodyPr>
          <a:lstStyle/>
          <a:p>
            <a:pPr marL="130175" indent="0">
              <a:buNone/>
            </a:pPr>
            <a:r>
              <a:rPr lang="en-US" sz="3200" dirty="0">
                <a:solidFill>
                  <a:srgbClr val="C00000"/>
                </a:solidFill>
              </a:rPr>
              <a:t>Routing</a:t>
            </a:r>
            <a:r>
              <a:rPr lang="en-US" dirty="0">
                <a:solidFill>
                  <a:srgbClr val="C00000"/>
                </a:solidFill>
              </a:rPr>
              <a:t> protocol goal: </a:t>
            </a:r>
            <a:r>
              <a:rPr lang="en-US" dirty="0"/>
              <a:t>determine “good” paths (equivalently, routes), from sending hosts to receiving host, through network of routers</a:t>
            </a:r>
          </a:p>
          <a:p>
            <a:pPr marL="407988" indent="-277813"/>
            <a:r>
              <a:rPr lang="en-US" dirty="0">
                <a:solidFill>
                  <a:srgbClr val="C00000"/>
                </a:solidFill>
              </a:rPr>
              <a:t>path: </a:t>
            </a:r>
            <a:r>
              <a:rPr lang="en-US" dirty="0"/>
              <a:t>sequence of routers packets traverse from given initial source host to final destination host</a:t>
            </a:r>
          </a:p>
          <a:p>
            <a:pPr marL="407988" indent="-277813"/>
            <a:r>
              <a:rPr lang="en-US" dirty="0">
                <a:solidFill>
                  <a:srgbClr val="C00000"/>
                </a:solidFill>
              </a:rPr>
              <a:t>“good”: </a:t>
            </a:r>
            <a:r>
              <a:rPr lang="en-US" dirty="0"/>
              <a:t>least “cost”, “fastest”, “least congested”</a:t>
            </a:r>
          </a:p>
          <a:p>
            <a:pPr marL="407988" indent="-277813"/>
            <a:r>
              <a:rPr lang="en-US" dirty="0"/>
              <a:t>routing: a “top-10” networking challenge!</a:t>
            </a:r>
          </a:p>
          <a:p>
            <a:endParaRPr lang="en-US" dirty="0"/>
          </a:p>
        </p:txBody>
      </p:sp>
      <p:sp>
        <p:nvSpPr>
          <p:cNvPr id="6" name="Title 5">
            <a:extLst>
              <a:ext uri="{FF2B5EF4-FFF2-40B4-BE49-F238E27FC236}">
                <a16:creationId xmlns:a16="http://schemas.microsoft.com/office/drawing/2014/main" id="{5B27BFF1-5DCE-D642-8EFE-FACB1C97EEE0}"/>
              </a:ext>
            </a:extLst>
          </p:cNvPr>
          <p:cNvSpPr>
            <a:spLocks noGrp="1"/>
          </p:cNvSpPr>
          <p:nvPr>
            <p:ph type="title"/>
          </p:nvPr>
        </p:nvSpPr>
        <p:spPr>
          <a:xfrm>
            <a:off x="838200" y="333837"/>
            <a:ext cx="10515600" cy="894622"/>
          </a:xfrm>
        </p:spPr>
        <p:txBody>
          <a:bodyPr/>
          <a:lstStyle/>
          <a:p>
            <a:r>
              <a:rPr lang="en-US" dirty="0"/>
              <a:t>Routing protocols</a:t>
            </a:r>
          </a:p>
        </p:txBody>
      </p:sp>
      <p:sp>
        <p:nvSpPr>
          <p:cNvPr id="8" name="Freeform 7">
            <a:extLst>
              <a:ext uri="{FF2B5EF4-FFF2-40B4-BE49-F238E27FC236}">
                <a16:creationId xmlns:a16="http://schemas.microsoft.com/office/drawing/2014/main" id="{8145F460-37A7-FC4E-B52E-1476917705E4}"/>
              </a:ext>
            </a:extLst>
          </p:cNvPr>
          <p:cNvSpPr/>
          <p:nvPr/>
        </p:nvSpPr>
        <p:spPr>
          <a:xfrm>
            <a:off x="9058928" y="2579084"/>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dirty="0">
              <a:solidFill>
                <a:prstClr val="white"/>
              </a:solidFill>
            </a:endParaRPr>
          </a:p>
        </p:txBody>
      </p:sp>
      <p:sp>
        <p:nvSpPr>
          <p:cNvPr id="9" name="Freeform 417">
            <a:extLst>
              <a:ext uri="{FF2B5EF4-FFF2-40B4-BE49-F238E27FC236}">
                <a16:creationId xmlns:a16="http://schemas.microsoft.com/office/drawing/2014/main" id="{A6AD087C-04A1-094B-B5E0-C38BD623364D}"/>
              </a:ext>
            </a:extLst>
          </p:cNvPr>
          <p:cNvSpPr>
            <a:spLocks/>
          </p:cNvSpPr>
          <p:nvPr/>
        </p:nvSpPr>
        <p:spPr bwMode="auto">
          <a:xfrm>
            <a:off x="7347816" y="1339341"/>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a:defRPr/>
            </a:pPr>
            <a:endParaRPr lang="en-US" dirty="0">
              <a:solidFill>
                <a:prstClr val="black"/>
              </a:solidFill>
            </a:endParaRPr>
          </a:p>
        </p:txBody>
      </p:sp>
      <p:grpSp>
        <p:nvGrpSpPr>
          <p:cNvPr id="10" name="Group 418">
            <a:extLst>
              <a:ext uri="{FF2B5EF4-FFF2-40B4-BE49-F238E27FC236}">
                <a16:creationId xmlns:a16="http://schemas.microsoft.com/office/drawing/2014/main" id="{DDD85433-A27F-6541-A663-D96D5984F58C}"/>
              </a:ext>
            </a:extLst>
          </p:cNvPr>
          <p:cNvGrpSpPr>
            <a:grpSpLocks/>
          </p:cNvGrpSpPr>
          <p:nvPr/>
        </p:nvGrpSpPr>
        <p:grpSpPr bwMode="auto">
          <a:xfrm>
            <a:off x="7279090" y="2802557"/>
            <a:ext cx="1458912" cy="933450"/>
            <a:chOff x="2889" y="1631"/>
            <a:chExt cx="980" cy="743"/>
          </a:xfrm>
        </p:grpSpPr>
        <p:sp>
          <p:nvSpPr>
            <p:cNvPr id="11" name="Rectangle 419">
              <a:extLst>
                <a:ext uri="{FF2B5EF4-FFF2-40B4-BE49-F238E27FC236}">
                  <a16:creationId xmlns:a16="http://schemas.microsoft.com/office/drawing/2014/main" id="{6BE52684-A899-C64A-B92A-00B359924CD9}"/>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12" name="AutoShape 420">
              <a:extLst>
                <a:ext uri="{FF2B5EF4-FFF2-40B4-BE49-F238E27FC236}">
                  <a16:creationId xmlns:a16="http://schemas.microsoft.com/office/drawing/2014/main" id="{1CC81BD0-1E06-234E-9C84-9CF4B42DEA73}"/>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defRPr/>
              </a:pPr>
              <a:endParaRPr lang="en-US" altLang="en-US" sz="2400" dirty="0">
                <a:solidFill>
                  <a:srgbClr val="00CCFF"/>
                </a:solidFill>
                <a:latin typeface="Arial" panose="020B0604020202020204" pitchFamily="34" charset="0"/>
              </a:endParaRPr>
            </a:p>
          </p:txBody>
        </p:sp>
      </p:grpSp>
      <p:sp>
        <p:nvSpPr>
          <p:cNvPr id="13" name="Freeform 427">
            <a:extLst>
              <a:ext uri="{FF2B5EF4-FFF2-40B4-BE49-F238E27FC236}">
                <a16:creationId xmlns:a16="http://schemas.microsoft.com/office/drawing/2014/main" id="{15D75210-CCB3-EF4F-8147-08315952ABD2}"/>
              </a:ext>
            </a:extLst>
          </p:cNvPr>
          <p:cNvSpPr>
            <a:spLocks/>
          </p:cNvSpPr>
          <p:nvPr/>
        </p:nvSpPr>
        <p:spPr bwMode="auto">
          <a:xfrm>
            <a:off x="7786141" y="4196440"/>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a:defRPr/>
            </a:pPr>
            <a:endParaRPr lang="en-US" dirty="0">
              <a:solidFill>
                <a:prstClr val="black"/>
              </a:solidFill>
            </a:endParaRPr>
          </a:p>
        </p:txBody>
      </p:sp>
      <p:sp>
        <p:nvSpPr>
          <p:cNvPr id="14" name="Text Box 580">
            <a:extLst>
              <a:ext uri="{FF2B5EF4-FFF2-40B4-BE49-F238E27FC236}">
                <a16:creationId xmlns:a16="http://schemas.microsoft.com/office/drawing/2014/main" id="{F5DA193A-3F5E-E747-8642-93E8D466E669}"/>
              </a:ext>
            </a:extLst>
          </p:cNvPr>
          <p:cNvSpPr txBox="1">
            <a:spLocks noChangeArrowheads="1"/>
          </p:cNvSpPr>
          <p:nvPr/>
        </p:nvSpPr>
        <p:spPr bwMode="auto">
          <a:xfrm>
            <a:off x="7753014" y="1001767"/>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r>
              <a:rPr lang="en-US" altLang="en-US" sz="1400" dirty="0">
                <a:solidFill>
                  <a:prstClr val="black"/>
                </a:solidFill>
                <a:latin typeface="Calibri" panose="020F0502020204030204"/>
              </a:rPr>
              <a:t>mobile network</a:t>
            </a:r>
          </a:p>
        </p:txBody>
      </p:sp>
      <p:sp>
        <p:nvSpPr>
          <p:cNvPr id="15" name="Text Box 580">
            <a:extLst>
              <a:ext uri="{FF2B5EF4-FFF2-40B4-BE49-F238E27FC236}">
                <a16:creationId xmlns:a16="http://schemas.microsoft.com/office/drawing/2014/main" id="{5FA06B40-094D-D341-900D-62322B1FAE13}"/>
              </a:ext>
            </a:extLst>
          </p:cNvPr>
          <p:cNvSpPr txBox="1">
            <a:spLocks noChangeArrowheads="1"/>
          </p:cNvSpPr>
          <p:nvPr/>
        </p:nvSpPr>
        <p:spPr bwMode="auto">
          <a:xfrm>
            <a:off x="7380648" y="5293081"/>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defRPr/>
            </a:pPr>
            <a:r>
              <a:rPr lang="en-US" altLang="en-US" sz="1400" dirty="0">
                <a:solidFill>
                  <a:prstClr val="black"/>
                </a:solidFill>
                <a:latin typeface="Calibri" panose="020F0502020204030204"/>
              </a:rPr>
              <a:t>enterprise</a:t>
            </a:r>
          </a:p>
          <a:p>
            <a:pPr>
              <a:lnSpc>
                <a:spcPct val="80000"/>
              </a:lnSpc>
              <a:spcBef>
                <a:spcPct val="0"/>
              </a:spcBef>
              <a:buClrTx/>
              <a:buSzTx/>
              <a:buFontTx/>
              <a:buNone/>
              <a:defRPr/>
            </a:pPr>
            <a:r>
              <a:rPr lang="en-US" altLang="en-US" sz="1400" dirty="0">
                <a:solidFill>
                  <a:prstClr val="black"/>
                </a:solidFill>
                <a:latin typeface="Calibri" panose="020F0502020204030204"/>
              </a:rPr>
              <a:t>          network</a:t>
            </a:r>
          </a:p>
        </p:txBody>
      </p:sp>
      <p:sp>
        <p:nvSpPr>
          <p:cNvPr id="16" name="Freeform 15">
            <a:extLst>
              <a:ext uri="{FF2B5EF4-FFF2-40B4-BE49-F238E27FC236}">
                <a16:creationId xmlns:a16="http://schemas.microsoft.com/office/drawing/2014/main" id="{2CB90BDB-7914-2841-868F-B1C171AE02D0}"/>
              </a:ext>
            </a:extLst>
          </p:cNvPr>
          <p:cNvSpPr/>
          <p:nvPr/>
        </p:nvSpPr>
        <p:spPr>
          <a:xfrm>
            <a:off x="10295886" y="2692846"/>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dirty="0">
              <a:solidFill>
                <a:prstClr val="white"/>
              </a:solidFill>
            </a:endParaRPr>
          </a:p>
        </p:txBody>
      </p:sp>
      <p:grpSp>
        <p:nvGrpSpPr>
          <p:cNvPr id="17" name="Group 16">
            <a:extLst>
              <a:ext uri="{FF2B5EF4-FFF2-40B4-BE49-F238E27FC236}">
                <a16:creationId xmlns:a16="http://schemas.microsoft.com/office/drawing/2014/main" id="{102009C1-63E0-AC48-A451-99CD5E6FDD90}"/>
              </a:ext>
            </a:extLst>
          </p:cNvPr>
          <p:cNvGrpSpPr/>
          <p:nvPr/>
        </p:nvGrpSpPr>
        <p:grpSpPr>
          <a:xfrm>
            <a:off x="10911440" y="3441356"/>
            <a:ext cx="687393" cy="721548"/>
            <a:chOff x="5203089" y="1751190"/>
            <a:chExt cx="858331" cy="662414"/>
          </a:xfrm>
        </p:grpSpPr>
        <p:sp>
          <p:nvSpPr>
            <p:cNvPr id="18" name="Freeform 17">
              <a:extLst>
                <a:ext uri="{FF2B5EF4-FFF2-40B4-BE49-F238E27FC236}">
                  <a16:creationId xmlns:a16="http://schemas.microsoft.com/office/drawing/2014/main" id="{755FF949-4EF8-E942-B9BB-20394F3598D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dirty="0">
                <a:solidFill>
                  <a:prstClr val="white"/>
                </a:solidFill>
              </a:endParaRPr>
            </a:p>
          </p:txBody>
        </p:sp>
        <p:sp>
          <p:nvSpPr>
            <p:cNvPr id="19" name="Freeform 18">
              <a:extLst>
                <a:ext uri="{FF2B5EF4-FFF2-40B4-BE49-F238E27FC236}">
                  <a16:creationId xmlns:a16="http://schemas.microsoft.com/office/drawing/2014/main" id="{FD409681-4032-1C42-9F30-5D5899243858}"/>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dirty="0">
                <a:solidFill>
                  <a:prstClr val="white"/>
                </a:solidFill>
              </a:endParaRPr>
            </a:p>
          </p:txBody>
        </p:sp>
        <p:cxnSp>
          <p:nvCxnSpPr>
            <p:cNvPr id="20" name="Straight Connector 19">
              <a:extLst>
                <a:ext uri="{FF2B5EF4-FFF2-40B4-BE49-F238E27FC236}">
                  <a16:creationId xmlns:a16="http://schemas.microsoft.com/office/drawing/2014/main" id="{0E2DDC28-E103-7F4D-A505-AB39A3D44C75}"/>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1" name="Straight Connector 20">
              <a:extLst>
                <a:ext uri="{FF2B5EF4-FFF2-40B4-BE49-F238E27FC236}">
                  <a16:creationId xmlns:a16="http://schemas.microsoft.com/office/drawing/2014/main" id="{63023E15-0AB6-944A-BAB0-EE6BBC79C34E}"/>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2" name="Straight Connector 21">
              <a:extLst>
                <a:ext uri="{FF2B5EF4-FFF2-40B4-BE49-F238E27FC236}">
                  <a16:creationId xmlns:a16="http://schemas.microsoft.com/office/drawing/2014/main" id="{C1B742AD-A3E5-804B-A5D0-76DC204011A2}"/>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3" name="Straight Connector 22">
              <a:extLst>
                <a:ext uri="{FF2B5EF4-FFF2-40B4-BE49-F238E27FC236}">
                  <a16:creationId xmlns:a16="http://schemas.microsoft.com/office/drawing/2014/main" id="{E479FB69-9C9F-3F4E-9B51-39F1BCB2DC8D}"/>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4" name="Straight Connector 23">
              <a:extLst>
                <a:ext uri="{FF2B5EF4-FFF2-40B4-BE49-F238E27FC236}">
                  <a16:creationId xmlns:a16="http://schemas.microsoft.com/office/drawing/2014/main" id="{9D605DCA-7A42-2D49-ADF6-F861B8748A04}"/>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FC0D6FB2-8F5C-724C-B4A0-F530677569F5}"/>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26" name="Group 25">
            <a:extLst>
              <a:ext uri="{FF2B5EF4-FFF2-40B4-BE49-F238E27FC236}">
                <a16:creationId xmlns:a16="http://schemas.microsoft.com/office/drawing/2014/main" id="{4460C8EE-1C4B-5F46-9E22-3DBBF4F11C68}"/>
              </a:ext>
            </a:extLst>
          </p:cNvPr>
          <p:cNvGrpSpPr/>
          <p:nvPr/>
        </p:nvGrpSpPr>
        <p:grpSpPr>
          <a:xfrm>
            <a:off x="10844911" y="2707477"/>
            <a:ext cx="594613" cy="648336"/>
            <a:chOff x="5203089" y="1751190"/>
            <a:chExt cx="858331" cy="662414"/>
          </a:xfrm>
        </p:grpSpPr>
        <p:sp>
          <p:nvSpPr>
            <p:cNvPr id="27" name="Freeform 26">
              <a:extLst>
                <a:ext uri="{FF2B5EF4-FFF2-40B4-BE49-F238E27FC236}">
                  <a16:creationId xmlns:a16="http://schemas.microsoft.com/office/drawing/2014/main" id="{451F5106-32A5-2543-880B-662ACD66CA26}"/>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dirty="0">
                <a:solidFill>
                  <a:prstClr val="white"/>
                </a:solidFill>
              </a:endParaRPr>
            </a:p>
          </p:txBody>
        </p:sp>
        <p:sp>
          <p:nvSpPr>
            <p:cNvPr id="28" name="Freeform 27">
              <a:extLst>
                <a:ext uri="{FF2B5EF4-FFF2-40B4-BE49-F238E27FC236}">
                  <a16:creationId xmlns:a16="http://schemas.microsoft.com/office/drawing/2014/main" id="{1424404C-A23C-F647-8C93-68F0BA827AC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dirty="0">
                <a:solidFill>
                  <a:prstClr val="white"/>
                </a:solidFill>
              </a:endParaRPr>
            </a:p>
          </p:txBody>
        </p:sp>
        <p:cxnSp>
          <p:nvCxnSpPr>
            <p:cNvPr id="29" name="Straight Connector 28">
              <a:extLst>
                <a:ext uri="{FF2B5EF4-FFF2-40B4-BE49-F238E27FC236}">
                  <a16:creationId xmlns:a16="http://schemas.microsoft.com/office/drawing/2014/main" id="{8DBFCDF5-D1B4-EA46-B271-D0722F529047}"/>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0" name="Straight Connector 29">
              <a:extLst>
                <a:ext uri="{FF2B5EF4-FFF2-40B4-BE49-F238E27FC236}">
                  <a16:creationId xmlns:a16="http://schemas.microsoft.com/office/drawing/2014/main" id="{89889E85-63CC-7944-B49D-B29033B3D945}"/>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1" name="Straight Connector 30">
              <a:extLst>
                <a:ext uri="{FF2B5EF4-FFF2-40B4-BE49-F238E27FC236}">
                  <a16:creationId xmlns:a16="http://schemas.microsoft.com/office/drawing/2014/main" id="{FEA8382F-1B0D-464D-BBFD-9D1451ACDE62}"/>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2" name="Straight Connector 31">
              <a:extLst>
                <a:ext uri="{FF2B5EF4-FFF2-40B4-BE49-F238E27FC236}">
                  <a16:creationId xmlns:a16="http://schemas.microsoft.com/office/drawing/2014/main" id="{1A5A3F61-17DD-3A49-B29B-EC101C5D824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3" name="Straight Connector 32">
              <a:extLst>
                <a:ext uri="{FF2B5EF4-FFF2-40B4-BE49-F238E27FC236}">
                  <a16:creationId xmlns:a16="http://schemas.microsoft.com/office/drawing/2014/main" id="{87DD4340-C868-4744-9D1F-1BB1FDEE7F23}"/>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7C0E793E-B8DA-774F-AF06-238006ECEBE3}"/>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5" name="Freeform 34">
            <a:extLst>
              <a:ext uri="{FF2B5EF4-FFF2-40B4-BE49-F238E27FC236}">
                <a16:creationId xmlns:a16="http://schemas.microsoft.com/office/drawing/2014/main" id="{D4457E50-81C3-874C-80A4-80EAE0791741}"/>
              </a:ext>
            </a:extLst>
          </p:cNvPr>
          <p:cNvSpPr/>
          <p:nvPr/>
        </p:nvSpPr>
        <p:spPr>
          <a:xfrm>
            <a:off x="9614553" y="1295348"/>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dirty="0">
              <a:solidFill>
                <a:prstClr val="white"/>
              </a:solidFill>
            </a:endParaRPr>
          </a:p>
        </p:txBody>
      </p:sp>
      <p:sp>
        <p:nvSpPr>
          <p:cNvPr id="36" name="TextBox 35">
            <a:extLst>
              <a:ext uri="{FF2B5EF4-FFF2-40B4-BE49-F238E27FC236}">
                <a16:creationId xmlns:a16="http://schemas.microsoft.com/office/drawing/2014/main" id="{2857054E-9FD6-024C-A915-5AB7C6A89AFD}"/>
              </a:ext>
            </a:extLst>
          </p:cNvPr>
          <p:cNvSpPr txBox="1"/>
          <p:nvPr/>
        </p:nvSpPr>
        <p:spPr>
          <a:xfrm>
            <a:off x="9500941" y="1364501"/>
            <a:ext cx="1725088" cy="286232"/>
          </a:xfrm>
          <a:prstGeom prst="rect">
            <a:avLst/>
          </a:prstGeom>
          <a:noFill/>
        </p:spPr>
        <p:txBody>
          <a:bodyPr wrap="none" rtlCol="0">
            <a:spAutoFit/>
          </a:bodyPr>
          <a:lstStyle/>
          <a:p>
            <a:pPr>
              <a:lnSpc>
                <a:spcPct val="90000"/>
              </a:lnSpc>
              <a:defRPr/>
            </a:pPr>
            <a:r>
              <a:rPr lang="en-US" sz="1400" dirty="0">
                <a:solidFill>
                  <a:prstClr val="black"/>
                </a:solidFill>
              </a:rPr>
              <a:t>national or global ISP</a:t>
            </a:r>
          </a:p>
        </p:txBody>
      </p:sp>
      <p:sp>
        <p:nvSpPr>
          <p:cNvPr id="37" name="Rectangle 36">
            <a:extLst>
              <a:ext uri="{FF2B5EF4-FFF2-40B4-BE49-F238E27FC236}">
                <a16:creationId xmlns:a16="http://schemas.microsoft.com/office/drawing/2014/main" id="{5D2F7C00-5965-8F41-99F0-F64F3C546739}"/>
              </a:ext>
            </a:extLst>
          </p:cNvPr>
          <p:cNvSpPr/>
          <p:nvPr/>
        </p:nvSpPr>
        <p:spPr>
          <a:xfrm>
            <a:off x="9352808" y="3191214"/>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38" name="TextBox 37">
            <a:extLst>
              <a:ext uri="{FF2B5EF4-FFF2-40B4-BE49-F238E27FC236}">
                <a16:creationId xmlns:a16="http://schemas.microsoft.com/office/drawing/2014/main" id="{FFBD6713-BAE9-3C4E-B463-C5B4D65DA870}"/>
              </a:ext>
            </a:extLst>
          </p:cNvPr>
          <p:cNvSpPr txBox="1"/>
          <p:nvPr/>
        </p:nvSpPr>
        <p:spPr>
          <a:xfrm>
            <a:off x="10991507" y="4191243"/>
            <a:ext cx="813043" cy="383182"/>
          </a:xfrm>
          <a:prstGeom prst="rect">
            <a:avLst/>
          </a:prstGeom>
          <a:noFill/>
        </p:spPr>
        <p:txBody>
          <a:bodyPr wrap="none" rtlCol="0">
            <a:spAutoFit/>
          </a:bodyPr>
          <a:lstStyle/>
          <a:p>
            <a:pPr>
              <a:lnSpc>
                <a:spcPct val="90000"/>
              </a:lnSpc>
              <a:defRPr/>
            </a:pPr>
            <a:r>
              <a:rPr lang="en-US" sz="1050" dirty="0">
                <a:solidFill>
                  <a:prstClr val="black"/>
                </a:solidFill>
              </a:rPr>
              <a:t>datacenter </a:t>
            </a:r>
          </a:p>
          <a:p>
            <a:pPr>
              <a:lnSpc>
                <a:spcPct val="90000"/>
              </a:lnSpc>
              <a:defRPr/>
            </a:pPr>
            <a:r>
              <a:rPr lang="en-US" sz="1050" dirty="0">
                <a:solidFill>
                  <a:prstClr val="black"/>
                </a:solidFill>
              </a:rPr>
              <a:t>network</a:t>
            </a:r>
          </a:p>
        </p:txBody>
      </p:sp>
      <p:cxnSp>
        <p:nvCxnSpPr>
          <p:cNvPr id="39" name="Straight Connector 38">
            <a:extLst>
              <a:ext uri="{FF2B5EF4-FFF2-40B4-BE49-F238E27FC236}">
                <a16:creationId xmlns:a16="http://schemas.microsoft.com/office/drawing/2014/main" id="{E2530C9D-5A6A-4840-95EE-E62E0F45C045}"/>
              </a:ext>
            </a:extLst>
          </p:cNvPr>
          <p:cNvCxnSpPr>
            <a:cxnSpLocks/>
          </p:cNvCxnSpPr>
          <p:nvPr/>
        </p:nvCxnSpPr>
        <p:spPr>
          <a:xfrm flipH="1" flipV="1">
            <a:off x="10633660" y="3093431"/>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CE695EB4-9B05-534C-8956-9DB8A7F3BB4D}"/>
              </a:ext>
            </a:extLst>
          </p:cNvPr>
          <p:cNvCxnSpPr>
            <a:cxnSpLocks/>
          </p:cNvCxnSpPr>
          <p:nvPr/>
        </p:nvCxnSpPr>
        <p:spPr>
          <a:xfrm flipH="1" flipV="1">
            <a:off x="10734575" y="3153990"/>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18F7467A-DF1D-0E46-BAE5-AA618B1E2E23}"/>
              </a:ext>
            </a:extLst>
          </p:cNvPr>
          <p:cNvCxnSpPr>
            <a:cxnSpLocks/>
          </p:cNvCxnSpPr>
          <p:nvPr/>
        </p:nvCxnSpPr>
        <p:spPr>
          <a:xfrm flipV="1">
            <a:off x="10710637" y="3146727"/>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678AF35-2773-354B-990C-E6287528A770}"/>
              </a:ext>
            </a:extLst>
          </p:cNvPr>
          <p:cNvCxnSpPr>
            <a:cxnSpLocks/>
          </p:cNvCxnSpPr>
          <p:nvPr/>
        </p:nvCxnSpPr>
        <p:spPr>
          <a:xfrm flipH="1" flipV="1">
            <a:off x="10644514" y="3108202"/>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ED3CE828-FE2E-C442-997E-2F0E1211CF46}"/>
              </a:ext>
            </a:extLst>
          </p:cNvPr>
          <p:cNvCxnSpPr>
            <a:cxnSpLocks/>
          </p:cNvCxnSpPr>
          <p:nvPr/>
        </p:nvCxnSpPr>
        <p:spPr>
          <a:xfrm flipH="1" flipV="1">
            <a:off x="10624360" y="3584948"/>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3668B3BB-A47F-5E47-AC63-7A64454822AB}"/>
              </a:ext>
            </a:extLst>
          </p:cNvPr>
          <p:cNvCxnSpPr>
            <a:cxnSpLocks/>
          </p:cNvCxnSpPr>
          <p:nvPr/>
        </p:nvCxnSpPr>
        <p:spPr>
          <a:xfrm flipH="1">
            <a:off x="9968935" y="3601048"/>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10E00960-4829-DF40-A68E-F6F8238FF69F}"/>
              </a:ext>
            </a:extLst>
          </p:cNvPr>
          <p:cNvCxnSpPr>
            <a:cxnSpLocks/>
          </p:cNvCxnSpPr>
          <p:nvPr/>
        </p:nvCxnSpPr>
        <p:spPr>
          <a:xfrm flipH="1">
            <a:off x="9293356" y="3601048"/>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FAD6522C-9B65-7B47-9343-759ADC3E82EF}"/>
              </a:ext>
            </a:extLst>
          </p:cNvPr>
          <p:cNvCxnSpPr>
            <a:cxnSpLocks/>
          </p:cNvCxnSpPr>
          <p:nvPr/>
        </p:nvCxnSpPr>
        <p:spPr>
          <a:xfrm flipH="1">
            <a:off x="9350608" y="3020978"/>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C9D60433-CC5F-F847-96F4-C7AB0F1F4319}"/>
              </a:ext>
            </a:extLst>
          </p:cNvPr>
          <p:cNvCxnSpPr>
            <a:cxnSpLocks/>
          </p:cNvCxnSpPr>
          <p:nvPr/>
        </p:nvCxnSpPr>
        <p:spPr>
          <a:xfrm>
            <a:off x="9806809" y="3020978"/>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5889A11F-395A-0146-B6C3-4B72596D337D}"/>
              </a:ext>
            </a:extLst>
          </p:cNvPr>
          <p:cNvCxnSpPr/>
          <p:nvPr/>
        </p:nvCxnSpPr>
        <p:spPr>
          <a:xfrm>
            <a:off x="10211408" y="2267998"/>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5B56C4A7-D357-9B49-881D-CA196AEAFB86}"/>
              </a:ext>
            </a:extLst>
          </p:cNvPr>
          <p:cNvCxnSpPr>
            <a:cxnSpLocks/>
          </p:cNvCxnSpPr>
          <p:nvPr/>
        </p:nvCxnSpPr>
        <p:spPr>
          <a:xfrm flipH="1">
            <a:off x="9872459" y="2208319"/>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0" name="Group 49">
            <a:extLst>
              <a:ext uri="{FF2B5EF4-FFF2-40B4-BE49-F238E27FC236}">
                <a16:creationId xmlns:a16="http://schemas.microsoft.com/office/drawing/2014/main" id="{F956D9B4-9FB3-E942-993E-5C0B6D6D4E8E}"/>
              </a:ext>
            </a:extLst>
          </p:cNvPr>
          <p:cNvGrpSpPr/>
          <p:nvPr/>
        </p:nvGrpSpPr>
        <p:grpSpPr>
          <a:xfrm>
            <a:off x="7635978" y="1640631"/>
            <a:ext cx="3578867" cy="3640283"/>
            <a:chOff x="7562238" y="2127325"/>
            <a:chExt cx="3578867" cy="3640283"/>
          </a:xfrm>
        </p:grpSpPr>
        <p:grpSp>
          <p:nvGrpSpPr>
            <p:cNvPr id="51" name="Group 50">
              <a:extLst>
                <a:ext uri="{FF2B5EF4-FFF2-40B4-BE49-F238E27FC236}">
                  <a16:creationId xmlns:a16="http://schemas.microsoft.com/office/drawing/2014/main" id="{16638E5F-AAD7-1E49-9118-E30B36F9BBE5}"/>
                </a:ext>
              </a:extLst>
            </p:cNvPr>
            <p:cNvGrpSpPr/>
            <p:nvPr/>
          </p:nvGrpSpPr>
          <p:grpSpPr>
            <a:xfrm>
              <a:off x="7857253" y="2127325"/>
              <a:ext cx="3283852" cy="3640283"/>
              <a:chOff x="7881336" y="2104198"/>
              <a:chExt cx="3283852" cy="3640283"/>
            </a:xfrm>
          </p:grpSpPr>
          <p:sp>
            <p:nvSpPr>
              <p:cNvPr id="56" name="Line 428">
                <a:extLst>
                  <a:ext uri="{FF2B5EF4-FFF2-40B4-BE49-F238E27FC236}">
                    <a16:creationId xmlns:a16="http://schemas.microsoft.com/office/drawing/2014/main" id="{73C14346-74B2-0A41-B7C0-12342BB486A0}"/>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a:defRPr/>
                </a:pPr>
                <a:endParaRPr lang="en-US" dirty="0">
                  <a:solidFill>
                    <a:prstClr val="black"/>
                  </a:solidFill>
                </a:endParaRPr>
              </a:p>
            </p:txBody>
          </p:sp>
          <p:sp>
            <p:nvSpPr>
              <p:cNvPr id="57" name="Line 430">
                <a:extLst>
                  <a:ext uri="{FF2B5EF4-FFF2-40B4-BE49-F238E27FC236}">
                    <a16:creationId xmlns:a16="http://schemas.microsoft.com/office/drawing/2014/main" id="{0D57C56C-0C29-B74B-8FBC-5FE76C1C730B}"/>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a:defRPr/>
                </a:pPr>
                <a:endParaRPr lang="en-US" dirty="0">
                  <a:solidFill>
                    <a:prstClr val="black"/>
                  </a:solidFill>
                </a:endParaRPr>
              </a:p>
            </p:txBody>
          </p:sp>
          <p:sp>
            <p:nvSpPr>
              <p:cNvPr id="58" name="Line 431">
                <a:extLst>
                  <a:ext uri="{FF2B5EF4-FFF2-40B4-BE49-F238E27FC236}">
                    <a16:creationId xmlns:a16="http://schemas.microsoft.com/office/drawing/2014/main" id="{BFFEF7F7-03E4-6249-BB27-BF21D3853776}"/>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en-US" dirty="0">
                  <a:solidFill>
                    <a:prstClr val="black"/>
                  </a:solidFill>
                </a:endParaRPr>
              </a:p>
            </p:txBody>
          </p:sp>
          <p:sp>
            <p:nvSpPr>
              <p:cNvPr id="59" name="Line 432">
                <a:extLst>
                  <a:ext uri="{FF2B5EF4-FFF2-40B4-BE49-F238E27FC236}">
                    <a16:creationId xmlns:a16="http://schemas.microsoft.com/office/drawing/2014/main" id="{DF776BD7-BCAC-094E-827B-C2448A76F7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en-US" dirty="0">
                  <a:solidFill>
                    <a:prstClr val="black"/>
                  </a:solidFill>
                </a:endParaRPr>
              </a:p>
            </p:txBody>
          </p:sp>
          <p:sp>
            <p:nvSpPr>
              <p:cNvPr id="60" name="Line 433">
                <a:extLst>
                  <a:ext uri="{FF2B5EF4-FFF2-40B4-BE49-F238E27FC236}">
                    <a16:creationId xmlns:a16="http://schemas.microsoft.com/office/drawing/2014/main" id="{43C2E62B-BB7A-5C46-8927-931F84F3F8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en-US" dirty="0">
                  <a:solidFill>
                    <a:prstClr val="black"/>
                  </a:solidFill>
                </a:endParaRPr>
              </a:p>
            </p:txBody>
          </p:sp>
          <p:sp>
            <p:nvSpPr>
              <p:cNvPr id="61" name="Line 435">
                <a:extLst>
                  <a:ext uri="{FF2B5EF4-FFF2-40B4-BE49-F238E27FC236}">
                    <a16:creationId xmlns:a16="http://schemas.microsoft.com/office/drawing/2014/main" id="{663DFC23-9B89-9C45-9D1B-0D48274B8B6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en-US" dirty="0">
                  <a:solidFill>
                    <a:prstClr val="black"/>
                  </a:solidFill>
                </a:endParaRPr>
              </a:p>
            </p:txBody>
          </p:sp>
          <p:sp>
            <p:nvSpPr>
              <p:cNvPr id="62" name="Line 436">
                <a:extLst>
                  <a:ext uri="{FF2B5EF4-FFF2-40B4-BE49-F238E27FC236}">
                    <a16:creationId xmlns:a16="http://schemas.microsoft.com/office/drawing/2014/main" id="{18DD1356-89D5-3A44-95E7-F9A8CBA1076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en-US" dirty="0">
                  <a:solidFill>
                    <a:prstClr val="black"/>
                  </a:solidFill>
                </a:endParaRPr>
              </a:p>
            </p:txBody>
          </p:sp>
          <p:sp>
            <p:nvSpPr>
              <p:cNvPr id="63" name="Line 439">
                <a:extLst>
                  <a:ext uri="{FF2B5EF4-FFF2-40B4-BE49-F238E27FC236}">
                    <a16:creationId xmlns:a16="http://schemas.microsoft.com/office/drawing/2014/main" id="{97928BA0-13A6-EB47-BAB3-34433975D475}"/>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en-US" dirty="0">
                  <a:solidFill>
                    <a:prstClr val="black"/>
                  </a:solidFill>
                </a:endParaRPr>
              </a:p>
            </p:txBody>
          </p:sp>
          <p:sp>
            <p:nvSpPr>
              <p:cNvPr id="64" name="Line 440">
                <a:extLst>
                  <a:ext uri="{FF2B5EF4-FFF2-40B4-BE49-F238E27FC236}">
                    <a16:creationId xmlns:a16="http://schemas.microsoft.com/office/drawing/2014/main" id="{2C224211-7D09-3B43-A0B8-3F79ED55F846}"/>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en-US" dirty="0">
                  <a:solidFill>
                    <a:prstClr val="black"/>
                  </a:solidFill>
                </a:endParaRPr>
              </a:p>
            </p:txBody>
          </p:sp>
          <p:sp>
            <p:nvSpPr>
              <p:cNvPr id="65" name="Line 441">
                <a:extLst>
                  <a:ext uri="{FF2B5EF4-FFF2-40B4-BE49-F238E27FC236}">
                    <a16:creationId xmlns:a16="http://schemas.microsoft.com/office/drawing/2014/main" id="{BC08E60D-832A-A349-9156-9FF0DCB8DA09}"/>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en-US" dirty="0">
                  <a:solidFill>
                    <a:prstClr val="black"/>
                  </a:solidFill>
                </a:endParaRPr>
              </a:p>
            </p:txBody>
          </p:sp>
          <p:sp>
            <p:nvSpPr>
              <p:cNvPr id="66" name="Line 443">
                <a:extLst>
                  <a:ext uri="{FF2B5EF4-FFF2-40B4-BE49-F238E27FC236}">
                    <a16:creationId xmlns:a16="http://schemas.microsoft.com/office/drawing/2014/main" id="{9290D2BD-563E-7049-907C-4BAF6989D009}"/>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en-US" dirty="0">
                  <a:solidFill>
                    <a:prstClr val="black"/>
                  </a:solidFill>
                </a:endParaRPr>
              </a:p>
            </p:txBody>
          </p:sp>
          <p:sp>
            <p:nvSpPr>
              <p:cNvPr id="67" name="Line 449">
                <a:extLst>
                  <a:ext uri="{FF2B5EF4-FFF2-40B4-BE49-F238E27FC236}">
                    <a16:creationId xmlns:a16="http://schemas.microsoft.com/office/drawing/2014/main" id="{34D18B5D-D38E-294D-9B36-D83EA1EA66F0}"/>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en-US" dirty="0">
                  <a:solidFill>
                    <a:prstClr val="black"/>
                  </a:solidFill>
                </a:endParaRPr>
              </a:p>
            </p:txBody>
          </p:sp>
          <p:sp>
            <p:nvSpPr>
              <p:cNvPr id="68" name="Line 428">
                <a:extLst>
                  <a:ext uri="{FF2B5EF4-FFF2-40B4-BE49-F238E27FC236}">
                    <a16:creationId xmlns:a16="http://schemas.microsoft.com/office/drawing/2014/main" id="{390CF526-5CCE-B44E-9ADE-6403971D0B7F}"/>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a:defRPr/>
                </a:pPr>
                <a:endParaRPr lang="en-US" dirty="0">
                  <a:solidFill>
                    <a:prstClr val="black"/>
                  </a:solidFill>
                </a:endParaRPr>
              </a:p>
            </p:txBody>
          </p:sp>
          <p:sp>
            <p:nvSpPr>
              <p:cNvPr id="69" name="Line 440">
                <a:extLst>
                  <a:ext uri="{FF2B5EF4-FFF2-40B4-BE49-F238E27FC236}">
                    <a16:creationId xmlns:a16="http://schemas.microsoft.com/office/drawing/2014/main" id="{4FC20A7F-7EBB-B34E-A088-4F737F1DCCAF}"/>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en-US" dirty="0">
                  <a:solidFill>
                    <a:prstClr val="black"/>
                  </a:solidFill>
                </a:endParaRPr>
              </a:p>
            </p:txBody>
          </p:sp>
          <p:cxnSp>
            <p:nvCxnSpPr>
              <p:cNvPr id="70" name="Straight Connector 69">
                <a:extLst>
                  <a:ext uri="{FF2B5EF4-FFF2-40B4-BE49-F238E27FC236}">
                    <a16:creationId xmlns:a16="http://schemas.microsoft.com/office/drawing/2014/main" id="{D0A1EE81-EDC0-E24E-81ED-25EC7FC1859F}"/>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1" name="Straight Connector 70">
                <a:extLst>
                  <a:ext uri="{FF2B5EF4-FFF2-40B4-BE49-F238E27FC236}">
                    <a16:creationId xmlns:a16="http://schemas.microsoft.com/office/drawing/2014/main" id="{B40B7AC1-4BC8-7841-AB79-C252B50D01B9}"/>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2" name="Straight Connector 71">
                <a:extLst>
                  <a:ext uri="{FF2B5EF4-FFF2-40B4-BE49-F238E27FC236}">
                    <a16:creationId xmlns:a16="http://schemas.microsoft.com/office/drawing/2014/main" id="{F8FC87DD-FCE9-4847-8369-0353D5F038BA}"/>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3" name="Straight Connector 72">
                <a:extLst>
                  <a:ext uri="{FF2B5EF4-FFF2-40B4-BE49-F238E27FC236}">
                    <a16:creationId xmlns:a16="http://schemas.microsoft.com/office/drawing/2014/main" id="{3A5AC2F9-DAA5-2B42-ADBA-8AA2CE13A98C}"/>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4" name="Straight Connector 73">
                <a:extLst>
                  <a:ext uri="{FF2B5EF4-FFF2-40B4-BE49-F238E27FC236}">
                    <a16:creationId xmlns:a16="http://schemas.microsoft.com/office/drawing/2014/main" id="{CD02ED14-DF8A-6F47-8739-891B3E17E541}"/>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5" name="Straight Connector 74">
                <a:extLst>
                  <a:ext uri="{FF2B5EF4-FFF2-40B4-BE49-F238E27FC236}">
                    <a16:creationId xmlns:a16="http://schemas.microsoft.com/office/drawing/2014/main" id="{331B2571-456D-AA4C-9A42-8EC6DB5942CF}"/>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6" name="Straight Connector 75">
                <a:extLst>
                  <a:ext uri="{FF2B5EF4-FFF2-40B4-BE49-F238E27FC236}">
                    <a16:creationId xmlns:a16="http://schemas.microsoft.com/office/drawing/2014/main" id="{9DD07C97-ADFF-3B4D-9D80-4CCDBD9933B0}"/>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21CD801D-E623-DF4F-AE29-F9EDFFC1853E}"/>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78" name="Line 541">
                <a:extLst>
                  <a:ext uri="{FF2B5EF4-FFF2-40B4-BE49-F238E27FC236}">
                    <a16:creationId xmlns:a16="http://schemas.microsoft.com/office/drawing/2014/main" id="{7986AEA4-9721-1648-AF87-0143CA33D4AB}"/>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en-US" dirty="0">
                  <a:solidFill>
                    <a:prstClr val="black"/>
                  </a:solidFill>
                </a:endParaRPr>
              </a:p>
            </p:txBody>
          </p:sp>
          <p:sp>
            <p:nvSpPr>
              <p:cNvPr id="79" name="Line 424">
                <a:extLst>
                  <a:ext uri="{FF2B5EF4-FFF2-40B4-BE49-F238E27FC236}">
                    <a16:creationId xmlns:a16="http://schemas.microsoft.com/office/drawing/2014/main" id="{5B046CBA-A8F6-A944-8D42-E33C2FBF401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en-US" dirty="0">
                  <a:solidFill>
                    <a:prstClr val="black"/>
                  </a:solidFill>
                </a:endParaRPr>
              </a:p>
            </p:txBody>
          </p:sp>
        </p:grpSp>
        <p:pic>
          <p:nvPicPr>
            <p:cNvPr id="52" name="Picture 778" descr="antenna_radiation_stylized">
              <a:extLst>
                <a:ext uri="{FF2B5EF4-FFF2-40B4-BE49-F238E27FC236}">
                  <a16:creationId xmlns:a16="http://schemas.microsoft.com/office/drawing/2014/main" id="{631F2DEF-0FF8-3C41-AEF8-65E9DF76C1A6}"/>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781" descr="antenna_radiation_stylized">
              <a:extLst>
                <a:ext uri="{FF2B5EF4-FFF2-40B4-BE49-F238E27FC236}">
                  <a16:creationId xmlns:a16="http://schemas.microsoft.com/office/drawing/2014/main" id="{A237A058-6399-5243-824F-D60A75A742E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 name="Picture 799" descr="cell_tower_radiation copy">
              <a:extLst>
                <a:ext uri="{FF2B5EF4-FFF2-40B4-BE49-F238E27FC236}">
                  <a16:creationId xmlns:a16="http://schemas.microsoft.com/office/drawing/2014/main" id="{7D446A4E-5E76-104B-810A-DBB0D426EE6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 name="Oval 800">
              <a:extLst>
                <a:ext uri="{FF2B5EF4-FFF2-40B4-BE49-F238E27FC236}">
                  <a16:creationId xmlns:a16="http://schemas.microsoft.com/office/drawing/2014/main" id="{EAAB4AC1-DEE9-134F-A0D6-239D715DAA16}"/>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sp>
        <p:nvSpPr>
          <p:cNvPr id="80" name="Line 426">
            <a:extLst>
              <a:ext uri="{FF2B5EF4-FFF2-40B4-BE49-F238E27FC236}">
                <a16:creationId xmlns:a16="http://schemas.microsoft.com/office/drawing/2014/main" id="{5B80D194-D80B-BF48-8540-D5B8565B4303}"/>
              </a:ext>
            </a:extLst>
          </p:cNvPr>
          <p:cNvSpPr>
            <a:spLocks noChangeShapeType="1"/>
          </p:cNvSpPr>
          <p:nvPr/>
        </p:nvSpPr>
        <p:spPr bwMode="auto">
          <a:xfrm>
            <a:off x="8281600" y="2213665"/>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en-US" dirty="0">
              <a:solidFill>
                <a:prstClr val="black"/>
              </a:solidFill>
            </a:endParaRPr>
          </a:p>
        </p:txBody>
      </p:sp>
      <p:grpSp>
        <p:nvGrpSpPr>
          <p:cNvPr id="81" name="Group 783">
            <a:extLst>
              <a:ext uri="{FF2B5EF4-FFF2-40B4-BE49-F238E27FC236}">
                <a16:creationId xmlns:a16="http://schemas.microsoft.com/office/drawing/2014/main" id="{E68A1148-D704-A446-A2F3-AD2E0367AAB2}"/>
              </a:ext>
            </a:extLst>
          </p:cNvPr>
          <p:cNvGrpSpPr>
            <a:grpSpLocks/>
          </p:cNvGrpSpPr>
          <p:nvPr/>
        </p:nvGrpSpPr>
        <p:grpSpPr bwMode="auto">
          <a:xfrm>
            <a:off x="8124438" y="1822682"/>
            <a:ext cx="298450" cy="464008"/>
            <a:chOff x="3130" y="3288"/>
            <a:chExt cx="410" cy="742"/>
          </a:xfrm>
        </p:grpSpPr>
        <p:sp>
          <p:nvSpPr>
            <p:cNvPr id="82" name="Line 270">
              <a:extLst>
                <a:ext uri="{FF2B5EF4-FFF2-40B4-BE49-F238E27FC236}">
                  <a16:creationId xmlns:a16="http://schemas.microsoft.com/office/drawing/2014/main" id="{148E09EA-BBD1-E045-A9C1-2579C62EE832}"/>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83" name="Line 271">
              <a:extLst>
                <a:ext uri="{FF2B5EF4-FFF2-40B4-BE49-F238E27FC236}">
                  <a16:creationId xmlns:a16="http://schemas.microsoft.com/office/drawing/2014/main" id="{0CEB5342-A8E6-2241-A276-5D5BB507FC8B}"/>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84" name="Line 272">
              <a:extLst>
                <a:ext uri="{FF2B5EF4-FFF2-40B4-BE49-F238E27FC236}">
                  <a16:creationId xmlns:a16="http://schemas.microsoft.com/office/drawing/2014/main" id="{1C31E4F5-A349-A54A-B3C6-FCE7EC386D47}"/>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85" name="Line 273">
              <a:extLst>
                <a:ext uri="{FF2B5EF4-FFF2-40B4-BE49-F238E27FC236}">
                  <a16:creationId xmlns:a16="http://schemas.microsoft.com/office/drawing/2014/main" id="{89E72D14-18C6-4F4A-A018-55770D016BB8}"/>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86" name="Line 274">
              <a:extLst>
                <a:ext uri="{FF2B5EF4-FFF2-40B4-BE49-F238E27FC236}">
                  <a16:creationId xmlns:a16="http://schemas.microsoft.com/office/drawing/2014/main" id="{6FD77342-4E61-494C-9600-ADAF89CDF5CC}"/>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87" name="Line 275">
              <a:extLst>
                <a:ext uri="{FF2B5EF4-FFF2-40B4-BE49-F238E27FC236}">
                  <a16:creationId xmlns:a16="http://schemas.microsoft.com/office/drawing/2014/main" id="{840F43A3-D863-904A-912C-87898DB80EF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88" name="Line 276">
              <a:extLst>
                <a:ext uri="{FF2B5EF4-FFF2-40B4-BE49-F238E27FC236}">
                  <a16:creationId xmlns:a16="http://schemas.microsoft.com/office/drawing/2014/main" id="{C8E333AC-9EDA-F34E-A2B4-BB319D3FB166}"/>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89" name="Line 277">
              <a:extLst>
                <a:ext uri="{FF2B5EF4-FFF2-40B4-BE49-F238E27FC236}">
                  <a16:creationId xmlns:a16="http://schemas.microsoft.com/office/drawing/2014/main" id="{DBBC7195-32E5-1E44-A4B7-2D041FCF1959}"/>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90" name="Line 278">
              <a:extLst>
                <a:ext uri="{FF2B5EF4-FFF2-40B4-BE49-F238E27FC236}">
                  <a16:creationId xmlns:a16="http://schemas.microsoft.com/office/drawing/2014/main" id="{B6C3F345-DEA7-C64D-90EE-6DFEF6B0F797}"/>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91" name="Line 279">
              <a:extLst>
                <a:ext uri="{FF2B5EF4-FFF2-40B4-BE49-F238E27FC236}">
                  <a16:creationId xmlns:a16="http://schemas.microsoft.com/office/drawing/2014/main" id="{6C2CB45E-DD31-644D-B38E-56690CBDE831}"/>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92" name="Line 280">
              <a:extLst>
                <a:ext uri="{FF2B5EF4-FFF2-40B4-BE49-F238E27FC236}">
                  <a16:creationId xmlns:a16="http://schemas.microsoft.com/office/drawing/2014/main" id="{0B1D6178-5CDF-C44A-BD74-FC217ED5751B}"/>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93" name="Line 281">
              <a:extLst>
                <a:ext uri="{FF2B5EF4-FFF2-40B4-BE49-F238E27FC236}">
                  <a16:creationId xmlns:a16="http://schemas.microsoft.com/office/drawing/2014/main" id="{363887BB-4AF3-B84E-9683-EE49686A1C82}"/>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94" name="Line 282">
              <a:extLst>
                <a:ext uri="{FF2B5EF4-FFF2-40B4-BE49-F238E27FC236}">
                  <a16:creationId xmlns:a16="http://schemas.microsoft.com/office/drawing/2014/main" id="{175D27BE-3FD8-CE45-A067-6C508BF70C83}"/>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95" name="Line 283">
              <a:extLst>
                <a:ext uri="{FF2B5EF4-FFF2-40B4-BE49-F238E27FC236}">
                  <a16:creationId xmlns:a16="http://schemas.microsoft.com/office/drawing/2014/main" id="{B2BBADBF-8220-2243-8DAD-6DAD647432F5}"/>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sp>
          <p:nvSpPr>
            <p:cNvPr id="96" name="Line 284">
              <a:extLst>
                <a:ext uri="{FF2B5EF4-FFF2-40B4-BE49-F238E27FC236}">
                  <a16:creationId xmlns:a16="http://schemas.microsoft.com/office/drawing/2014/main" id="{3AB793CC-A3CA-9F45-A697-F5B2AC584A50}"/>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a:defRPr/>
              </a:pPr>
              <a:endParaRPr lang="en-US" dirty="0">
                <a:solidFill>
                  <a:prstClr val="black"/>
                </a:solidFill>
              </a:endParaRPr>
            </a:p>
          </p:txBody>
        </p:sp>
      </p:grpSp>
      <p:pic>
        <p:nvPicPr>
          <p:cNvPr id="97" name="Picture 777" descr="access_point_stylized_small">
            <a:extLst>
              <a:ext uri="{FF2B5EF4-FFF2-40B4-BE49-F238E27FC236}">
                <a16:creationId xmlns:a16="http://schemas.microsoft.com/office/drawing/2014/main" id="{68963423-0F28-9C4E-9209-A68C79A01E55}"/>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87622" y="3375205"/>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8" name="Picture 780" descr="access_point_stylized_small">
            <a:extLst>
              <a:ext uri="{FF2B5EF4-FFF2-40B4-BE49-F238E27FC236}">
                <a16:creationId xmlns:a16="http://schemas.microsoft.com/office/drawing/2014/main" id="{CC400AD6-BFC6-FE40-9B3A-1E58BEB77C0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364350" y="5037538"/>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9" name="Group 98">
            <a:extLst>
              <a:ext uri="{FF2B5EF4-FFF2-40B4-BE49-F238E27FC236}">
                <a16:creationId xmlns:a16="http://schemas.microsoft.com/office/drawing/2014/main" id="{45D32098-7053-E144-ABFD-96A14B42CDE7}"/>
              </a:ext>
            </a:extLst>
          </p:cNvPr>
          <p:cNvGrpSpPr/>
          <p:nvPr/>
        </p:nvGrpSpPr>
        <p:grpSpPr>
          <a:xfrm>
            <a:off x="9923105" y="4852343"/>
            <a:ext cx="309740" cy="190838"/>
            <a:chOff x="3668110" y="2448910"/>
            <a:chExt cx="3794234" cy="2165130"/>
          </a:xfrm>
        </p:grpSpPr>
        <p:sp>
          <p:nvSpPr>
            <p:cNvPr id="100" name="Rectangle 99">
              <a:extLst>
                <a:ext uri="{FF2B5EF4-FFF2-40B4-BE49-F238E27FC236}">
                  <a16:creationId xmlns:a16="http://schemas.microsoft.com/office/drawing/2014/main" id="{04E26E62-0A09-FE48-83DB-99D08E6D966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01" name="Freeform 100">
              <a:extLst>
                <a:ext uri="{FF2B5EF4-FFF2-40B4-BE49-F238E27FC236}">
                  <a16:creationId xmlns:a16="http://schemas.microsoft.com/office/drawing/2014/main" id="{5BBE0DFE-0625-6941-BE0B-54B132BA201D}"/>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nvGrpSpPr>
            <p:cNvPr id="102" name="Group 101">
              <a:extLst>
                <a:ext uri="{FF2B5EF4-FFF2-40B4-BE49-F238E27FC236}">
                  <a16:creationId xmlns:a16="http://schemas.microsoft.com/office/drawing/2014/main" id="{607D2C3A-C248-C14C-AE1E-3CEA21A7711E}"/>
                </a:ext>
              </a:extLst>
            </p:cNvPr>
            <p:cNvGrpSpPr/>
            <p:nvPr/>
          </p:nvGrpSpPr>
          <p:grpSpPr>
            <a:xfrm>
              <a:off x="3941378" y="2603243"/>
              <a:ext cx="3202061" cy="1066110"/>
              <a:chOff x="7939341" y="3037317"/>
              <a:chExt cx="897649" cy="353919"/>
            </a:xfrm>
          </p:grpSpPr>
          <p:sp>
            <p:nvSpPr>
              <p:cNvPr id="103" name="Freeform 102">
                <a:extLst>
                  <a:ext uri="{FF2B5EF4-FFF2-40B4-BE49-F238E27FC236}">
                    <a16:creationId xmlns:a16="http://schemas.microsoft.com/office/drawing/2014/main" id="{BD2E6830-1548-F748-9CD3-9BBE3D747B5B}"/>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04" name="Freeform 103">
                <a:extLst>
                  <a:ext uri="{FF2B5EF4-FFF2-40B4-BE49-F238E27FC236}">
                    <a16:creationId xmlns:a16="http://schemas.microsoft.com/office/drawing/2014/main" id="{87EA9A58-4D21-1A4A-8916-404ABE135DD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05" name="Freeform 104">
                <a:extLst>
                  <a:ext uri="{FF2B5EF4-FFF2-40B4-BE49-F238E27FC236}">
                    <a16:creationId xmlns:a16="http://schemas.microsoft.com/office/drawing/2014/main" id="{7CF3E410-162D-074A-8E74-37800207811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06" name="Freeform 105">
                <a:extLst>
                  <a:ext uri="{FF2B5EF4-FFF2-40B4-BE49-F238E27FC236}">
                    <a16:creationId xmlns:a16="http://schemas.microsoft.com/office/drawing/2014/main" id="{072DA05C-F551-2546-ACD2-A6674CBCE38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107" name="Group 106">
            <a:extLst>
              <a:ext uri="{FF2B5EF4-FFF2-40B4-BE49-F238E27FC236}">
                <a16:creationId xmlns:a16="http://schemas.microsoft.com/office/drawing/2014/main" id="{659AA5C6-EE3B-2947-B048-197F6FD3AC8C}"/>
              </a:ext>
            </a:extLst>
          </p:cNvPr>
          <p:cNvGrpSpPr/>
          <p:nvPr/>
        </p:nvGrpSpPr>
        <p:grpSpPr>
          <a:xfrm>
            <a:off x="8750359" y="4480726"/>
            <a:ext cx="393760" cy="218578"/>
            <a:chOff x="7493876" y="2774731"/>
            <a:chExt cx="1481958" cy="894622"/>
          </a:xfrm>
        </p:grpSpPr>
        <p:sp>
          <p:nvSpPr>
            <p:cNvPr id="108" name="Freeform 107">
              <a:extLst>
                <a:ext uri="{FF2B5EF4-FFF2-40B4-BE49-F238E27FC236}">
                  <a16:creationId xmlns:a16="http://schemas.microsoft.com/office/drawing/2014/main" id="{9100A36C-A3A7-F64D-ACF1-BC8A727C2C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109" name="Oval 108">
              <a:extLst>
                <a:ext uri="{FF2B5EF4-FFF2-40B4-BE49-F238E27FC236}">
                  <a16:creationId xmlns:a16="http://schemas.microsoft.com/office/drawing/2014/main" id="{66AC0DDF-BAAC-9648-9DB4-B82F4C800F1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110" name="Group 109">
              <a:extLst>
                <a:ext uri="{FF2B5EF4-FFF2-40B4-BE49-F238E27FC236}">
                  <a16:creationId xmlns:a16="http://schemas.microsoft.com/office/drawing/2014/main" id="{F93AC9B6-D959-EE46-8553-EF585F23BD73}"/>
                </a:ext>
              </a:extLst>
            </p:cNvPr>
            <p:cNvGrpSpPr/>
            <p:nvPr/>
          </p:nvGrpSpPr>
          <p:grpSpPr>
            <a:xfrm>
              <a:off x="7713663" y="2848339"/>
              <a:ext cx="1042107" cy="425543"/>
              <a:chOff x="7786941" y="2884917"/>
              <a:chExt cx="897649" cy="353919"/>
            </a:xfrm>
          </p:grpSpPr>
          <p:sp>
            <p:nvSpPr>
              <p:cNvPr id="111" name="Freeform 110">
                <a:extLst>
                  <a:ext uri="{FF2B5EF4-FFF2-40B4-BE49-F238E27FC236}">
                    <a16:creationId xmlns:a16="http://schemas.microsoft.com/office/drawing/2014/main" id="{4CC15E79-4120-D643-9348-8A2483E7C14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12" name="Freeform 111">
                <a:extLst>
                  <a:ext uri="{FF2B5EF4-FFF2-40B4-BE49-F238E27FC236}">
                    <a16:creationId xmlns:a16="http://schemas.microsoft.com/office/drawing/2014/main" id="{B4C3AE5D-7179-E240-8F3C-8DF74EC9998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13" name="Freeform 112">
                <a:extLst>
                  <a:ext uri="{FF2B5EF4-FFF2-40B4-BE49-F238E27FC236}">
                    <a16:creationId xmlns:a16="http://schemas.microsoft.com/office/drawing/2014/main" id="{3A0685E0-EC87-CF48-A96B-77CB2EC25C0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14" name="Freeform 113">
                <a:extLst>
                  <a:ext uri="{FF2B5EF4-FFF2-40B4-BE49-F238E27FC236}">
                    <a16:creationId xmlns:a16="http://schemas.microsoft.com/office/drawing/2014/main" id="{9E67B1F5-ED42-AE4A-8D5B-75AD8401AC4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115" name="Group 114">
            <a:extLst>
              <a:ext uri="{FF2B5EF4-FFF2-40B4-BE49-F238E27FC236}">
                <a16:creationId xmlns:a16="http://schemas.microsoft.com/office/drawing/2014/main" id="{04996387-BE14-DF43-805B-702F9CA5C7DE}"/>
              </a:ext>
            </a:extLst>
          </p:cNvPr>
          <p:cNvGrpSpPr/>
          <p:nvPr/>
        </p:nvGrpSpPr>
        <p:grpSpPr>
          <a:xfrm>
            <a:off x="8385260" y="4707739"/>
            <a:ext cx="309740" cy="190838"/>
            <a:chOff x="3668110" y="2448910"/>
            <a:chExt cx="3794234" cy="2165130"/>
          </a:xfrm>
        </p:grpSpPr>
        <p:sp>
          <p:nvSpPr>
            <p:cNvPr id="116" name="Rectangle 115">
              <a:extLst>
                <a:ext uri="{FF2B5EF4-FFF2-40B4-BE49-F238E27FC236}">
                  <a16:creationId xmlns:a16="http://schemas.microsoft.com/office/drawing/2014/main" id="{45754FAB-24AD-164E-8246-AFEEDC5117C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17" name="Freeform 116">
              <a:extLst>
                <a:ext uri="{FF2B5EF4-FFF2-40B4-BE49-F238E27FC236}">
                  <a16:creationId xmlns:a16="http://schemas.microsoft.com/office/drawing/2014/main" id="{E5DD5BBA-99BE-AB40-ABCA-66BF6954D98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nvGrpSpPr>
            <p:cNvPr id="118" name="Group 117">
              <a:extLst>
                <a:ext uri="{FF2B5EF4-FFF2-40B4-BE49-F238E27FC236}">
                  <a16:creationId xmlns:a16="http://schemas.microsoft.com/office/drawing/2014/main" id="{AEB271AC-E128-C94E-8C52-AEF23798B7A8}"/>
                </a:ext>
              </a:extLst>
            </p:cNvPr>
            <p:cNvGrpSpPr/>
            <p:nvPr/>
          </p:nvGrpSpPr>
          <p:grpSpPr>
            <a:xfrm>
              <a:off x="3941378" y="2603243"/>
              <a:ext cx="3202061" cy="1066110"/>
              <a:chOff x="7939341" y="3037317"/>
              <a:chExt cx="897649" cy="353919"/>
            </a:xfrm>
          </p:grpSpPr>
          <p:sp>
            <p:nvSpPr>
              <p:cNvPr id="119" name="Freeform 118">
                <a:extLst>
                  <a:ext uri="{FF2B5EF4-FFF2-40B4-BE49-F238E27FC236}">
                    <a16:creationId xmlns:a16="http://schemas.microsoft.com/office/drawing/2014/main" id="{6A1116CA-475C-3648-95B4-42F00A2A056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20" name="Freeform 119">
                <a:extLst>
                  <a:ext uri="{FF2B5EF4-FFF2-40B4-BE49-F238E27FC236}">
                    <a16:creationId xmlns:a16="http://schemas.microsoft.com/office/drawing/2014/main" id="{C2AE9788-7391-8445-B359-B4CC25A1EE9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21" name="Freeform 120">
                <a:extLst>
                  <a:ext uri="{FF2B5EF4-FFF2-40B4-BE49-F238E27FC236}">
                    <a16:creationId xmlns:a16="http://schemas.microsoft.com/office/drawing/2014/main" id="{B02E83DD-BD53-7B47-A845-B8C7DC6A694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22" name="Freeform 121">
                <a:extLst>
                  <a:ext uri="{FF2B5EF4-FFF2-40B4-BE49-F238E27FC236}">
                    <a16:creationId xmlns:a16="http://schemas.microsoft.com/office/drawing/2014/main" id="{2DC92133-A32C-A741-B66D-863B3C03BD8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123" name="Group 122">
            <a:extLst>
              <a:ext uri="{FF2B5EF4-FFF2-40B4-BE49-F238E27FC236}">
                <a16:creationId xmlns:a16="http://schemas.microsoft.com/office/drawing/2014/main" id="{643D9FE3-9524-3844-AF33-35CA20FC0D76}"/>
              </a:ext>
            </a:extLst>
          </p:cNvPr>
          <p:cNvGrpSpPr/>
          <p:nvPr/>
        </p:nvGrpSpPr>
        <p:grpSpPr>
          <a:xfrm>
            <a:off x="8513567" y="2325615"/>
            <a:ext cx="353678" cy="168275"/>
            <a:chOff x="7493876" y="2774731"/>
            <a:chExt cx="1481958" cy="894622"/>
          </a:xfrm>
        </p:grpSpPr>
        <p:sp>
          <p:nvSpPr>
            <p:cNvPr id="124" name="Freeform 123">
              <a:extLst>
                <a:ext uri="{FF2B5EF4-FFF2-40B4-BE49-F238E27FC236}">
                  <a16:creationId xmlns:a16="http://schemas.microsoft.com/office/drawing/2014/main" id="{D4B39EB8-9828-0342-9391-704A2CD03D1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125" name="Oval 124">
              <a:extLst>
                <a:ext uri="{FF2B5EF4-FFF2-40B4-BE49-F238E27FC236}">
                  <a16:creationId xmlns:a16="http://schemas.microsoft.com/office/drawing/2014/main" id="{774578F8-9C32-FF4C-94B9-DD296E4639D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126" name="Group 125">
              <a:extLst>
                <a:ext uri="{FF2B5EF4-FFF2-40B4-BE49-F238E27FC236}">
                  <a16:creationId xmlns:a16="http://schemas.microsoft.com/office/drawing/2014/main" id="{E3FFE085-A1E8-8C4A-863C-F297E69E8C5F}"/>
                </a:ext>
              </a:extLst>
            </p:cNvPr>
            <p:cNvGrpSpPr/>
            <p:nvPr/>
          </p:nvGrpSpPr>
          <p:grpSpPr>
            <a:xfrm>
              <a:off x="7713663" y="2848339"/>
              <a:ext cx="1042107" cy="425543"/>
              <a:chOff x="7786941" y="2884917"/>
              <a:chExt cx="897649" cy="353919"/>
            </a:xfrm>
          </p:grpSpPr>
          <p:sp>
            <p:nvSpPr>
              <p:cNvPr id="127" name="Freeform 126">
                <a:extLst>
                  <a:ext uri="{FF2B5EF4-FFF2-40B4-BE49-F238E27FC236}">
                    <a16:creationId xmlns:a16="http://schemas.microsoft.com/office/drawing/2014/main" id="{FF20BBBE-61F6-414F-AB4A-B44CBEECD9A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28" name="Freeform 127">
                <a:extLst>
                  <a:ext uri="{FF2B5EF4-FFF2-40B4-BE49-F238E27FC236}">
                    <a16:creationId xmlns:a16="http://schemas.microsoft.com/office/drawing/2014/main" id="{B2045209-7C1C-F24A-AEE1-071242B149D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29" name="Freeform 128">
                <a:extLst>
                  <a:ext uri="{FF2B5EF4-FFF2-40B4-BE49-F238E27FC236}">
                    <a16:creationId xmlns:a16="http://schemas.microsoft.com/office/drawing/2014/main" id="{1B01ADE3-1B6E-D247-973F-54E2D9B5D15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30" name="Freeform 129">
                <a:extLst>
                  <a:ext uri="{FF2B5EF4-FFF2-40B4-BE49-F238E27FC236}">
                    <a16:creationId xmlns:a16="http://schemas.microsoft.com/office/drawing/2014/main" id="{405D61D6-D043-834E-8866-8619F48CA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131" name="Group 130">
            <a:extLst>
              <a:ext uri="{FF2B5EF4-FFF2-40B4-BE49-F238E27FC236}">
                <a16:creationId xmlns:a16="http://schemas.microsoft.com/office/drawing/2014/main" id="{1012F64F-EF7E-5344-A4F3-7EABE2D4F217}"/>
              </a:ext>
            </a:extLst>
          </p:cNvPr>
          <p:cNvGrpSpPr/>
          <p:nvPr/>
        </p:nvGrpSpPr>
        <p:grpSpPr>
          <a:xfrm>
            <a:off x="10957825" y="3114671"/>
            <a:ext cx="170989" cy="97052"/>
            <a:chOff x="7493876" y="2774731"/>
            <a:chExt cx="1481958" cy="894622"/>
          </a:xfrm>
        </p:grpSpPr>
        <p:sp>
          <p:nvSpPr>
            <p:cNvPr id="132" name="Freeform 131">
              <a:extLst>
                <a:ext uri="{FF2B5EF4-FFF2-40B4-BE49-F238E27FC236}">
                  <a16:creationId xmlns:a16="http://schemas.microsoft.com/office/drawing/2014/main" id="{8BB13C1F-054D-7941-91CB-76ED796B656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133" name="Oval 132">
              <a:extLst>
                <a:ext uri="{FF2B5EF4-FFF2-40B4-BE49-F238E27FC236}">
                  <a16:creationId xmlns:a16="http://schemas.microsoft.com/office/drawing/2014/main" id="{70C6DC31-F653-F446-9B94-60CB67A860A3}"/>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134" name="Group 133">
              <a:extLst>
                <a:ext uri="{FF2B5EF4-FFF2-40B4-BE49-F238E27FC236}">
                  <a16:creationId xmlns:a16="http://schemas.microsoft.com/office/drawing/2014/main" id="{3F4A7E86-562E-9C48-95BF-2B9D877B5376}"/>
                </a:ext>
              </a:extLst>
            </p:cNvPr>
            <p:cNvGrpSpPr/>
            <p:nvPr/>
          </p:nvGrpSpPr>
          <p:grpSpPr>
            <a:xfrm>
              <a:off x="7713663" y="2848339"/>
              <a:ext cx="1042107" cy="425543"/>
              <a:chOff x="7786941" y="2884917"/>
              <a:chExt cx="897649" cy="353919"/>
            </a:xfrm>
          </p:grpSpPr>
          <p:sp>
            <p:nvSpPr>
              <p:cNvPr id="135" name="Freeform 134">
                <a:extLst>
                  <a:ext uri="{FF2B5EF4-FFF2-40B4-BE49-F238E27FC236}">
                    <a16:creationId xmlns:a16="http://schemas.microsoft.com/office/drawing/2014/main" id="{D80C08FB-4E69-EB4A-BBCA-4E44FB7EEF5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36" name="Freeform 135">
                <a:extLst>
                  <a:ext uri="{FF2B5EF4-FFF2-40B4-BE49-F238E27FC236}">
                    <a16:creationId xmlns:a16="http://schemas.microsoft.com/office/drawing/2014/main" id="{2632F4FB-DFCC-2F4D-B158-2D3743B3F95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37" name="Freeform 136">
                <a:extLst>
                  <a:ext uri="{FF2B5EF4-FFF2-40B4-BE49-F238E27FC236}">
                    <a16:creationId xmlns:a16="http://schemas.microsoft.com/office/drawing/2014/main" id="{E6D5E9E9-B17F-9D4B-B223-9141D3A6888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38" name="Freeform 137">
                <a:extLst>
                  <a:ext uri="{FF2B5EF4-FFF2-40B4-BE49-F238E27FC236}">
                    <a16:creationId xmlns:a16="http://schemas.microsoft.com/office/drawing/2014/main" id="{8D0A12F2-B562-2648-B16A-1D30E22E02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139" name="Group 138">
            <a:extLst>
              <a:ext uri="{FF2B5EF4-FFF2-40B4-BE49-F238E27FC236}">
                <a16:creationId xmlns:a16="http://schemas.microsoft.com/office/drawing/2014/main" id="{B4E432F1-1693-8A4E-A460-5802A1AEAD07}"/>
              </a:ext>
            </a:extLst>
          </p:cNvPr>
          <p:cNvGrpSpPr/>
          <p:nvPr/>
        </p:nvGrpSpPr>
        <p:grpSpPr>
          <a:xfrm>
            <a:off x="10484349" y="3009444"/>
            <a:ext cx="353678" cy="198344"/>
            <a:chOff x="7493876" y="2774731"/>
            <a:chExt cx="1481958" cy="894622"/>
          </a:xfrm>
        </p:grpSpPr>
        <p:sp>
          <p:nvSpPr>
            <p:cNvPr id="140" name="Freeform 139">
              <a:extLst>
                <a:ext uri="{FF2B5EF4-FFF2-40B4-BE49-F238E27FC236}">
                  <a16:creationId xmlns:a16="http://schemas.microsoft.com/office/drawing/2014/main" id="{5ED14BE6-903D-9940-AC2B-3268B87ADFF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141" name="Oval 140">
              <a:extLst>
                <a:ext uri="{FF2B5EF4-FFF2-40B4-BE49-F238E27FC236}">
                  <a16:creationId xmlns:a16="http://schemas.microsoft.com/office/drawing/2014/main" id="{7EFC5165-1B49-B544-B703-D0E9DA908D7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142" name="Group 141">
              <a:extLst>
                <a:ext uri="{FF2B5EF4-FFF2-40B4-BE49-F238E27FC236}">
                  <a16:creationId xmlns:a16="http://schemas.microsoft.com/office/drawing/2014/main" id="{AB1397D1-18DA-5944-8339-897F9A9AD894}"/>
                </a:ext>
              </a:extLst>
            </p:cNvPr>
            <p:cNvGrpSpPr/>
            <p:nvPr/>
          </p:nvGrpSpPr>
          <p:grpSpPr>
            <a:xfrm>
              <a:off x="7713663" y="2848339"/>
              <a:ext cx="1042107" cy="425543"/>
              <a:chOff x="7786941" y="2884917"/>
              <a:chExt cx="897649" cy="353919"/>
            </a:xfrm>
          </p:grpSpPr>
          <p:sp>
            <p:nvSpPr>
              <p:cNvPr id="143" name="Freeform 142">
                <a:extLst>
                  <a:ext uri="{FF2B5EF4-FFF2-40B4-BE49-F238E27FC236}">
                    <a16:creationId xmlns:a16="http://schemas.microsoft.com/office/drawing/2014/main" id="{D3D45686-63E9-E245-8305-C334F0541E7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44" name="Freeform 143">
                <a:extLst>
                  <a:ext uri="{FF2B5EF4-FFF2-40B4-BE49-F238E27FC236}">
                    <a16:creationId xmlns:a16="http://schemas.microsoft.com/office/drawing/2014/main" id="{3B2FA1D1-BF4F-F947-B3E1-406A420C4F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45" name="Freeform 144">
                <a:extLst>
                  <a:ext uri="{FF2B5EF4-FFF2-40B4-BE49-F238E27FC236}">
                    <a16:creationId xmlns:a16="http://schemas.microsoft.com/office/drawing/2014/main" id="{2C4C730F-0E5F-9441-B3F0-9FB7DB40363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46" name="Freeform 145">
                <a:extLst>
                  <a:ext uri="{FF2B5EF4-FFF2-40B4-BE49-F238E27FC236}">
                    <a16:creationId xmlns:a16="http://schemas.microsoft.com/office/drawing/2014/main" id="{3C05DC31-C04A-DA4E-BD68-6BCFC14A564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147" name="Group 146">
            <a:extLst>
              <a:ext uri="{FF2B5EF4-FFF2-40B4-BE49-F238E27FC236}">
                <a16:creationId xmlns:a16="http://schemas.microsoft.com/office/drawing/2014/main" id="{851A2E38-C8F7-5B4D-93A5-130306B471F9}"/>
              </a:ext>
            </a:extLst>
          </p:cNvPr>
          <p:cNvGrpSpPr/>
          <p:nvPr/>
        </p:nvGrpSpPr>
        <p:grpSpPr>
          <a:xfrm>
            <a:off x="10022464" y="1715598"/>
            <a:ext cx="353678" cy="198344"/>
            <a:chOff x="7493876" y="2774731"/>
            <a:chExt cx="1481958" cy="894622"/>
          </a:xfrm>
        </p:grpSpPr>
        <p:sp>
          <p:nvSpPr>
            <p:cNvPr id="148" name="Freeform 147">
              <a:extLst>
                <a:ext uri="{FF2B5EF4-FFF2-40B4-BE49-F238E27FC236}">
                  <a16:creationId xmlns:a16="http://schemas.microsoft.com/office/drawing/2014/main" id="{DE316D8C-B460-B94D-8F8C-D3061831AA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149" name="Oval 148">
              <a:extLst>
                <a:ext uri="{FF2B5EF4-FFF2-40B4-BE49-F238E27FC236}">
                  <a16:creationId xmlns:a16="http://schemas.microsoft.com/office/drawing/2014/main" id="{F1A1A5CB-A709-1F4F-8D50-2C99B35EED9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150" name="Group 149">
              <a:extLst>
                <a:ext uri="{FF2B5EF4-FFF2-40B4-BE49-F238E27FC236}">
                  <a16:creationId xmlns:a16="http://schemas.microsoft.com/office/drawing/2014/main" id="{2C3D1ACE-2ADB-1B4F-B4F6-152F4655CFF6}"/>
                </a:ext>
              </a:extLst>
            </p:cNvPr>
            <p:cNvGrpSpPr/>
            <p:nvPr/>
          </p:nvGrpSpPr>
          <p:grpSpPr>
            <a:xfrm>
              <a:off x="7713663" y="2848339"/>
              <a:ext cx="1042107" cy="425543"/>
              <a:chOff x="7786941" y="2884917"/>
              <a:chExt cx="897649" cy="353919"/>
            </a:xfrm>
          </p:grpSpPr>
          <p:sp>
            <p:nvSpPr>
              <p:cNvPr id="151" name="Freeform 150">
                <a:extLst>
                  <a:ext uri="{FF2B5EF4-FFF2-40B4-BE49-F238E27FC236}">
                    <a16:creationId xmlns:a16="http://schemas.microsoft.com/office/drawing/2014/main" id="{ABA3F008-D35A-3344-AE9B-985B191CD41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52" name="Freeform 151">
                <a:extLst>
                  <a:ext uri="{FF2B5EF4-FFF2-40B4-BE49-F238E27FC236}">
                    <a16:creationId xmlns:a16="http://schemas.microsoft.com/office/drawing/2014/main" id="{9B80981C-5DF8-8A44-871A-76578F68D6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53" name="Freeform 152">
                <a:extLst>
                  <a:ext uri="{FF2B5EF4-FFF2-40B4-BE49-F238E27FC236}">
                    <a16:creationId xmlns:a16="http://schemas.microsoft.com/office/drawing/2014/main" id="{811450F3-31D3-204D-B370-675D8DEBAA5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54" name="Freeform 153">
                <a:extLst>
                  <a:ext uri="{FF2B5EF4-FFF2-40B4-BE49-F238E27FC236}">
                    <a16:creationId xmlns:a16="http://schemas.microsoft.com/office/drawing/2014/main" id="{B8AF6519-9948-BD4F-9BDE-BF2FE27174E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155" name="Group 154">
            <a:extLst>
              <a:ext uri="{FF2B5EF4-FFF2-40B4-BE49-F238E27FC236}">
                <a16:creationId xmlns:a16="http://schemas.microsoft.com/office/drawing/2014/main" id="{D553E004-5B76-CE49-82A8-228403BC57E9}"/>
              </a:ext>
            </a:extLst>
          </p:cNvPr>
          <p:cNvGrpSpPr/>
          <p:nvPr/>
        </p:nvGrpSpPr>
        <p:grpSpPr>
          <a:xfrm>
            <a:off x="10600954" y="2126673"/>
            <a:ext cx="353678" cy="198344"/>
            <a:chOff x="7493876" y="2774731"/>
            <a:chExt cx="1481958" cy="894622"/>
          </a:xfrm>
        </p:grpSpPr>
        <p:sp>
          <p:nvSpPr>
            <p:cNvPr id="156" name="Freeform 155">
              <a:extLst>
                <a:ext uri="{FF2B5EF4-FFF2-40B4-BE49-F238E27FC236}">
                  <a16:creationId xmlns:a16="http://schemas.microsoft.com/office/drawing/2014/main" id="{80D1B1C3-E533-0648-A8F6-501D4123A9C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157" name="Oval 156">
              <a:extLst>
                <a:ext uri="{FF2B5EF4-FFF2-40B4-BE49-F238E27FC236}">
                  <a16:creationId xmlns:a16="http://schemas.microsoft.com/office/drawing/2014/main" id="{3F68FB3F-D92E-ED44-AFF7-CC7359337C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158" name="Group 157">
              <a:extLst>
                <a:ext uri="{FF2B5EF4-FFF2-40B4-BE49-F238E27FC236}">
                  <a16:creationId xmlns:a16="http://schemas.microsoft.com/office/drawing/2014/main" id="{4166E5B1-FD06-CF4F-BE46-0665B6C44065}"/>
                </a:ext>
              </a:extLst>
            </p:cNvPr>
            <p:cNvGrpSpPr/>
            <p:nvPr/>
          </p:nvGrpSpPr>
          <p:grpSpPr>
            <a:xfrm>
              <a:off x="7713663" y="2848339"/>
              <a:ext cx="1042107" cy="425543"/>
              <a:chOff x="7786941" y="2884917"/>
              <a:chExt cx="897649" cy="353919"/>
            </a:xfrm>
          </p:grpSpPr>
          <p:sp>
            <p:nvSpPr>
              <p:cNvPr id="159" name="Freeform 158">
                <a:extLst>
                  <a:ext uri="{FF2B5EF4-FFF2-40B4-BE49-F238E27FC236}">
                    <a16:creationId xmlns:a16="http://schemas.microsoft.com/office/drawing/2014/main" id="{6EED667D-92E4-684F-8131-08EE73D7865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60" name="Freeform 159">
                <a:extLst>
                  <a:ext uri="{FF2B5EF4-FFF2-40B4-BE49-F238E27FC236}">
                    <a16:creationId xmlns:a16="http://schemas.microsoft.com/office/drawing/2014/main" id="{173F21E0-20AE-3947-B3A9-DCB066F95BF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61" name="Freeform 160">
                <a:extLst>
                  <a:ext uri="{FF2B5EF4-FFF2-40B4-BE49-F238E27FC236}">
                    <a16:creationId xmlns:a16="http://schemas.microsoft.com/office/drawing/2014/main" id="{90BCAD6D-9742-A743-AF6C-AA4C11DF2F7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62" name="Freeform 161">
                <a:extLst>
                  <a:ext uri="{FF2B5EF4-FFF2-40B4-BE49-F238E27FC236}">
                    <a16:creationId xmlns:a16="http://schemas.microsoft.com/office/drawing/2014/main" id="{D15CCA2D-FF07-7E49-AFAC-41F608FBA3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163" name="Group 162">
            <a:extLst>
              <a:ext uri="{FF2B5EF4-FFF2-40B4-BE49-F238E27FC236}">
                <a16:creationId xmlns:a16="http://schemas.microsoft.com/office/drawing/2014/main" id="{0BBFA4F2-6DC5-6246-AC0D-A5B6362510CA}"/>
              </a:ext>
            </a:extLst>
          </p:cNvPr>
          <p:cNvGrpSpPr/>
          <p:nvPr/>
        </p:nvGrpSpPr>
        <p:grpSpPr>
          <a:xfrm>
            <a:off x="10717565" y="1621269"/>
            <a:ext cx="353678" cy="198344"/>
            <a:chOff x="7493876" y="2774731"/>
            <a:chExt cx="1481958" cy="894622"/>
          </a:xfrm>
        </p:grpSpPr>
        <p:sp>
          <p:nvSpPr>
            <p:cNvPr id="164" name="Freeform 163">
              <a:extLst>
                <a:ext uri="{FF2B5EF4-FFF2-40B4-BE49-F238E27FC236}">
                  <a16:creationId xmlns:a16="http://schemas.microsoft.com/office/drawing/2014/main" id="{9E6389F9-EE6B-CF41-87B2-6FEC736C1C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165" name="Oval 164">
              <a:extLst>
                <a:ext uri="{FF2B5EF4-FFF2-40B4-BE49-F238E27FC236}">
                  <a16:creationId xmlns:a16="http://schemas.microsoft.com/office/drawing/2014/main" id="{76CEA600-9F29-9443-ADED-51B00EDB37A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166" name="Group 165">
              <a:extLst>
                <a:ext uri="{FF2B5EF4-FFF2-40B4-BE49-F238E27FC236}">
                  <a16:creationId xmlns:a16="http://schemas.microsoft.com/office/drawing/2014/main" id="{5E8A275D-4224-6C4E-8C9F-80FCD44EE50C}"/>
                </a:ext>
              </a:extLst>
            </p:cNvPr>
            <p:cNvGrpSpPr/>
            <p:nvPr/>
          </p:nvGrpSpPr>
          <p:grpSpPr>
            <a:xfrm>
              <a:off x="7713663" y="2848339"/>
              <a:ext cx="1042107" cy="425543"/>
              <a:chOff x="7786941" y="2884917"/>
              <a:chExt cx="897649" cy="353919"/>
            </a:xfrm>
          </p:grpSpPr>
          <p:sp>
            <p:nvSpPr>
              <p:cNvPr id="167" name="Freeform 166">
                <a:extLst>
                  <a:ext uri="{FF2B5EF4-FFF2-40B4-BE49-F238E27FC236}">
                    <a16:creationId xmlns:a16="http://schemas.microsoft.com/office/drawing/2014/main" id="{157952CE-D220-6342-A756-6FC7F0E68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68" name="Freeform 167">
                <a:extLst>
                  <a:ext uri="{FF2B5EF4-FFF2-40B4-BE49-F238E27FC236}">
                    <a16:creationId xmlns:a16="http://schemas.microsoft.com/office/drawing/2014/main" id="{F1725E00-636B-DF42-935F-85B23C81F9E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69" name="Freeform 168">
                <a:extLst>
                  <a:ext uri="{FF2B5EF4-FFF2-40B4-BE49-F238E27FC236}">
                    <a16:creationId xmlns:a16="http://schemas.microsoft.com/office/drawing/2014/main" id="{9F692ABC-0305-A843-A220-05CFCA15005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70" name="Freeform 169">
                <a:extLst>
                  <a:ext uri="{FF2B5EF4-FFF2-40B4-BE49-F238E27FC236}">
                    <a16:creationId xmlns:a16="http://schemas.microsoft.com/office/drawing/2014/main" id="{4119B6AB-B752-5F42-A59E-D0238D4845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171" name="Group 170">
            <a:extLst>
              <a:ext uri="{FF2B5EF4-FFF2-40B4-BE49-F238E27FC236}">
                <a16:creationId xmlns:a16="http://schemas.microsoft.com/office/drawing/2014/main" id="{02AC74F3-7F15-D34A-9BA0-F4EC124FA78B}"/>
              </a:ext>
            </a:extLst>
          </p:cNvPr>
          <p:cNvGrpSpPr/>
          <p:nvPr/>
        </p:nvGrpSpPr>
        <p:grpSpPr>
          <a:xfrm>
            <a:off x="10053866" y="2174871"/>
            <a:ext cx="353678" cy="198344"/>
            <a:chOff x="7493876" y="2774731"/>
            <a:chExt cx="1481958" cy="894622"/>
          </a:xfrm>
        </p:grpSpPr>
        <p:sp>
          <p:nvSpPr>
            <p:cNvPr id="172" name="Freeform 171">
              <a:extLst>
                <a:ext uri="{FF2B5EF4-FFF2-40B4-BE49-F238E27FC236}">
                  <a16:creationId xmlns:a16="http://schemas.microsoft.com/office/drawing/2014/main" id="{E16EDB01-D80B-594C-BC98-877D41E0F77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173" name="Oval 172">
              <a:extLst>
                <a:ext uri="{FF2B5EF4-FFF2-40B4-BE49-F238E27FC236}">
                  <a16:creationId xmlns:a16="http://schemas.microsoft.com/office/drawing/2014/main" id="{1036E018-AA0D-3B41-B308-80EC3DDB6EE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174" name="Group 173">
              <a:extLst>
                <a:ext uri="{FF2B5EF4-FFF2-40B4-BE49-F238E27FC236}">
                  <a16:creationId xmlns:a16="http://schemas.microsoft.com/office/drawing/2014/main" id="{F792B572-4770-5640-96DE-FC5DD4403375}"/>
                </a:ext>
              </a:extLst>
            </p:cNvPr>
            <p:cNvGrpSpPr/>
            <p:nvPr/>
          </p:nvGrpSpPr>
          <p:grpSpPr>
            <a:xfrm>
              <a:off x="7713663" y="2848339"/>
              <a:ext cx="1042107" cy="425543"/>
              <a:chOff x="7786941" y="2884917"/>
              <a:chExt cx="897649" cy="353919"/>
            </a:xfrm>
          </p:grpSpPr>
          <p:sp>
            <p:nvSpPr>
              <p:cNvPr id="175" name="Freeform 174">
                <a:extLst>
                  <a:ext uri="{FF2B5EF4-FFF2-40B4-BE49-F238E27FC236}">
                    <a16:creationId xmlns:a16="http://schemas.microsoft.com/office/drawing/2014/main" id="{0359911B-E2D4-4540-9EDC-0B97BCDA15D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76" name="Freeform 175">
                <a:extLst>
                  <a:ext uri="{FF2B5EF4-FFF2-40B4-BE49-F238E27FC236}">
                    <a16:creationId xmlns:a16="http://schemas.microsoft.com/office/drawing/2014/main" id="{0451C2A1-599A-4640-AE3E-2F1FEE23C45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77" name="Freeform 176">
                <a:extLst>
                  <a:ext uri="{FF2B5EF4-FFF2-40B4-BE49-F238E27FC236}">
                    <a16:creationId xmlns:a16="http://schemas.microsoft.com/office/drawing/2014/main" id="{A85EFAFD-85B1-A345-B4E1-4ECEBD8958A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78" name="Freeform 177">
                <a:extLst>
                  <a:ext uri="{FF2B5EF4-FFF2-40B4-BE49-F238E27FC236}">
                    <a16:creationId xmlns:a16="http://schemas.microsoft.com/office/drawing/2014/main" id="{236EF265-EE83-4742-983C-B66B4F28474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179" name="Group 178">
            <a:extLst>
              <a:ext uri="{FF2B5EF4-FFF2-40B4-BE49-F238E27FC236}">
                <a16:creationId xmlns:a16="http://schemas.microsoft.com/office/drawing/2014/main" id="{2B5330E9-EDFF-0747-B627-EF53456A8B64}"/>
              </a:ext>
            </a:extLst>
          </p:cNvPr>
          <p:cNvGrpSpPr/>
          <p:nvPr/>
        </p:nvGrpSpPr>
        <p:grpSpPr>
          <a:xfrm>
            <a:off x="9570878" y="2907338"/>
            <a:ext cx="367224" cy="240304"/>
            <a:chOff x="7493876" y="2774731"/>
            <a:chExt cx="1481958" cy="894622"/>
          </a:xfrm>
        </p:grpSpPr>
        <p:sp>
          <p:nvSpPr>
            <p:cNvPr id="180" name="Freeform 179">
              <a:extLst>
                <a:ext uri="{FF2B5EF4-FFF2-40B4-BE49-F238E27FC236}">
                  <a16:creationId xmlns:a16="http://schemas.microsoft.com/office/drawing/2014/main" id="{30F39B79-3124-AD4C-8764-BACF029254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181" name="Oval 180">
              <a:extLst>
                <a:ext uri="{FF2B5EF4-FFF2-40B4-BE49-F238E27FC236}">
                  <a16:creationId xmlns:a16="http://schemas.microsoft.com/office/drawing/2014/main" id="{6D3A5C65-5135-3E43-BC9C-26B221D2BD6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182" name="Group 181">
              <a:extLst>
                <a:ext uri="{FF2B5EF4-FFF2-40B4-BE49-F238E27FC236}">
                  <a16:creationId xmlns:a16="http://schemas.microsoft.com/office/drawing/2014/main" id="{D5A79E7B-CEC1-8147-A15D-D64398288088}"/>
                </a:ext>
              </a:extLst>
            </p:cNvPr>
            <p:cNvGrpSpPr/>
            <p:nvPr/>
          </p:nvGrpSpPr>
          <p:grpSpPr>
            <a:xfrm>
              <a:off x="7713663" y="2848339"/>
              <a:ext cx="1042107" cy="425543"/>
              <a:chOff x="7786941" y="2884917"/>
              <a:chExt cx="897649" cy="353919"/>
            </a:xfrm>
          </p:grpSpPr>
          <p:sp>
            <p:nvSpPr>
              <p:cNvPr id="183" name="Freeform 182">
                <a:extLst>
                  <a:ext uri="{FF2B5EF4-FFF2-40B4-BE49-F238E27FC236}">
                    <a16:creationId xmlns:a16="http://schemas.microsoft.com/office/drawing/2014/main" id="{2BD3E2AF-CDD9-9246-84EF-6B3C998B708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84" name="Freeform 183">
                <a:extLst>
                  <a:ext uri="{FF2B5EF4-FFF2-40B4-BE49-F238E27FC236}">
                    <a16:creationId xmlns:a16="http://schemas.microsoft.com/office/drawing/2014/main" id="{F3B7C4EC-0B9B-9C4B-8DCA-B05AB189E23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85" name="Freeform 184">
                <a:extLst>
                  <a:ext uri="{FF2B5EF4-FFF2-40B4-BE49-F238E27FC236}">
                    <a16:creationId xmlns:a16="http://schemas.microsoft.com/office/drawing/2014/main" id="{C76B3FF2-DB28-5345-9F37-DA5FB92C60D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86" name="Freeform 185">
                <a:extLst>
                  <a:ext uri="{FF2B5EF4-FFF2-40B4-BE49-F238E27FC236}">
                    <a16:creationId xmlns:a16="http://schemas.microsoft.com/office/drawing/2014/main" id="{ABE65594-F638-E64C-8962-1496FE7877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187" name="Group 186">
            <a:extLst>
              <a:ext uri="{FF2B5EF4-FFF2-40B4-BE49-F238E27FC236}">
                <a16:creationId xmlns:a16="http://schemas.microsoft.com/office/drawing/2014/main" id="{00B62598-D40E-DA41-9BA7-786371172FE5}"/>
              </a:ext>
            </a:extLst>
          </p:cNvPr>
          <p:cNvGrpSpPr/>
          <p:nvPr/>
        </p:nvGrpSpPr>
        <p:grpSpPr>
          <a:xfrm>
            <a:off x="10448999" y="3505631"/>
            <a:ext cx="353678" cy="198344"/>
            <a:chOff x="7493876" y="2774731"/>
            <a:chExt cx="1481958" cy="894622"/>
          </a:xfrm>
        </p:grpSpPr>
        <p:sp>
          <p:nvSpPr>
            <p:cNvPr id="188" name="Freeform 187">
              <a:extLst>
                <a:ext uri="{FF2B5EF4-FFF2-40B4-BE49-F238E27FC236}">
                  <a16:creationId xmlns:a16="http://schemas.microsoft.com/office/drawing/2014/main" id="{6021AAD8-BCF9-7A4A-9F26-42F18CC9347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189" name="Oval 188">
              <a:extLst>
                <a:ext uri="{FF2B5EF4-FFF2-40B4-BE49-F238E27FC236}">
                  <a16:creationId xmlns:a16="http://schemas.microsoft.com/office/drawing/2014/main" id="{8F43CCF6-ACD4-5147-B888-B61AD429572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190" name="Group 189">
              <a:extLst>
                <a:ext uri="{FF2B5EF4-FFF2-40B4-BE49-F238E27FC236}">
                  <a16:creationId xmlns:a16="http://schemas.microsoft.com/office/drawing/2014/main" id="{21651EE2-1E07-B94C-ACE2-BD7C4F4DA18F}"/>
                </a:ext>
              </a:extLst>
            </p:cNvPr>
            <p:cNvGrpSpPr/>
            <p:nvPr/>
          </p:nvGrpSpPr>
          <p:grpSpPr>
            <a:xfrm>
              <a:off x="7713663" y="2848339"/>
              <a:ext cx="1042107" cy="425543"/>
              <a:chOff x="7786941" y="2884917"/>
              <a:chExt cx="897649" cy="353919"/>
            </a:xfrm>
          </p:grpSpPr>
          <p:sp>
            <p:nvSpPr>
              <p:cNvPr id="191" name="Freeform 190">
                <a:extLst>
                  <a:ext uri="{FF2B5EF4-FFF2-40B4-BE49-F238E27FC236}">
                    <a16:creationId xmlns:a16="http://schemas.microsoft.com/office/drawing/2014/main" id="{A13A50ED-8A30-144A-9FCA-F6AF66BABCB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92" name="Freeform 191">
                <a:extLst>
                  <a:ext uri="{FF2B5EF4-FFF2-40B4-BE49-F238E27FC236}">
                    <a16:creationId xmlns:a16="http://schemas.microsoft.com/office/drawing/2014/main" id="{EFDF9400-03D5-6C49-A330-85A392376C0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93" name="Freeform 192">
                <a:extLst>
                  <a:ext uri="{FF2B5EF4-FFF2-40B4-BE49-F238E27FC236}">
                    <a16:creationId xmlns:a16="http://schemas.microsoft.com/office/drawing/2014/main" id="{F8DAD1FD-BE68-2948-B3F0-3E991157150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194" name="Freeform 193">
                <a:extLst>
                  <a:ext uri="{FF2B5EF4-FFF2-40B4-BE49-F238E27FC236}">
                    <a16:creationId xmlns:a16="http://schemas.microsoft.com/office/drawing/2014/main" id="{518751B6-2900-7045-AAFF-75CBB79B60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195" name="Group 194">
            <a:extLst>
              <a:ext uri="{FF2B5EF4-FFF2-40B4-BE49-F238E27FC236}">
                <a16:creationId xmlns:a16="http://schemas.microsoft.com/office/drawing/2014/main" id="{2AEAE14E-5721-E24F-A796-AF18CA4785D5}"/>
              </a:ext>
            </a:extLst>
          </p:cNvPr>
          <p:cNvGrpSpPr/>
          <p:nvPr/>
        </p:nvGrpSpPr>
        <p:grpSpPr>
          <a:xfrm>
            <a:off x="10999722" y="3882431"/>
            <a:ext cx="228295" cy="120400"/>
            <a:chOff x="7493876" y="2774731"/>
            <a:chExt cx="1481958" cy="894622"/>
          </a:xfrm>
        </p:grpSpPr>
        <p:sp>
          <p:nvSpPr>
            <p:cNvPr id="196" name="Freeform 195">
              <a:extLst>
                <a:ext uri="{FF2B5EF4-FFF2-40B4-BE49-F238E27FC236}">
                  <a16:creationId xmlns:a16="http://schemas.microsoft.com/office/drawing/2014/main" id="{CAA55824-11B1-CA4B-8903-9B33C1A7C22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197" name="Oval 196">
              <a:extLst>
                <a:ext uri="{FF2B5EF4-FFF2-40B4-BE49-F238E27FC236}">
                  <a16:creationId xmlns:a16="http://schemas.microsoft.com/office/drawing/2014/main" id="{35F1BF45-FD77-9C4F-8E5D-A169B6235F9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198" name="Group 197">
              <a:extLst>
                <a:ext uri="{FF2B5EF4-FFF2-40B4-BE49-F238E27FC236}">
                  <a16:creationId xmlns:a16="http://schemas.microsoft.com/office/drawing/2014/main" id="{CDC55E1F-BD25-644E-9AB3-7B5B06FF0206}"/>
                </a:ext>
              </a:extLst>
            </p:cNvPr>
            <p:cNvGrpSpPr/>
            <p:nvPr/>
          </p:nvGrpSpPr>
          <p:grpSpPr>
            <a:xfrm>
              <a:off x="7713663" y="2848339"/>
              <a:ext cx="1042107" cy="425543"/>
              <a:chOff x="7786941" y="2884917"/>
              <a:chExt cx="897649" cy="353919"/>
            </a:xfrm>
          </p:grpSpPr>
          <p:sp>
            <p:nvSpPr>
              <p:cNvPr id="199" name="Freeform 198">
                <a:extLst>
                  <a:ext uri="{FF2B5EF4-FFF2-40B4-BE49-F238E27FC236}">
                    <a16:creationId xmlns:a16="http://schemas.microsoft.com/office/drawing/2014/main" id="{9BF3F54D-9319-774D-BA3B-607814A7F83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00" name="Freeform 199">
                <a:extLst>
                  <a:ext uri="{FF2B5EF4-FFF2-40B4-BE49-F238E27FC236}">
                    <a16:creationId xmlns:a16="http://schemas.microsoft.com/office/drawing/2014/main" id="{4A4416B5-2DDC-4445-805F-E643A06EA19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01" name="Freeform 200">
                <a:extLst>
                  <a:ext uri="{FF2B5EF4-FFF2-40B4-BE49-F238E27FC236}">
                    <a16:creationId xmlns:a16="http://schemas.microsoft.com/office/drawing/2014/main" id="{578E2B14-D4B8-2F48-8C26-3403D3443A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202" name="Freeform 201">
                <a:extLst>
                  <a:ext uri="{FF2B5EF4-FFF2-40B4-BE49-F238E27FC236}">
                    <a16:creationId xmlns:a16="http://schemas.microsoft.com/office/drawing/2014/main" id="{19A4FCB0-5196-9544-9A9C-65D60E598CF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203" name="Group 202">
            <a:extLst>
              <a:ext uri="{FF2B5EF4-FFF2-40B4-BE49-F238E27FC236}">
                <a16:creationId xmlns:a16="http://schemas.microsoft.com/office/drawing/2014/main" id="{F66312FF-6592-084B-9F5B-06957DADD349}"/>
              </a:ext>
            </a:extLst>
          </p:cNvPr>
          <p:cNvGrpSpPr/>
          <p:nvPr/>
        </p:nvGrpSpPr>
        <p:grpSpPr>
          <a:xfrm>
            <a:off x="7512814" y="1869919"/>
            <a:ext cx="534987" cy="407988"/>
            <a:chOff x="7432700" y="2327293"/>
            <a:chExt cx="534987" cy="407988"/>
          </a:xfrm>
        </p:grpSpPr>
        <p:pic>
          <p:nvPicPr>
            <p:cNvPr id="204" name="Picture 1017" descr="antenna_stylized">
              <a:extLst>
                <a:ext uri="{FF2B5EF4-FFF2-40B4-BE49-F238E27FC236}">
                  <a16:creationId xmlns:a16="http://schemas.microsoft.com/office/drawing/2014/main" id="{0D4A2309-AAED-2C48-A418-D03CB0001F8C}"/>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 name="Picture 1018" descr="laptop_keyboard">
              <a:extLst>
                <a:ext uri="{FF2B5EF4-FFF2-40B4-BE49-F238E27FC236}">
                  <a16:creationId xmlns:a16="http://schemas.microsoft.com/office/drawing/2014/main" id="{46CD79A2-426F-8F45-92D1-0968B698AC9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 name="Freeform 1019">
              <a:extLst>
                <a:ext uri="{FF2B5EF4-FFF2-40B4-BE49-F238E27FC236}">
                  <a16:creationId xmlns:a16="http://schemas.microsoft.com/office/drawing/2014/main" id="{35B7582C-3157-594E-9B4D-8B43466950E2}"/>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a:defRPr/>
              </a:pPr>
              <a:endParaRPr lang="en-US" dirty="0">
                <a:solidFill>
                  <a:prstClr val="black"/>
                </a:solidFill>
              </a:endParaRPr>
            </a:p>
          </p:txBody>
        </p:sp>
        <p:pic>
          <p:nvPicPr>
            <p:cNvPr id="207" name="Picture 1020" descr="screen">
              <a:extLst>
                <a:ext uri="{FF2B5EF4-FFF2-40B4-BE49-F238E27FC236}">
                  <a16:creationId xmlns:a16="http://schemas.microsoft.com/office/drawing/2014/main" id="{70049DA6-6492-2A45-AD5C-2D64A84365BE}"/>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8" name="Freeform 1021">
              <a:extLst>
                <a:ext uri="{FF2B5EF4-FFF2-40B4-BE49-F238E27FC236}">
                  <a16:creationId xmlns:a16="http://schemas.microsoft.com/office/drawing/2014/main" id="{3B28293C-D483-A943-9B11-E29DBBA5B9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09" name="Freeform 1022">
              <a:extLst>
                <a:ext uri="{FF2B5EF4-FFF2-40B4-BE49-F238E27FC236}">
                  <a16:creationId xmlns:a16="http://schemas.microsoft.com/office/drawing/2014/main" id="{861B393C-154B-8D45-8CF1-3817B8627E76}"/>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10" name="Freeform 1023">
              <a:extLst>
                <a:ext uri="{FF2B5EF4-FFF2-40B4-BE49-F238E27FC236}">
                  <a16:creationId xmlns:a16="http://schemas.microsoft.com/office/drawing/2014/main" id="{0B63C9C2-674C-D944-8A4D-2C82246561ED}"/>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11" name="Freeform 1024">
              <a:extLst>
                <a:ext uri="{FF2B5EF4-FFF2-40B4-BE49-F238E27FC236}">
                  <a16:creationId xmlns:a16="http://schemas.microsoft.com/office/drawing/2014/main" id="{A2F9EB18-B241-7741-A387-8AD6E2A5FF65}"/>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12" name="Freeform 1025">
              <a:extLst>
                <a:ext uri="{FF2B5EF4-FFF2-40B4-BE49-F238E27FC236}">
                  <a16:creationId xmlns:a16="http://schemas.microsoft.com/office/drawing/2014/main" id="{A5AFAB36-089A-F246-ADED-53137F1702D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13" name="Freeform 1026">
              <a:extLst>
                <a:ext uri="{FF2B5EF4-FFF2-40B4-BE49-F238E27FC236}">
                  <a16:creationId xmlns:a16="http://schemas.microsoft.com/office/drawing/2014/main" id="{FF109530-217D-9D4E-81DB-6B3046B18EF4}"/>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grpSp>
          <p:nvGrpSpPr>
            <p:cNvPr id="214" name="Group 1027">
              <a:extLst>
                <a:ext uri="{FF2B5EF4-FFF2-40B4-BE49-F238E27FC236}">
                  <a16:creationId xmlns:a16="http://schemas.microsoft.com/office/drawing/2014/main" id="{B4933AB6-F567-0B4F-98D5-E7B82E998AEA}"/>
                </a:ext>
              </a:extLst>
            </p:cNvPr>
            <p:cNvGrpSpPr>
              <a:grpSpLocks/>
            </p:cNvGrpSpPr>
            <p:nvPr/>
          </p:nvGrpSpPr>
          <p:grpSpPr bwMode="auto">
            <a:xfrm>
              <a:off x="7594735" y="2642220"/>
              <a:ext cx="98740" cy="36846"/>
              <a:chOff x="1740" y="2642"/>
              <a:chExt cx="752" cy="327"/>
            </a:xfrm>
          </p:grpSpPr>
          <p:sp>
            <p:nvSpPr>
              <p:cNvPr id="221" name="Freeform 1028">
                <a:extLst>
                  <a:ext uri="{FF2B5EF4-FFF2-40B4-BE49-F238E27FC236}">
                    <a16:creationId xmlns:a16="http://schemas.microsoft.com/office/drawing/2014/main" id="{FEB5A1CA-C662-AC42-906E-42FEA801029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22" name="Freeform 1029">
                <a:extLst>
                  <a:ext uri="{FF2B5EF4-FFF2-40B4-BE49-F238E27FC236}">
                    <a16:creationId xmlns:a16="http://schemas.microsoft.com/office/drawing/2014/main" id="{F73B18BC-3775-124A-ABC7-7178BA6868D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23" name="Freeform 1030">
                <a:extLst>
                  <a:ext uri="{FF2B5EF4-FFF2-40B4-BE49-F238E27FC236}">
                    <a16:creationId xmlns:a16="http://schemas.microsoft.com/office/drawing/2014/main" id="{B0CC40EF-A30F-FB4A-A013-445912460EB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24" name="Freeform 1031">
                <a:extLst>
                  <a:ext uri="{FF2B5EF4-FFF2-40B4-BE49-F238E27FC236}">
                    <a16:creationId xmlns:a16="http://schemas.microsoft.com/office/drawing/2014/main" id="{695C34A3-04D7-8544-8C39-0FBEB205F300}"/>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25" name="Freeform 1032">
                <a:extLst>
                  <a:ext uri="{FF2B5EF4-FFF2-40B4-BE49-F238E27FC236}">
                    <a16:creationId xmlns:a16="http://schemas.microsoft.com/office/drawing/2014/main" id="{83AE7D29-720B-854B-B4F9-BC9FBE8B89F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26" name="Freeform 1033">
                <a:extLst>
                  <a:ext uri="{FF2B5EF4-FFF2-40B4-BE49-F238E27FC236}">
                    <a16:creationId xmlns:a16="http://schemas.microsoft.com/office/drawing/2014/main" id="{404B1EF4-0053-644A-AAF0-66FB16735A4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grpSp>
        <p:sp>
          <p:nvSpPr>
            <p:cNvPr id="215" name="Freeform 1034">
              <a:extLst>
                <a:ext uri="{FF2B5EF4-FFF2-40B4-BE49-F238E27FC236}">
                  <a16:creationId xmlns:a16="http://schemas.microsoft.com/office/drawing/2014/main" id="{7F7F78D2-EE09-EF4B-BE89-EC511B47A1DB}"/>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16" name="Freeform 1035">
              <a:extLst>
                <a:ext uri="{FF2B5EF4-FFF2-40B4-BE49-F238E27FC236}">
                  <a16:creationId xmlns:a16="http://schemas.microsoft.com/office/drawing/2014/main" id="{6ED22B39-55F8-254F-B260-10B9358A159C}"/>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17" name="Freeform 1036">
              <a:extLst>
                <a:ext uri="{FF2B5EF4-FFF2-40B4-BE49-F238E27FC236}">
                  <a16:creationId xmlns:a16="http://schemas.microsoft.com/office/drawing/2014/main" id="{519FDAB7-8F2B-D540-87B8-EBC39983723D}"/>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18" name="Freeform 1037">
              <a:extLst>
                <a:ext uri="{FF2B5EF4-FFF2-40B4-BE49-F238E27FC236}">
                  <a16:creationId xmlns:a16="http://schemas.microsoft.com/office/drawing/2014/main" id="{0FDDEC0B-D787-B543-B9C8-713981CB2B81}"/>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19" name="Freeform 1038">
              <a:extLst>
                <a:ext uri="{FF2B5EF4-FFF2-40B4-BE49-F238E27FC236}">
                  <a16:creationId xmlns:a16="http://schemas.microsoft.com/office/drawing/2014/main" id="{9ED25421-8538-254C-93C7-149B971AD72A}"/>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20" name="Freeform 1039">
              <a:extLst>
                <a:ext uri="{FF2B5EF4-FFF2-40B4-BE49-F238E27FC236}">
                  <a16:creationId xmlns:a16="http://schemas.microsoft.com/office/drawing/2014/main" id="{539798D0-719C-DD47-AE49-D9B557B94FCC}"/>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grpSp>
      <p:grpSp>
        <p:nvGrpSpPr>
          <p:cNvPr id="227" name="Group 226">
            <a:extLst>
              <a:ext uri="{FF2B5EF4-FFF2-40B4-BE49-F238E27FC236}">
                <a16:creationId xmlns:a16="http://schemas.microsoft.com/office/drawing/2014/main" id="{C9E92DFA-701B-E444-963E-738F29287753}"/>
              </a:ext>
            </a:extLst>
          </p:cNvPr>
          <p:cNvGrpSpPr/>
          <p:nvPr/>
        </p:nvGrpSpPr>
        <p:grpSpPr>
          <a:xfrm>
            <a:off x="8711521" y="1833033"/>
            <a:ext cx="530702" cy="478009"/>
            <a:chOff x="8631407" y="2290407"/>
            <a:chExt cx="530702" cy="478009"/>
          </a:xfrm>
        </p:grpSpPr>
        <p:pic>
          <p:nvPicPr>
            <p:cNvPr id="228" name="Picture 568" descr="light2.png">
              <a:extLst>
                <a:ext uri="{FF2B5EF4-FFF2-40B4-BE49-F238E27FC236}">
                  <a16:creationId xmlns:a16="http://schemas.microsoft.com/office/drawing/2014/main" id="{FC493893-8A11-354F-BABD-C11607E82D0F}"/>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9" name="Picture 1017" descr="antenna_stylized">
              <a:extLst>
                <a:ext uri="{FF2B5EF4-FFF2-40B4-BE49-F238E27FC236}">
                  <a16:creationId xmlns:a16="http://schemas.microsoft.com/office/drawing/2014/main" id="{58F4A529-12FB-E644-9930-FD20F449E67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0" name="Group 229">
            <a:extLst>
              <a:ext uri="{FF2B5EF4-FFF2-40B4-BE49-F238E27FC236}">
                <a16:creationId xmlns:a16="http://schemas.microsoft.com/office/drawing/2014/main" id="{69382BE4-EA07-E549-B2F9-9FD19BF88E60}"/>
              </a:ext>
            </a:extLst>
          </p:cNvPr>
          <p:cNvGrpSpPr/>
          <p:nvPr/>
        </p:nvGrpSpPr>
        <p:grpSpPr>
          <a:xfrm>
            <a:off x="8573279" y="1572430"/>
            <a:ext cx="849312" cy="226109"/>
            <a:chOff x="8493165" y="2029804"/>
            <a:chExt cx="849312" cy="226109"/>
          </a:xfrm>
        </p:grpSpPr>
        <p:pic>
          <p:nvPicPr>
            <p:cNvPr id="231" name="Picture 603" descr="car_icon_small">
              <a:extLst>
                <a:ext uri="{FF2B5EF4-FFF2-40B4-BE49-F238E27FC236}">
                  <a16:creationId xmlns:a16="http://schemas.microsoft.com/office/drawing/2014/main" id="{3367712F-9E5F-1447-9EEE-B0A9252E5B30}"/>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2" name="Picture 1017" descr="antenna_stylized">
              <a:extLst>
                <a:ext uri="{FF2B5EF4-FFF2-40B4-BE49-F238E27FC236}">
                  <a16:creationId xmlns:a16="http://schemas.microsoft.com/office/drawing/2014/main" id="{7BB610B1-0C85-3845-80DE-4F600834EEB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3" name="Group 232">
            <a:extLst>
              <a:ext uri="{FF2B5EF4-FFF2-40B4-BE49-F238E27FC236}">
                <a16:creationId xmlns:a16="http://schemas.microsoft.com/office/drawing/2014/main" id="{3338FA73-5831-8048-9F9F-83E195D5716B}"/>
              </a:ext>
            </a:extLst>
          </p:cNvPr>
          <p:cNvGrpSpPr/>
          <p:nvPr/>
        </p:nvGrpSpPr>
        <p:grpSpPr>
          <a:xfrm>
            <a:off x="7567258" y="2838730"/>
            <a:ext cx="857739" cy="583764"/>
            <a:chOff x="7487144" y="3296104"/>
            <a:chExt cx="857739" cy="583764"/>
          </a:xfrm>
        </p:grpSpPr>
        <p:grpSp>
          <p:nvGrpSpPr>
            <p:cNvPr id="234" name="Group 233">
              <a:extLst>
                <a:ext uri="{FF2B5EF4-FFF2-40B4-BE49-F238E27FC236}">
                  <a16:creationId xmlns:a16="http://schemas.microsoft.com/office/drawing/2014/main" id="{4D04C3AF-A6A0-3543-9CEC-C36594B3C98A}"/>
                </a:ext>
              </a:extLst>
            </p:cNvPr>
            <p:cNvGrpSpPr/>
            <p:nvPr/>
          </p:nvGrpSpPr>
          <p:grpSpPr>
            <a:xfrm>
              <a:off x="7487144" y="3389820"/>
              <a:ext cx="350807" cy="305517"/>
              <a:chOff x="7487144" y="3389820"/>
              <a:chExt cx="350807" cy="305517"/>
            </a:xfrm>
          </p:grpSpPr>
          <p:pic>
            <p:nvPicPr>
              <p:cNvPr id="241" name="Picture 1115" descr="antenna_stylized">
                <a:extLst>
                  <a:ext uri="{FF2B5EF4-FFF2-40B4-BE49-F238E27FC236}">
                    <a16:creationId xmlns:a16="http://schemas.microsoft.com/office/drawing/2014/main" id="{3A4BE67F-53F2-2249-9275-9C6A0F0AB04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1116" descr="laptop_keyboard">
                <a:extLst>
                  <a:ext uri="{FF2B5EF4-FFF2-40B4-BE49-F238E27FC236}">
                    <a16:creationId xmlns:a16="http://schemas.microsoft.com/office/drawing/2014/main" id="{3032FEAB-62CC-D44F-B823-94A6C314666F}"/>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Freeform 1117">
                <a:extLst>
                  <a:ext uri="{FF2B5EF4-FFF2-40B4-BE49-F238E27FC236}">
                    <a16:creationId xmlns:a16="http://schemas.microsoft.com/office/drawing/2014/main" id="{FE755B2B-D563-7C44-97D1-A76981535F31}"/>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a:defRPr/>
                </a:pPr>
                <a:endParaRPr lang="en-US" dirty="0">
                  <a:solidFill>
                    <a:prstClr val="black"/>
                  </a:solidFill>
                </a:endParaRPr>
              </a:p>
            </p:txBody>
          </p:sp>
          <p:pic>
            <p:nvPicPr>
              <p:cNvPr id="244" name="Picture 1118" descr="screen">
                <a:extLst>
                  <a:ext uri="{FF2B5EF4-FFF2-40B4-BE49-F238E27FC236}">
                    <a16:creationId xmlns:a16="http://schemas.microsoft.com/office/drawing/2014/main" id="{051B193A-BCF4-3E49-9934-81C4B74B1F45}"/>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5" name="Freeform 1119">
                <a:extLst>
                  <a:ext uri="{FF2B5EF4-FFF2-40B4-BE49-F238E27FC236}">
                    <a16:creationId xmlns:a16="http://schemas.microsoft.com/office/drawing/2014/main" id="{818E62C1-0069-EA49-9CF8-45B2D1232F23}"/>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46" name="Freeform 1120">
                <a:extLst>
                  <a:ext uri="{FF2B5EF4-FFF2-40B4-BE49-F238E27FC236}">
                    <a16:creationId xmlns:a16="http://schemas.microsoft.com/office/drawing/2014/main" id="{84CA5961-4DB4-0D43-B026-C4E984CBEFF8}"/>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47" name="Freeform 1121">
                <a:extLst>
                  <a:ext uri="{FF2B5EF4-FFF2-40B4-BE49-F238E27FC236}">
                    <a16:creationId xmlns:a16="http://schemas.microsoft.com/office/drawing/2014/main" id="{E5A969C6-2875-2548-A4E6-D224F70A9F31}"/>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48" name="Freeform 1122">
                <a:extLst>
                  <a:ext uri="{FF2B5EF4-FFF2-40B4-BE49-F238E27FC236}">
                    <a16:creationId xmlns:a16="http://schemas.microsoft.com/office/drawing/2014/main" id="{8BC05D01-8EEF-1A49-B84C-FB100CCF5F5C}"/>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49" name="Freeform 1123">
                <a:extLst>
                  <a:ext uri="{FF2B5EF4-FFF2-40B4-BE49-F238E27FC236}">
                    <a16:creationId xmlns:a16="http://schemas.microsoft.com/office/drawing/2014/main" id="{C6EECD85-C1CC-2844-A1D5-17790C2760D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50" name="Freeform 1124">
                <a:extLst>
                  <a:ext uri="{FF2B5EF4-FFF2-40B4-BE49-F238E27FC236}">
                    <a16:creationId xmlns:a16="http://schemas.microsoft.com/office/drawing/2014/main" id="{F6382FF0-3401-074E-B47F-7092DF234BB4}"/>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grpSp>
            <p:nvGrpSpPr>
              <p:cNvPr id="251" name="Group 1125">
                <a:extLst>
                  <a:ext uri="{FF2B5EF4-FFF2-40B4-BE49-F238E27FC236}">
                    <a16:creationId xmlns:a16="http://schemas.microsoft.com/office/drawing/2014/main" id="{E6D4326D-E697-EA48-8350-111934936044}"/>
                  </a:ext>
                </a:extLst>
              </p:cNvPr>
              <p:cNvGrpSpPr>
                <a:grpSpLocks/>
              </p:cNvGrpSpPr>
              <p:nvPr/>
            </p:nvGrpSpPr>
            <p:grpSpPr bwMode="auto">
              <a:xfrm>
                <a:off x="7593395" y="3625649"/>
                <a:ext cx="64747" cy="27592"/>
                <a:chOff x="1740" y="2642"/>
                <a:chExt cx="752" cy="327"/>
              </a:xfrm>
            </p:grpSpPr>
            <p:sp>
              <p:nvSpPr>
                <p:cNvPr id="258" name="Freeform 1126">
                  <a:extLst>
                    <a:ext uri="{FF2B5EF4-FFF2-40B4-BE49-F238E27FC236}">
                      <a16:creationId xmlns:a16="http://schemas.microsoft.com/office/drawing/2014/main" id="{CEA1DD05-B803-9149-AF2B-DB014532078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59" name="Freeform 1127">
                  <a:extLst>
                    <a:ext uri="{FF2B5EF4-FFF2-40B4-BE49-F238E27FC236}">
                      <a16:creationId xmlns:a16="http://schemas.microsoft.com/office/drawing/2014/main" id="{F8B395FE-C4ED-884D-BFD7-F2220E456064}"/>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60" name="Freeform 1128">
                  <a:extLst>
                    <a:ext uri="{FF2B5EF4-FFF2-40B4-BE49-F238E27FC236}">
                      <a16:creationId xmlns:a16="http://schemas.microsoft.com/office/drawing/2014/main" id="{9FD2580F-A3F6-F947-9B0C-25EC879AFC9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61" name="Freeform 1129">
                  <a:extLst>
                    <a:ext uri="{FF2B5EF4-FFF2-40B4-BE49-F238E27FC236}">
                      <a16:creationId xmlns:a16="http://schemas.microsoft.com/office/drawing/2014/main" id="{46294FED-2DBE-0B42-9E0D-59575DF518BA}"/>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62" name="Freeform 1130">
                  <a:extLst>
                    <a:ext uri="{FF2B5EF4-FFF2-40B4-BE49-F238E27FC236}">
                      <a16:creationId xmlns:a16="http://schemas.microsoft.com/office/drawing/2014/main" id="{B4090839-1A64-1D44-AC50-B3691212F295}"/>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63" name="Freeform 1131">
                  <a:extLst>
                    <a:ext uri="{FF2B5EF4-FFF2-40B4-BE49-F238E27FC236}">
                      <a16:creationId xmlns:a16="http://schemas.microsoft.com/office/drawing/2014/main" id="{3075A43B-D07B-0840-9FBC-ED066A735E7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grpSp>
          <p:sp>
            <p:nvSpPr>
              <p:cNvPr id="252" name="Freeform 1132">
                <a:extLst>
                  <a:ext uri="{FF2B5EF4-FFF2-40B4-BE49-F238E27FC236}">
                    <a16:creationId xmlns:a16="http://schemas.microsoft.com/office/drawing/2014/main" id="{02E935B0-131B-B748-90DC-BF9EAF226BC4}"/>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53" name="Freeform 1133">
                <a:extLst>
                  <a:ext uri="{FF2B5EF4-FFF2-40B4-BE49-F238E27FC236}">
                    <a16:creationId xmlns:a16="http://schemas.microsoft.com/office/drawing/2014/main" id="{1E123A3E-CC3F-5C47-B1F2-2171D77F69E0}"/>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54" name="Freeform 1134">
                <a:extLst>
                  <a:ext uri="{FF2B5EF4-FFF2-40B4-BE49-F238E27FC236}">
                    <a16:creationId xmlns:a16="http://schemas.microsoft.com/office/drawing/2014/main" id="{AECD52AE-3551-654E-880E-D3640BE6463F}"/>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55" name="Freeform 1135">
                <a:extLst>
                  <a:ext uri="{FF2B5EF4-FFF2-40B4-BE49-F238E27FC236}">
                    <a16:creationId xmlns:a16="http://schemas.microsoft.com/office/drawing/2014/main" id="{512F9E97-47EA-8542-92DD-7DE8CE7E8DD3}"/>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56" name="Freeform 1136">
                <a:extLst>
                  <a:ext uri="{FF2B5EF4-FFF2-40B4-BE49-F238E27FC236}">
                    <a16:creationId xmlns:a16="http://schemas.microsoft.com/office/drawing/2014/main" id="{A1F34E8B-7018-7048-B4A5-23A7F6E4F617}"/>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57" name="Freeform 1137">
                <a:extLst>
                  <a:ext uri="{FF2B5EF4-FFF2-40B4-BE49-F238E27FC236}">
                    <a16:creationId xmlns:a16="http://schemas.microsoft.com/office/drawing/2014/main" id="{6D462AFA-A931-3147-A9B9-EF6BBBA6F28F}"/>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grpSp>
        <p:grpSp>
          <p:nvGrpSpPr>
            <p:cNvPr id="235" name="Group 1139">
              <a:extLst>
                <a:ext uri="{FF2B5EF4-FFF2-40B4-BE49-F238E27FC236}">
                  <a16:creationId xmlns:a16="http://schemas.microsoft.com/office/drawing/2014/main" id="{A492659A-25BB-7D42-8237-FFD058C1C230}"/>
                </a:ext>
              </a:extLst>
            </p:cNvPr>
            <p:cNvGrpSpPr>
              <a:grpSpLocks/>
            </p:cNvGrpSpPr>
            <p:nvPr/>
          </p:nvGrpSpPr>
          <p:grpSpPr bwMode="auto">
            <a:xfrm flipH="1">
              <a:off x="7985622" y="3537823"/>
              <a:ext cx="359261" cy="342045"/>
              <a:chOff x="2839" y="3501"/>
              <a:chExt cx="755" cy="803"/>
            </a:xfrm>
          </p:grpSpPr>
          <p:pic>
            <p:nvPicPr>
              <p:cNvPr id="239" name="Picture 1140" descr="desktop_computer_stylized_medium">
                <a:extLst>
                  <a:ext uri="{FF2B5EF4-FFF2-40B4-BE49-F238E27FC236}">
                    <a16:creationId xmlns:a16="http://schemas.microsoft.com/office/drawing/2014/main" id="{C3134BA7-C49F-3D41-A8CD-0BF47D59120E}"/>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0" name="Freeform 1141">
                <a:extLst>
                  <a:ext uri="{FF2B5EF4-FFF2-40B4-BE49-F238E27FC236}">
                    <a16:creationId xmlns:a16="http://schemas.microsoft.com/office/drawing/2014/main" id="{0EE3BC06-EEFD-BE47-9337-BCCD121AA74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a:defRPr/>
                </a:pPr>
                <a:endParaRPr lang="en-US" dirty="0">
                  <a:solidFill>
                    <a:prstClr val="black"/>
                  </a:solidFill>
                </a:endParaRPr>
              </a:p>
            </p:txBody>
          </p:sp>
        </p:grpSp>
        <p:grpSp>
          <p:nvGrpSpPr>
            <p:cNvPr id="236" name="Group 235">
              <a:extLst>
                <a:ext uri="{FF2B5EF4-FFF2-40B4-BE49-F238E27FC236}">
                  <a16:creationId xmlns:a16="http://schemas.microsoft.com/office/drawing/2014/main" id="{6E129665-47CD-9244-84D3-9833306DF6CF}"/>
                </a:ext>
              </a:extLst>
            </p:cNvPr>
            <p:cNvGrpSpPr/>
            <p:nvPr/>
          </p:nvGrpSpPr>
          <p:grpSpPr>
            <a:xfrm>
              <a:off x="7797061" y="3296104"/>
              <a:ext cx="347997" cy="396620"/>
              <a:chOff x="7797061" y="3296104"/>
              <a:chExt cx="347997" cy="396620"/>
            </a:xfrm>
          </p:grpSpPr>
          <p:pic>
            <p:nvPicPr>
              <p:cNvPr id="237" name="Picture 571" descr="fridge2.png">
                <a:extLst>
                  <a:ext uri="{FF2B5EF4-FFF2-40B4-BE49-F238E27FC236}">
                    <a16:creationId xmlns:a16="http://schemas.microsoft.com/office/drawing/2014/main" id="{D6D74BC7-4624-6B47-8BE9-FC2448DEB7A3}"/>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8" name="Picture 1115" descr="antenna_stylized">
                <a:extLst>
                  <a:ext uri="{FF2B5EF4-FFF2-40B4-BE49-F238E27FC236}">
                    <a16:creationId xmlns:a16="http://schemas.microsoft.com/office/drawing/2014/main" id="{A2DE5E73-D910-E245-A581-C8152428D7A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64" name="Group 263">
            <a:extLst>
              <a:ext uri="{FF2B5EF4-FFF2-40B4-BE49-F238E27FC236}">
                <a16:creationId xmlns:a16="http://schemas.microsoft.com/office/drawing/2014/main" id="{0A5A480A-A0E9-5B46-8B42-A17922C793B1}"/>
              </a:ext>
            </a:extLst>
          </p:cNvPr>
          <p:cNvGrpSpPr/>
          <p:nvPr/>
        </p:nvGrpSpPr>
        <p:grpSpPr>
          <a:xfrm>
            <a:off x="11138687" y="2941791"/>
            <a:ext cx="518448" cy="1212242"/>
            <a:chOff x="11058573" y="3399165"/>
            <a:chExt cx="518448" cy="1212242"/>
          </a:xfrm>
        </p:grpSpPr>
        <p:grpSp>
          <p:nvGrpSpPr>
            <p:cNvPr id="265" name="Group 264">
              <a:extLst>
                <a:ext uri="{FF2B5EF4-FFF2-40B4-BE49-F238E27FC236}">
                  <a16:creationId xmlns:a16="http://schemas.microsoft.com/office/drawing/2014/main" id="{73C84718-FB33-ED42-88DF-0B1F15F2FD51}"/>
                </a:ext>
              </a:extLst>
            </p:cNvPr>
            <p:cNvGrpSpPr/>
            <p:nvPr/>
          </p:nvGrpSpPr>
          <p:grpSpPr>
            <a:xfrm>
              <a:off x="11087182" y="4159591"/>
              <a:ext cx="489839" cy="451816"/>
              <a:chOff x="5103720" y="2693365"/>
              <a:chExt cx="611650" cy="414788"/>
            </a:xfrm>
          </p:grpSpPr>
          <p:cxnSp>
            <p:nvCxnSpPr>
              <p:cNvPr id="272" name="Straight Connector 271">
                <a:extLst>
                  <a:ext uri="{FF2B5EF4-FFF2-40B4-BE49-F238E27FC236}">
                    <a16:creationId xmlns:a16="http://schemas.microsoft.com/office/drawing/2014/main" id="{67012382-B12D-F844-B7EB-573597A2218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73" name="Group 272">
                <a:extLst>
                  <a:ext uri="{FF2B5EF4-FFF2-40B4-BE49-F238E27FC236}">
                    <a16:creationId xmlns:a16="http://schemas.microsoft.com/office/drawing/2014/main" id="{EA4F63F6-8062-C44D-9090-B18E02E8DAAF}"/>
                  </a:ext>
                </a:extLst>
              </p:cNvPr>
              <p:cNvGrpSpPr/>
              <p:nvPr/>
            </p:nvGrpSpPr>
            <p:grpSpPr>
              <a:xfrm>
                <a:off x="5275406" y="2693365"/>
                <a:ext cx="439964" cy="414788"/>
                <a:chOff x="5275406" y="2711455"/>
                <a:chExt cx="452949" cy="405518"/>
              </a:xfrm>
            </p:grpSpPr>
            <p:pic>
              <p:nvPicPr>
                <p:cNvPr id="274" name="Picture 273" descr="server_rack.png">
                  <a:extLst>
                    <a:ext uri="{FF2B5EF4-FFF2-40B4-BE49-F238E27FC236}">
                      <a16:creationId xmlns:a16="http://schemas.microsoft.com/office/drawing/2014/main" id="{91106E9F-3C67-AA4E-9287-A9EFF36FE394}"/>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75" name="Picture 274" descr="server_rack.png">
                  <a:extLst>
                    <a:ext uri="{FF2B5EF4-FFF2-40B4-BE49-F238E27FC236}">
                      <a16:creationId xmlns:a16="http://schemas.microsoft.com/office/drawing/2014/main" id="{79A4A6A6-5E65-6F46-B7B2-90FD24375E9B}"/>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76" name="Picture 275" descr="server_rack.png">
                  <a:extLst>
                    <a:ext uri="{FF2B5EF4-FFF2-40B4-BE49-F238E27FC236}">
                      <a16:creationId xmlns:a16="http://schemas.microsoft.com/office/drawing/2014/main" id="{3216266F-0267-0840-841D-08502DD91104}"/>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266" name="Group 265">
              <a:extLst>
                <a:ext uri="{FF2B5EF4-FFF2-40B4-BE49-F238E27FC236}">
                  <a16:creationId xmlns:a16="http://schemas.microsoft.com/office/drawing/2014/main" id="{106EB7B9-587B-604A-BB84-21393767F651}"/>
                </a:ext>
              </a:extLst>
            </p:cNvPr>
            <p:cNvGrpSpPr/>
            <p:nvPr/>
          </p:nvGrpSpPr>
          <p:grpSpPr>
            <a:xfrm>
              <a:off x="11058573" y="3399165"/>
              <a:ext cx="423724" cy="405973"/>
              <a:chOff x="5103720" y="2693365"/>
              <a:chExt cx="611650" cy="414788"/>
            </a:xfrm>
          </p:grpSpPr>
          <p:cxnSp>
            <p:nvCxnSpPr>
              <p:cNvPr id="267" name="Straight Connector 266">
                <a:extLst>
                  <a:ext uri="{FF2B5EF4-FFF2-40B4-BE49-F238E27FC236}">
                    <a16:creationId xmlns:a16="http://schemas.microsoft.com/office/drawing/2014/main" id="{2F7016C5-3456-6545-A196-AF5D73FF386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68" name="Group 267">
                <a:extLst>
                  <a:ext uri="{FF2B5EF4-FFF2-40B4-BE49-F238E27FC236}">
                    <a16:creationId xmlns:a16="http://schemas.microsoft.com/office/drawing/2014/main" id="{CFE74420-7287-EB40-B7EE-E554F3965C89}"/>
                  </a:ext>
                </a:extLst>
              </p:cNvPr>
              <p:cNvGrpSpPr/>
              <p:nvPr/>
            </p:nvGrpSpPr>
            <p:grpSpPr>
              <a:xfrm>
                <a:off x="5275406" y="2693365"/>
                <a:ext cx="439964" cy="414788"/>
                <a:chOff x="5275406" y="2711455"/>
                <a:chExt cx="452949" cy="405518"/>
              </a:xfrm>
            </p:grpSpPr>
            <p:pic>
              <p:nvPicPr>
                <p:cNvPr id="269" name="Picture 268" descr="server_rack.png">
                  <a:extLst>
                    <a:ext uri="{FF2B5EF4-FFF2-40B4-BE49-F238E27FC236}">
                      <a16:creationId xmlns:a16="http://schemas.microsoft.com/office/drawing/2014/main" id="{6B281684-A293-474A-A2E6-3B193D839A0C}"/>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70" name="Picture 269" descr="server_rack.png">
                  <a:extLst>
                    <a:ext uri="{FF2B5EF4-FFF2-40B4-BE49-F238E27FC236}">
                      <a16:creationId xmlns:a16="http://schemas.microsoft.com/office/drawing/2014/main" id="{9F75EF01-9A2A-3A49-932A-4C42C719585B}"/>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71" name="Picture 270" descr="server_rack.png">
                  <a:extLst>
                    <a:ext uri="{FF2B5EF4-FFF2-40B4-BE49-F238E27FC236}">
                      <a16:creationId xmlns:a16="http://schemas.microsoft.com/office/drawing/2014/main" id="{446E25FC-31EE-334C-8D4A-FE0F222A8E3F}"/>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277" name="Group 590">
            <a:extLst>
              <a:ext uri="{FF2B5EF4-FFF2-40B4-BE49-F238E27FC236}">
                <a16:creationId xmlns:a16="http://schemas.microsoft.com/office/drawing/2014/main" id="{E519F234-2007-384B-BC1B-5D998EFDC23E}"/>
              </a:ext>
            </a:extLst>
          </p:cNvPr>
          <p:cNvGrpSpPr>
            <a:grpSpLocks/>
          </p:cNvGrpSpPr>
          <p:nvPr/>
        </p:nvGrpSpPr>
        <p:grpSpPr bwMode="auto">
          <a:xfrm flipH="1">
            <a:off x="8054595" y="4413467"/>
            <a:ext cx="345630" cy="320302"/>
            <a:chOff x="2839" y="3501"/>
            <a:chExt cx="755" cy="803"/>
          </a:xfrm>
        </p:grpSpPr>
        <p:pic>
          <p:nvPicPr>
            <p:cNvPr id="278" name="Picture 591" descr="desktop_computer_stylized_medium">
              <a:extLst>
                <a:ext uri="{FF2B5EF4-FFF2-40B4-BE49-F238E27FC236}">
                  <a16:creationId xmlns:a16="http://schemas.microsoft.com/office/drawing/2014/main" id="{33A2ACC8-59B8-BE41-AE95-2FCE8CBFBC3D}"/>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9" name="Freeform 592">
              <a:extLst>
                <a:ext uri="{FF2B5EF4-FFF2-40B4-BE49-F238E27FC236}">
                  <a16:creationId xmlns:a16="http://schemas.microsoft.com/office/drawing/2014/main" id="{D3941249-0EC2-7F4F-B6DE-853D1B0F58A2}"/>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a:defRPr/>
              </a:pPr>
              <a:endParaRPr lang="en-US" dirty="0">
                <a:solidFill>
                  <a:prstClr val="black"/>
                </a:solidFill>
              </a:endParaRPr>
            </a:p>
          </p:txBody>
        </p:sp>
      </p:grpSp>
      <p:grpSp>
        <p:nvGrpSpPr>
          <p:cNvPr id="280" name="Group 1064">
            <a:extLst>
              <a:ext uri="{FF2B5EF4-FFF2-40B4-BE49-F238E27FC236}">
                <a16:creationId xmlns:a16="http://schemas.microsoft.com/office/drawing/2014/main" id="{32873DDE-DE5F-FD44-B451-B2DB0A80F417}"/>
              </a:ext>
            </a:extLst>
          </p:cNvPr>
          <p:cNvGrpSpPr>
            <a:grpSpLocks/>
          </p:cNvGrpSpPr>
          <p:nvPr/>
        </p:nvGrpSpPr>
        <p:grpSpPr bwMode="auto">
          <a:xfrm>
            <a:off x="9275421" y="5366115"/>
            <a:ext cx="310186" cy="307808"/>
            <a:chOff x="877" y="1008"/>
            <a:chExt cx="2747" cy="2591"/>
          </a:xfrm>
        </p:grpSpPr>
        <p:pic>
          <p:nvPicPr>
            <p:cNvPr id="281" name="Picture 1065" descr="antenna_stylized">
              <a:extLst>
                <a:ext uri="{FF2B5EF4-FFF2-40B4-BE49-F238E27FC236}">
                  <a16:creationId xmlns:a16="http://schemas.microsoft.com/office/drawing/2014/main" id="{AE6278DC-71B3-934A-A861-85089C08711D}"/>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2" name="Picture 1066" descr="laptop_keyboard">
              <a:extLst>
                <a:ext uri="{FF2B5EF4-FFF2-40B4-BE49-F238E27FC236}">
                  <a16:creationId xmlns:a16="http://schemas.microsoft.com/office/drawing/2014/main" id="{3FEF45DC-F120-5245-9ABC-6F0D0A2356D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3" name="Freeform 1067">
              <a:extLst>
                <a:ext uri="{FF2B5EF4-FFF2-40B4-BE49-F238E27FC236}">
                  <a16:creationId xmlns:a16="http://schemas.microsoft.com/office/drawing/2014/main" id="{8722F022-4F8C-2D45-81ED-EFF0FDD9EA39}"/>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a:defRPr/>
              </a:pPr>
              <a:endParaRPr lang="en-US" dirty="0">
                <a:solidFill>
                  <a:prstClr val="black"/>
                </a:solidFill>
              </a:endParaRPr>
            </a:p>
          </p:txBody>
        </p:sp>
        <p:pic>
          <p:nvPicPr>
            <p:cNvPr id="284" name="Picture 1068" descr="screen">
              <a:extLst>
                <a:ext uri="{FF2B5EF4-FFF2-40B4-BE49-F238E27FC236}">
                  <a16:creationId xmlns:a16="http://schemas.microsoft.com/office/drawing/2014/main" id="{204FC4A1-539E-5442-BEC0-E471E14FA693}"/>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5" name="Freeform 1069">
              <a:extLst>
                <a:ext uri="{FF2B5EF4-FFF2-40B4-BE49-F238E27FC236}">
                  <a16:creationId xmlns:a16="http://schemas.microsoft.com/office/drawing/2014/main" id="{A1A1347C-9D1F-BA40-834D-25F99853328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86" name="Freeform 1070">
              <a:extLst>
                <a:ext uri="{FF2B5EF4-FFF2-40B4-BE49-F238E27FC236}">
                  <a16:creationId xmlns:a16="http://schemas.microsoft.com/office/drawing/2014/main" id="{5962D35F-879E-2549-AB01-3DB83293FA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87" name="Freeform 1071">
              <a:extLst>
                <a:ext uri="{FF2B5EF4-FFF2-40B4-BE49-F238E27FC236}">
                  <a16:creationId xmlns:a16="http://schemas.microsoft.com/office/drawing/2014/main" id="{22F02B8D-E551-4348-96A0-9FA3E305B726}"/>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88" name="Freeform 1072">
              <a:extLst>
                <a:ext uri="{FF2B5EF4-FFF2-40B4-BE49-F238E27FC236}">
                  <a16:creationId xmlns:a16="http://schemas.microsoft.com/office/drawing/2014/main" id="{C526490C-E805-3744-973A-5CC36BB229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89" name="Freeform 1073">
              <a:extLst>
                <a:ext uri="{FF2B5EF4-FFF2-40B4-BE49-F238E27FC236}">
                  <a16:creationId xmlns:a16="http://schemas.microsoft.com/office/drawing/2014/main" id="{7A50B32F-A919-C345-8D9F-670BB4E927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90" name="Freeform 1074">
              <a:extLst>
                <a:ext uri="{FF2B5EF4-FFF2-40B4-BE49-F238E27FC236}">
                  <a16:creationId xmlns:a16="http://schemas.microsoft.com/office/drawing/2014/main" id="{0175EDC4-A636-8E46-AE82-E96C1601BB0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grpSp>
          <p:nvGrpSpPr>
            <p:cNvPr id="291" name="Group 1075">
              <a:extLst>
                <a:ext uri="{FF2B5EF4-FFF2-40B4-BE49-F238E27FC236}">
                  <a16:creationId xmlns:a16="http://schemas.microsoft.com/office/drawing/2014/main" id="{0DFAC9F2-BFCA-0847-8353-C8E921686F42}"/>
                </a:ext>
              </a:extLst>
            </p:cNvPr>
            <p:cNvGrpSpPr>
              <a:grpSpLocks/>
            </p:cNvGrpSpPr>
            <p:nvPr/>
          </p:nvGrpSpPr>
          <p:grpSpPr bwMode="auto">
            <a:xfrm>
              <a:off x="1709" y="3008"/>
              <a:ext cx="507" cy="234"/>
              <a:chOff x="1740" y="2642"/>
              <a:chExt cx="752" cy="327"/>
            </a:xfrm>
          </p:grpSpPr>
          <p:sp>
            <p:nvSpPr>
              <p:cNvPr id="298" name="Freeform 1076">
                <a:extLst>
                  <a:ext uri="{FF2B5EF4-FFF2-40B4-BE49-F238E27FC236}">
                    <a16:creationId xmlns:a16="http://schemas.microsoft.com/office/drawing/2014/main" id="{850E3FFA-D3FE-4A46-89D2-C6682C4DE91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99" name="Freeform 1077">
                <a:extLst>
                  <a:ext uri="{FF2B5EF4-FFF2-40B4-BE49-F238E27FC236}">
                    <a16:creationId xmlns:a16="http://schemas.microsoft.com/office/drawing/2014/main" id="{802EE040-A819-9640-B947-1A1395BEF3A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00" name="Freeform 1078">
                <a:extLst>
                  <a:ext uri="{FF2B5EF4-FFF2-40B4-BE49-F238E27FC236}">
                    <a16:creationId xmlns:a16="http://schemas.microsoft.com/office/drawing/2014/main" id="{2E6E4ADE-8434-D746-854F-AD5EAF77930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01" name="Freeform 1079">
                <a:extLst>
                  <a:ext uri="{FF2B5EF4-FFF2-40B4-BE49-F238E27FC236}">
                    <a16:creationId xmlns:a16="http://schemas.microsoft.com/office/drawing/2014/main" id="{C3433830-574B-834F-8066-2E9F5FD6EF3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02" name="Freeform 1080">
                <a:extLst>
                  <a:ext uri="{FF2B5EF4-FFF2-40B4-BE49-F238E27FC236}">
                    <a16:creationId xmlns:a16="http://schemas.microsoft.com/office/drawing/2014/main" id="{E9FF40EC-D904-F941-BD96-FDDB247ACCD8}"/>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03" name="Freeform 1081">
                <a:extLst>
                  <a:ext uri="{FF2B5EF4-FFF2-40B4-BE49-F238E27FC236}">
                    <a16:creationId xmlns:a16="http://schemas.microsoft.com/office/drawing/2014/main" id="{D764A724-F392-9F42-AE28-024E09E62C2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grpSp>
        <p:sp>
          <p:nvSpPr>
            <p:cNvPr id="292" name="Freeform 1082">
              <a:extLst>
                <a:ext uri="{FF2B5EF4-FFF2-40B4-BE49-F238E27FC236}">
                  <a16:creationId xmlns:a16="http://schemas.microsoft.com/office/drawing/2014/main" id="{1D359E2D-603D-1C42-AF6A-BFF17122489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93" name="Freeform 1083">
              <a:extLst>
                <a:ext uri="{FF2B5EF4-FFF2-40B4-BE49-F238E27FC236}">
                  <a16:creationId xmlns:a16="http://schemas.microsoft.com/office/drawing/2014/main" id="{A7F6435A-5F6F-D04A-9651-135556C9AA8B}"/>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94" name="Freeform 1084">
              <a:extLst>
                <a:ext uri="{FF2B5EF4-FFF2-40B4-BE49-F238E27FC236}">
                  <a16:creationId xmlns:a16="http://schemas.microsoft.com/office/drawing/2014/main" id="{7E5560DA-5784-0949-BF64-EED5A85C8B50}"/>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95" name="Freeform 1085">
              <a:extLst>
                <a:ext uri="{FF2B5EF4-FFF2-40B4-BE49-F238E27FC236}">
                  <a16:creationId xmlns:a16="http://schemas.microsoft.com/office/drawing/2014/main" id="{EE37634B-CC1C-B440-AEAB-A81F991F34F5}"/>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96" name="Freeform 1086">
              <a:extLst>
                <a:ext uri="{FF2B5EF4-FFF2-40B4-BE49-F238E27FC236}">
                  <a16:creationId xmlns:a16="http://schemas.microsoft.com/office/drawing/2014/main" id="{06E015D5-7D47-FA43-A710-59DE4A76501F}"/>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297" name="Freeform 1087">
              <a:extLst>
                <a:ext uri="{FF2B5EF4-FFF2-40B4-BE49-F238E27FC236}">
                  <a16:creationId xmlns:a16="http://schemas.microsoft.com/office/drawing/2014/main" id="{92FD50DD-905B-534A-8A82-2CABB656D69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grpSp>
      <p:grpSp>
        <p:nvGrpSpPr>
          <p:cNvPr id="304" name="Group 590">
            <a:extLst>
              <a:ext uri="{FF2B5EF4-FFF2-40B4-BE49-F238E27FC236}">
                <a16:creationId xmlns:a16="http://schemas.microsoft.com/office/drawing/2014/main" id="{7D86CBB7-90D5-5C4A-9DB8-D6046D4D95F4}"/>
              </a:ext>
            </a:extLst>
          </p:cNvPr>
          <p:cNvGrpSpPr>
            <a:grpSpLocks/>
          </p:cNvGrpSpPr>
          <p:nvPr/>
        </p:nvGrpSpPr>
        <p:grpSpPr bwMode="auto">
          <a:xfrm flipH="1">
            <a:off x="8227649" y="5017963"/>
            <a:ext cx="345630" cy="320302"/>
            <a:chOff x="2839" y="3501"/>
            <a:chExt cx="755" cy="803"/>
          </a:xfrm>
        </p:grpSpPr>
        <p:pic>
          <p:nvPicPr>
            <p:cNvPr id="305" name="Picture 591" descr="desktop_computer_stylized_medium">
              <a:extLst>
                <a:ext uri="{FF2B5EF4-FFF2-40B4-BE49-F238E27FC236}">
                  <a16:creationId xmlns:a16="http://schemas.microsoft.com/office/drawing/2014/main" id="{1E6AFB2E-6DD2-0F42-9FCC-C1E32A1B016F}"/>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6" name="Freeform 592">
              <a:extLst>
                <a:ext uri="{FF2B5EF4-FFF2-40B4-BE49-F238E27FC236}">
                  <a16:creationId xmlns:a16="http://schemas.microsoft.com/office/drawing/2014/main" id="{C502709A-9A0D-9A47-A5CE-EC46F9304DC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a:defRPr/>
              </a:pPr>
              <a:endParaRPr lang="en-US" dirty="0">
                <a:solidFill>
                  <a:prstClr val="black"/>
                </a:solidFill>
              </a:endParaRPr>
            </a:p>
          </p:txBody>
        </p:sp>
      </p:grpSp>
      <p:grpSp>
        <p:nvGrpSpPr>
          <p:cNvPr id="307" name="Group 590">
            <a:extLst>
              <a:ext uri="{FF2B5EF4-FFF2-40B4-BE49-F238E27FC236}">
                <a16:creationId xmlns:a16="http://schemas.microsoft.com/office/drawing/2014/main" id="{CA180629-1EE9-9045-BF20-AA161650E5BE}"/>
              </a:ext>
            </a:extLst>
          </p:cNvPr>
          <p:cNvGrpSpPr>
            <a:grpSpLocks/>
          </p:cNvGrpSpPr>
          <p:nvPr/>
        </p:nvGrpSpPr>
        <p:grpSpPr bwMode="auto">
          <a:xfrm flipH="1">
            <a:off x="8625874" y="5039436"/>
            <a:ext cx="345630" cy="320302"/>
            <a:chOff x="2839" y="3501"/>
            <a:chExt cx="755" cy="803"/>
          </a:xfrm>
        </p:grpSpPr>
        <p:pic>
          <p:nvPicPr>
            <p:cNvPr id="308" name="Picture 591" descr="desktop_computer_stylized_medium">
              <a:extLst>
                <a:ext uri="{FF2B5EF4-FFF2-40B4-BE49-F238E27FC236}">
                  <a16:creationId xmlns:a16="http://schemas.microsoft.com/office/drawing/2014/main" id="{10FB4FF7-ED0D-4548-A925-6709E47499E0}"/>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9" name="Freeform 592">
              <a:extLst>
                <a:ext uri="{FF2B5EF4-FFF2-40B4-BE49-F238E27FC236}">
                  <a16:creationId xmlns:a16="http://schemas.microsoft.com/office/drawing/2014/main" id="{76E9A76B-3815-1842-8657-E47D64618553}"/>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a:defRPr/>
              </a:pPr>
              <a:endParaRPr lang="en-US" dirty="0">
                <a:solidFill>
                  <a:prstClr val="black"/>
                </a:solidFill>
              </a:endParaRPr>
            </a:p>
          </p:txBody>
        </p:sp>
      </p:grpSp>
      <p:grpSp>
        <p:nvGrpSpPr>
          <p:cNvPr id="310" name="Group 1064">
            <a:extLst>
              <a:ext uri="{FF2B5EF4-FFF2-40B4-BE49-F238E27FC236}">
                <a16:creationId xmlns:a16="http://schemas.microsoft.com/office/drawing/2014/main" id="{2A1515AB-81BE-A647-B780-057B7B04F549}"/>
              </a:ext>
            </a:extLst>
          </p:cNvPr>
          <p:cNvGrpSpPr>
            <a:grpSpLocks/>
          </p:cNvGrpSpPr>
          <p:nvPr/>
        </p:nvGrpSpPr>
        <p:grpSpPr bwMode="auto">
          <a:xfrm>
            <a:off x="9608486" y="5308444"/>
            <a:ext cx="319264" cy="253379"/>
            <a:chOff x="877" y="1008"/>
            <a:chExt cx="2747" cy="2591"/>
          </a:xfrm>
        </p:grpSpPr>
        <p:pic>
          <p:nvPicPr>
            <p:cNvPr id="311" name="Picture 1065" descr="antenna_stylized">
              <a:extLst>
                <a:ext uri="{FF2B5EF4-FFF2-40B4-BE49-F238E27FC236}">
                  <a16:creationId xmlns:a16="http://schemas.microsoft.com/office/drawing/2014/main" id="{BE3CD0B6-78E6-DA4F-99EA-A5B227564A1F}"/>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2" name="Picture 1066" descr="laptop_keyboard">
              <a:extLst>
                <a:ext uri="{FF2B5EF4-FFF2-40B4-BE49-F238E27FC236}">
                  <a16:creationId xmlns:a16="http://schemas.microsoft.com/office/drawing/2014/main" id="{D2626BF6-46AC-604D-8A51-37EA389D2F5B}"/>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 name="Freeform 1067">
              <a:extLst>
                <a:ext uri="{FF2B5EF4-FFF2-40B4-BE49-F238E27FC236}">
                  <a16:creationId xmlns:a16="http://schemas.microsoft.com/office/drawing/2014/main" id="{959EDFAC-C6A1-D14A-947E-35A00B3A9186}"/>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a:defRPr/>
              </a:pPr>
              <a:endParaRPr lang="en-US" dirty="0">
                <a:solidFill>
                  <a:prstClr val="black"/>
                </a:solidFill>
              </a:endParaRPr>
            </a:p>
          </p:txBody>
        </p:sp>
        <p:pic>
          <p:nvPicPr>
            <p:cNvPr id="314" name="Picture 1068" descr="screen">
              <a:extLst>
                <a:ext uri="{FF2B5EF4-FFF2-40B4-BE49-F238E27FC236}">
                  <a16:creationId xmlns:a16="http://schemas.microsoft.com/office/drawing/2014/main" id="{9D1F4A99-3250-9849-B965-F91DA625722C}"/>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 name="Freeform 1069">
              <a:extLst>
                <a:ext uri="{FF2B5EF4-FFF2-40B4-BE49-F238E27FC236}">
                  <a16:creationId xmlns:a16="http://schemas.microsoft.com/office/drawing/2014/main" id="{5C31E3EB-B3FB-0B4F-93CD-5092308DC22B}"/>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16" name="Freeform 1070">
              <a:extLst>
                <a:ext uri="{FF2B5EF4-FFF2-40B4-BE49-F238E27FC236}">
                  <a16:creationId xmlns:a16="http://schemas.microsoft.com/office/drawing/2014/main" id="{3AD986D8-84E7-4747-A1C9-5481DDD06F83}"/>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17" name="Freeform 1071">
              <a:extLst>
                <a:ext uri="{FF2B5EF4-FFF2-40B4-BE49-F238E27FC236}">
                  <a16:creationId xmlns:a16="http://schemas.microsoft.com/office/drawing/2014/main" id="{99E21446-DDC6-F947-8143-0229A8829664}"/>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18" name="Freeform 1072">
              <a:extLst>
                <a:ext uri="{FF2B5EF4-FFF2-40B4-BE49-F238E27FC236}">
                  <a16:creationId xmlns:a16="http://schemas.microsoft.com/office/drawing/2014/main" id="{760E6505-2D47-0045-B608-C79782D3151A}"/>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19" name="Freeform 1073">
              <a:extLst>
                <a:ext uri="{FF2B5EF4-FFF2-40B4-BE49-F238E27FC236}">
                  <a16:creationId xmlns:a16="http://schemas.microsoft.com/office/drawing/2014/main" id="{1E8320ED-B12F-2641-BEF1-FFE08A709278}"/>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20" name="Freeform 1074">
              <a:extLst>
                <a:ext uri="{FF2B5EF4-FFF2-40B4-BE49-F238E27FC236}">
                  <a16:creationId xmlns:a16="http://schemas.microsoft.com/office/drawing/2014/main" id="{6F216F19-7A9E-7842-8DE3-87CF67C247D9}"/>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grpSp>
          <p:nvGrpSpPr>
            <p:cNvPr id="321" name="Group 1075">
              <a:extLst>
                <a:ext uri="{FF2B5EF4-FFF2-40B4-BE49-F238E27FC236}">
                  <a16:creationId xmlns:a16="http://schemas.microsoft.com/office/drawing/2014/main" id="{739F03CA-20B1-E448-ACD6-1C13B4F67461}"/>
                </a:ext>
              </a:extLst>
            </p:cNvPr>
            <p:cNvGrpSpPr>
              <a:grpSpLocks/>
            </p:cNvGrpSpPr>
            <p:nvPr/>
          </p:nvGrpSpPr>
          <p:grpSpPr bwMode="auto">
            <a:xfrm>
              <a:off x="1709" y="3008"/>
              <a:ext cx="507" cy="234"/>
              <a:chOff x="1740" y="2642"/>
              <a:chExt cx="752" cy="327"/>
            </a:xfrm>
          </p:grpSpPr>
          <p:sp>
            <p:nvSpPr>
              <p:cNvPr id="328" name="Freeform 1076">
                <a:extLst>
                  <a:ext uri="{FF2B5EF4-FFF2-40B4-BE49-F238E27FC236}">
                    <a16:creationId xmlns:a16="http://schemas.microsoft.com/office/drawing/2014/main" id="{C8940D77-B4F3-1246-9EB1-62B374D1DC83}"/>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29" name="Freeform 1077">
                <a:extLst>
                  <a:ext uri="{FF2B5EF4-FFF2-40B4-BE49-F238E27FC236}">
                    <a16:creationId xmlns:a16="http://schemas.microsoft.com/office/drawing/2014/main" id="{50CF6234-28F9-6A4A-9C8F-25FE11F3DED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30" name="Freeform 1078">
                <a:extLst>
                  <a:ext uri="{FF2B5EF4-FFF2-40B4-BE49-F238E27FC236}">
                    <a16:creationId xmlns:a16="http://schemas.microsoft.com/office/drawing/2014/main" id="{6D8485B5-FB9F-C945-BF8E-55BD012586B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31" name="Freeform 1079">
                <a:extLst>
                  <a:ext uri="{FF2B5EF4-FFF2-40B4-BE49-F238E27FC236}">
                    <a16:creationId xmlns:a16="http://schemas.microsoft.com/office/drawing/2014/main" id="{499E2EF6-03A8-7649-AF1E-92C6AEEACC0A}"/>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32" name="Freeform 1080">
                <a:extLst>
                  <a:ext uri="{FF2B5EF4-FFF2-40B4-BE49-F238E27FC236}">
                    <a16:creationId xmlns:a16="http://schemas.microsoft.com/office/drawing/2014/main" id="{74F729D9-EF91-0447-847C-32A9E97FFAD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33" name="Freeform 1081">
                <a:extLst>
                  <a:ext uri="{FF2B5EF4-FFF2-40B4-BE49-F238E27FC236}">
                    <a16:creationId xmlns:a16="http://schemas.microsoft.com/office/drawing/2014/main" id="{79448D30-757C-AD42-9BE7-746E1DDA272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grpSp>
        <p:sp>
          <p:nvSpPr>
            <p:cNvPr id="322" name="Freeform 1082">
              <a:extLst>
                <a:ext uri="{FF2B5EF4-FFF2-40B4-BE49-F238E27FC236}">
                  <a16:creationId xmlns:a16="http://schemas.microsoft.com/office/drawing/2014/main" id="{ACA0EA96-8459-6D48-B384-71DC0DE9F46A}"/>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23" name="Freeform 1083">
              <a:extLst>
                <a:ext uri="{FF2B5EF4-FFF2-40B4-BE49-F238E27FC236}">
                  <a16:creationId xmlns:a16="http://schemas.microsoft.com/office/drawing/2014/main" id="{4AFEEFA0-1AD5-2A4E-8E91-2BA01BA888CE}"/>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24" name="Freeform 1084">
              <a:extLst>
                <a:ext uri="{FF2B5EF4-FFF2-40B4-BE49-F238E27FC236}">
                  <a16:creationId xmlns:a16="http://schemas.microsoft.com/office/drawing/2014/main" id="{21B8D876-55EE-014B-B6A7-135E27D26C60}"/>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25" name="Freeform 1085">
              <a:extLst>
                <a:ext uri="{FF2B5EF4-FFF2-40B4-BE49-F238E27FC236}">
                  <a16:creationId xmlns:a16="http://schemas.microsoft.com/office/drawing/2014/main" id="{8385F355-35A0-3348-8DF5-BC36DCEC955E}"/>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26" name="Freeform 1086">
              <a:extLst>
                <a:ext uri="{FF2B5EF4-FFF2-40B4-BE49-F238E27FC236}">
                  <a16:creationId xmlns:a16="http://schemas.microsoft.com/office/drawing/2014/main" id="{DD8C8F16-B86F-DA4C-8E23-1A23CACB9DAA}"/>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27" name="Freeform 1087">
              <a:extLst>
                <a:ext uri="{FF2B5EF4-FFF2-40B4-BE49-F238E27FC236}">
                  <a16:creationId xmlns:a16="http://schemas.microsoft.com/office/drawing/2014/main" id="{C205008C-65B4-0C4E-858E-4BE7FE6B84AD}"/>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grpSp>
      <p:sp>
        <p:nvSpPr>
          <p:cNvPr id="334" name="Freeform 984">
            <a:extLst>
              <a:ext uri="{FF2B5EF4-FFF2-40B4-BE49-F238E27FC236}">
                <a16:creationId xmlns:a16="http://schemas.microsoft.com/office/drawing/2014/main" id="{F683EC5C-41E4-CB46-A4DE-DA79C11DB0A3}"/>
              </a:ext>
            </a:extLst>
          </p:cNvPr>
          <p:cNvSpPr>
            <a:spLocks/>
          </p:cNvSpPr>
          <p:nvPr/>
        </p:nvSpPr>
        <p:spPr bwMode="auto">
          <a:xfrm>
            <a:off x="10227333" y="5150277"/>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35" name="Freeform 986">
            <a:extLst>
              <a:ext uri="{FF2B5EF4-FFF2-40B4-BE49-F238E27FC236}">
                <a16:creationId xmlns:a16="http://schemas.microsoft.com/office/drawing/2014/main" id="{5EF954DC-7E38-5E4F-A1CE-66E02590E45F}"/>
              </a:ext>
            </a:extLst>
          </p:cNvPr>
          <p:cNvSpPr>
            <a:spLocks/>
          </p:cNvSpPr>
          <p:nvPr/>
        </p:nvSpPr>
        <p:spPr bwMode="auto">
          <a:xfrm>
            <a:off x="10233710" y="5170229"/>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36" name="Freeform 987">
            <a:extLst>
              <a:ext uri="{FF2B5EF4-FFF2-40B4-BE49-F238E27FC236}">
                <a16:creationId xmlns:a16="http://schemas.microsoft.com/office/drawing/2014/main" id="{715C54AB-3880-BA45-928C-39C4D7CA3C4E}"/>
              </a:ext>
            </a:extLst>
          </p:cNvPr>
          <p:cNvSpPr>
            <a:spLocks/>
          </p:cNvSpPr>
          <p:nvPr/>
        </p:nvSpPr>
        <p:spPr bwMode="auto">
          <a:xfrm>
            <a:off x="10229258" y="5326059"/>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37" name="Rectangle 988">
            <a:extLst>
              <a:ext uri="{FF2B5EF4-FFF2-40B4-BE49-F238E27FC236}">
                <a16:creationId xmlns:a16="http://schemas.microsoft.com/office/drawing/2014/main" id="{370296DA-87E2-9341-A2CE-4380B23742DD}"/>
              </a:ext>
            </a:extLst>
          </p:cNvPr>
          <p:cNvSpPr>
            <a:spLocks noChangeArrowheads="1"/>
          </p:cNvSpPr>
          <p:nvPr/>
        </p:nvSpPr>
        <p:spPr bwMode="auto">
          <a:xfrm>
            <a:off x="10100039" y="5187705"/>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nvGrpSpPr>
          <p:cNvPr id="338" name="Group 989">
            <a:extLst>
              <a:ext uri="{FF2B5EF4-FFF2-40B4-BE49-F238E27FC236}">
                <a16:creationId xmlns:a16="http://schemas.microsoft.com/office/drawing/2014/main" id="{AFA2681D-B24E-9548-A42D-DBE7D03E1B65}"/>
              </a:ext>
            </a:extLst>
          </p:cNvPr>
          <p:cNvGrpSpPr>
            <a:grpSpLocks/>
          </p:cNvGrpSpPr>
          <p:nvPr/>
        </p:nvGrpSpPr>
        <p:grpSpPr bwMode="auto">
          <a:xfrm>
            <a:off x="10164889" y="5184501"/>
            <a:ext cx="69903" cy="21117"/>
            <a:chOff x="614" y="2568"/>
            <a:chExt cx="725" cy="139"/>
          </a:xfrm>
        </p:grpSpPr>
        <p:sp>
          <p:nvSpPr>
            <p:cNvPr id="339" name="AutoShape 990">
              <a:extLst>
                <a:ext uri="{FF2B5EF4-FFF2-40B4-BE49-F238E27FC236}">
                  <a16:creationId xmlns:a16="http://schemas.microsoft.com/office/drawing/2014/main" id="{8D15E716-2018-CA44-A0CF-BA1BD3C4F901}"/>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40" name="AutoShape 991">
              <a:extLst>
                <a:ext uri="{FF2B5EF4-FFF2-40B4-BE49-F238E27FC236}">
                  <a16:creationId xmlns:a16="http://schemas.microsoft.com/office/drawing/2014/main" id="{45074B74-5B36-7F43-A334-2E564658000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sp>
        <p:nvSpPr>
          <p:cNvPr id="341" name="Rectangle 992">
            <a:extLst>
              <a:ext uri="{FF2B5EF4-FFF2-40B4-BE49-F238E27FC236}">
                <a16:creationId xmlns:a16="http://schemas.microsoft.com/office/drawing/2014/main" id="{D5DC0FDD-F05E-D940-80D3-95FD6FA6ED49}"/>
              </a:ext>
            </a:extLst>
          </p:cNvPr>
          <p:cNvSpPr>
            <a:spLocks noChangeArrowheads="1"/>
          </p:cNvSpPr>
          <p:nvPr/>
        </p:nvSpPr>
        <p:spPr bwMode="auto">
          <a:xfrm>
            <a:off x="10101242" y="5236056"/>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nvGrpSpPr>
          <p:cNvPr id="342" name="Group 993">
            <a:extLst>
              <a:ext uri="{FF2B5EF4-FFF2-40B4-BE49-F238E27FC236}">
                <a16:creationId xmlns:a16="http://schemas.microsoft.com/office/drawing/2014/main" id="{80CA8E93-98F3-5845-A8F0-9AFCA71C58D2}"/>
              </a:ext>
            </a:extLst>
          </p:cNvPr>
          <p:cNvGrpSpPr>
            <a:grpSpLocks/>
          </p:cNvGrpSpPr>
          <p:nvPr/>
        </p:nvGrpSpPr>
        <p:grpSpPr bwMode="auto">
          <a:xfrm>
            <a:off x="10164649" y="5231978"/>
            <a:ext cx="69903" cy="19515"/>
            <a:chOff x="614" y="2568"/>
            <a:chExt cx="725" cy="139"/>
          </a:xfrm>
        </p:grpSpPr>
        <p:sp>
          <p:nvSpPr>
            <p:cNvPr id="343" name="AutoShape 994">
              <a:extLst>
                <a:ext uri="{FF2B5EF4-FFF2-40B4-BE49-F238E27FC236}">
                  <a16:creationId xmlns:a16="http://schemas.microsoft.com/office/drawing/2014/main" id="{7DD517ED-4EA6-CE4D-BABF-4E87B224F6A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44" name="AutoShape 995">
              <a:extLst>
                <a:ext uri="{FF2B5EF4-FFF2-40B4-BE49-F238E27FC236}">
                  <a16:creationId xmlns:a16="http://schemas.microsoft.com/office/drawing/2014/main" id="{67610340-11E9-0D44-B036-7F836809F5F3}"/>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sp>
        <p:nvSpPr>
          <p:cNvPr id="345" name="Rectangle 996">
            <a:extLst>
              <a:ext uri="{FF2B5EF4-FFF2-40B4-BE49-F238E27FC236}">
                <a16:creationId xmlns:a16="http://schemas.microsoft.com/office/drawing/2014/main" id="{797BEBD2-AFB2-D04F-BF4D-C98B5985E839}"/>
              </a:ext>
            </a:extLst>
          </p:cNvPr>
          <p:cNvSpPr>
            <a:spLocks noChangeArrowheads="1"/>
          </p:cNvSpPr>
          <p:nvPr/>
        </p:nvSpPr>
        <p:spPr bwMode="auto">
          <a:xfrm>
            <a:off x="10101242" y="5284407"/>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46" name="Rectangle 997">
            <a:extLst>
              <a:ext uri="{FF2B5EF4-FFF2-40B4-BE49-F238E27FC236}">
                <a16:creationId xmlns:a16="http://schemas.microsoft.com/office/drawing/2014/main" id="{CAEB6086-A181-E845-B0C6-0E5FA8C48B08}"/>
              </a:ext>
            </a:extLst>
          </p:cNvPr>
          <p:cNvSpPr>
            <a:spLocks noChangeArrowheads="1"/>
          </p:cNvSpPr>
          <p:nvPr/>
        </p:nvSpPr>
        <p:spPr bwMode="auto">
          <a:xfrm>
            <a:off x="10102445" y="5328244"/>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nvGrpSpPr>
          <p:cNvPr id="347" name="Group 998">
            <a:extLst>
              <a:ext uri="{FF2B5EF4-FFF2-40B4-BE49-F238E27FC236}">
                <a16:creationId xmlns:a16="http://schemas.microsoft.com/office/drawing/2014/main" id="{2AA46A1E-93AF-BA48-99B9-AEC064BD1FEC}"/>
              </a:ext>
            </a:extLst>
          </p:cNvPr>
          <p:cNvGrpSpPr>
            <a:grpSpLocks/>
          </p:cNvGrpSpPr>
          <p:nvPr/>
        </p:nvGrpSpPr>
        <p:grpSpPr bwMode="auto">
          <a:xfrm>
            <a:off x="10163205" y="5324166"/>
            <a:ext cx="70024" cy="21991"/>
            <a:chOff x="614" y="2568"/>
            <a:chExt cx="725" cy="139"/>
          </a:xfrm>
        </p:grpSpPr>
        <p:sp>
          <p:nvSpPr>
            <p:cNvPr id="348" name="AutoShape 999">
              <a:extLst>
                <a:ext uri="{FF2B5EF4-FFF2-40B4-BE49-F238E27FC236}">
                  <a16:creationId xmlns:a16="http://schemas.microsoft.com/office/drawing/2014/main" id="{3DDF69A6-D5A3-CE4D-9320-9AFFD3C4289A}"/>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49" name="AutoShape 1000">
              <a:extLst>
                <a:ext uri="{FF2B5EF4-FFF2-40B4-BE49-F238E27FC236}">
                  <a16:creationId xmlns:a16="http://schemas.microsoft.com/office/drawing/2014/main" id="{7324BD93-FB3D-8844-A86D-CAAF66EC79E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sp>
        <p:nvSpPr>
          <p:cNvPr id="350" name="Freeform 1001">
            <a:extLst>
              <a:ext uri="{FF2B5EF4-FFF2-40B4-BE49-F238E27FC236}">
                <a16:creationId xmlns:a16="http://schemas.microsoft.com/office/drawing/2014/main" id="{98435968-C1C8-374F-8AC1-5AF0F3D6EC49}"/>
              </a:ext>
            </a:extLst>
          </p:cNvPr>
          <p:cNvSpPr>
            <a:spLocks/>
          </p:cNvSpPr>
          <p:nvPr/>
        </p:nvSpPr>
        <p:spPr bwMode="auto">
          <a:xfrm>
            <a:off x="10229740" y="5284407"/>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grpSp>
        <p:nvGrpSpPr>
          <p:cNvPr id="351" name="Group 1002">
            <a:extLst>
              <a:ext uri="{FF2B5EF4-FFF2-40B4-BE49-F238E27FC236}">
                <a16:creationId xmlns:a16="http://schemas.microsoft.com/office/drawing/2014/main" id="{30C5E95A-609F-2641-9A30-3EFA406AB51F}"/>
              </a:ext>
            </a:extLst>
          </p:cNvPr>
          <p:cNvGrpSpPr>
            <a:grpSpLocks/>
          </p:cNvGrpSpPr>
          <p:nvPr/>
        </p:nvGrpSpPr>
        <p:grpSpPr bwMode="auto">
          <a:xfrm>
            <a:off x="10163686" y="5280475"/>
            <a:ext cx="70024" cy="20243"/>
            <a:chOff x="614" y="2568"/>
            <a:chExt cx="725" cy="139"/>
          </a:xfrm>
        </p:grpSpPr>
        <p:sp>
          <p:nvSpPr>
            <p:cNvPr id="352" name="AutoShape 1003">
              <a:extLst>
                <a:ext uri="{FF2B5EF4-FFF2-40B4-BE49-F238E27FC236}">
                  <a16:creationId xmlns:a16="http://schemas.microsoft.com/office/drawing/2014/main" id="{6C6A18B9-4731-9E4A-8433-C467629BB738}"/>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53" name="AutoShape 1004">
              <a:extLst>
                <a:ext uri="{FF2B5EF4-FFF2-40B4-BE49-F238E27FC236}">
                  <a16:creationId xmlns:a16="http://schemas.microsoft.com/office/drawing/2014/main" id="{80E49604-CFF7-2249-8AC0-274FFDA8EED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sp>
        <p:nvSpPr>
          <p:cNvPr id="354" name="Rectangle 1005">
            <a:extLst>
              <a:ext uri="{FF2B5EF4-FFF2-40B4-BE49-F238E27FC236}">
                <a16:creationId xmlns:a16="http://schemas.microsoft.com/office/drawing/2014/main" id="{4574A330-D5AC-1949-8F3A-0425F1BF8BFE}"/>
              </a:ext>
            </a:extLst>
          </p:cNvPr>
          <p:cNvSpPr>
            <a:spLocks noChangeArrowheads="1"/>
          </p:cNvSpPr>
          <p:nvPr/>
        </p:nvSpPr>
        <p:spPr bwMode="auto">
          <a:xfrm>
            <a:off x="10224686" y="5149694"/>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55" name="Freeform 1006">
            <a:extLst>
              <a:ext uri="{FF2B5EF4-FFF2-40B4-BE49-F238E27FC236}">
                <a16:creationId xmlns:a16="http://schemas.microsoft.com/office/drawing/2014/main" id="{346534D2-9C43-5D4C-97DD-9BFA3F3C1E19}"/>
              </a:ext>
            </a:extLst>
          </p:cNvPr>
          <p:cNvSpPr>
            <a:spLocks/>
          </p:cNvSpPr>
          <p:nvPr/>
        </p:nvSpPr>
        <p:spPr bwMode="auto">
          <a:xfrm>
            <a:off x="10232627" y="5233872"/>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56" name="Freeform 1007">
            <a:extLst>
              <a:ext uri="{FF2B5EF4-FFF2-40B4-BE49-F238E27FC236}">
                <a16:creationId xmlns:a16="http://schemas.microsoft.com/office/drawing/2014/main" id="{34FDA504-7EFB-0F47-BF0E-7541255FF63F}"/>
              </a:ext>
            </a:extLst>
          </p:cNvPr>
          <p:cNvSpPr>
            <a:spLocks/>
          </p:cNvSpPr>
          <p:nvPr/>
        </p:nvSpPr>
        <p:spPr bwMode="auto">
          <a:xfrm>
            <a:off x="10232988" y="5186249"/>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57" name="Oval 1008">
            <a:extLst>
              <a:ext uri="{FF2B5EF4-FFF2-40B4-BE49-F238E27FC236}">
                <a16:creationId xmlns:a16="http://schemas.microsoft.com/office/drawing/2014/main" id="{EB41E430-44F1-2040-B040-34AC4812C1EF}"/>
              </a:ext>
            </a:extLst>
          </p:cNvPr>
          <p:cNvSpPr>
            <a:spLocks noChangeArrowheads="1"/>
          </p:cNvSpPr>
          <p:nvPr/>
        </p:nvSpPr>
        <p:spPr bwMode="auto">
          <a:xfrm>
            <a:off x="10257051" y="5467472"/>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58" name="Freeform 1009">
            <a:extLst>
              <a:ext uri="{FF2B5EF4-FFF2-40B4-BE49-F238E27FC236}">
                <a16:creationId xmlns:a16="http://schemas.microsoft.com/office/drawing/2014/main" id="{790EC54C-1F12-7145-B84C-38FCEE8E9F9C}"/>
              </a:ext>
            </a:extLst>
          </p:cNvPr>
          <p:cNvSpPr>
            <a:spLocks/>
          </p:cNvSpPr>
          <p:nvPr/>
        </p:nvSpPr>
        <p:spPr bwMode="auto">
          <a:xfrm>
            <a:off x="10231424" y="5467909"/>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59" name="AutoShape 1010">
            <a:extLst>
              <a:ext uri="{FF2B5EF4-FFF2-40B4-BE49-F238E27FC236}">
                <a16:creationId xmlns:a16="http://schemas.microsoft.com/office/drawing/2014/main" id="{2E145E4B-9370-3442-8CC9-84BAE4D06F3F}"/>
              </a:ext>
            </a:extLst>
          </p:cNvPr>
          <p:cNvSpPr>
            <a:spLocks noChangeArrowheads="1"/>
          </p:cNvSpPr>
          <p:nvPr/>
        </p:nvSpPr>
        <p:spPr bwMode="auto">
          <a:xfrm>
            <a:off x="10091617" y="5476793"/>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60" name="AutoShape 1011">
            <a:extLst>
              <a:ext uri="{FF2B5EF4-FFF2-40B4-BE49-F238E27FC236}">
                <a16:creationId xmlns:a16="http://schemas.microsoft.com/office/drawing/2014/main" id="{D478C9C4-B89C-9C48-BBD7-DEABBACEA5BC}"/>
              </a:ext>
            </a:extLst>
          </p:cNvPr>
          <p:cNvSpPr>
            <a:spLocks noChangeArrowheads="1"/>
          </p:cNvSpPr>
          <p:nvPr/>
        </p:nvSpPr>
        <p:spPr bwMode="auto">
          <a:xfrm>
            <a:off x="10100039" y="5482472"/>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61" name="Oval 1012">
            <a:extLst>
              <a:ext uri="{FF2B5EF4-FFF2-40B4-BE49-F238E27FC236}">
                <a16:creationId xmlns:a16="http://schemas.microsoft.com/office/drawing/2014/main" id="{5909E442-66CF-664F-9DE0-0E9F8CA73D97}"/>
              </a:ext>
            </a:extLst>
          </p:cNvPr>
          <p:cNvSpPr>
            <a:spLocks noChangeArrowheads="1"/>
          </p:cNvSpPr>
          <p:nvPr/>
        </p:nvSpPr>
        <p:spPr bwMode="auto">
          <a:xfrm>
            <a:off x="10111950" y="5434121"/>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62" name="Oval 1013">
            <a:extLst>
              <a:ext uri="{FF2B5EF4-FFF2-40B4-BE49-F238E27FC236}">
                <a16:creationId xmlns:a16="http://schemas.microsoft.com/office/drawing/2014/main" id="{2551EE99-1D61-D44B-8562-B0ABC004498F}"/>
              </a:ext>
            </a:extLst>
          </p:cNvPr>
          <p:cNvSpPr>
            <a:spLocks noChangeArrowheads="1"/>
          </p:cNvSpPr>
          <p:nvPr/>
        </p:nvSpPr>
        <p:spPr bwMode="auto">
          <a:xfrm>
            <a:off x="10133607" y="5434121"/>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defRPr/>
            </a:pPr>
            <a:endParaRPr lang="en-US" altLang="en-US" sz="1800" dirty="0">
              <a:solidFill>
                <a:srgbClr val="FF0000"/>
              </a:solidFill>
              <a:latin typeface="Arial" panose="020B0604020202020204" pitchFamily="34" charset="0"/>
            </a:endParaRPr>
          </a:p>
        </p:txBody>
      </p:sp>
      <p:sp>
        <p:nvSpPr>
          <p:cNvPr id="363" name="Oval 1014">
            <a:extLst>
              <a:ext uri="{FF2B5EF4-FFF2-40B4-BE49-F238E27FC236}">
                <a16:creationId xmlns:a16="http://schemas.microsoft.com/office/drawing/2014/main" id="{634591C9-BA12-B348-80C9-F09AFA1CED7E}"/>
              </a:ext>
            </a:extLst>
          </p:cNvPr>
          <p:cNvSpPr>
            <a:spLocks noChangeArrowheads="1"/>
          </p:cNvSpPr>
          <p:nvPr/>
        </p:nvSpPr>
        <p:spPr bwMode="auto">
          <a:xfrm>
            <a:off x="10153941" y="5434121"/>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64" name="Rectangle 1015">
            <a:extLst>
              <a:ext uri="{FF2B5EF4-FFF2-40B4-BE49-F238E27FC236}">
                <a16:creationId xmlns:a16="http://schemas.microsoft.com/office/drawing/2014/main" id="{0223EEF6-BCF3-3D42-9120-9B8B3E38C9FA}"/>
              </a:ext>
            </a:extLst>
          </p:cNvPr>
          <p:cNvSpPr>
            <a:spLocks noChangeArrowheads="1"/>
          </p:cNvSpPr>
          <p:nvPr/>
        </p:nvSpPr>
        <p:spPr bwMode="auto">
          <a:xfrm>
            <a:off x="10203150" y="5354750"/>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nvGrpSpPr>
          <p:cNvPr id="365" name="Group 590">
            <a:extLst>
              <a:ext uri="{FF2B5EF4-FFF2-40B4-BE49-F238E27FC236}">
                <a16:creationId xmlns:a16="http://schemas.microsoft.com/office/drawing/2014/main" id="{32D88EF7-FD3F-EF44-9D3E-076AA7EB1E8D}"/>
              </a:ext>
            </a:extLst>
          </p:cNvPr>
          <p:cNvGrpSpPr>
            <a:grpSpLocks/>
          </p:cNvGrpSpPr>
          <p:nvPr/>
        </p:nvGrpSpPr>
        <p:grpSpPr bwMode="auto">
          <a:xfrm flipH="1">
            <a:off x="7847721" y="4794366"/>
            <a:ext cx="345630" cy="320302"/>
            <a:chOff x="2839" y="3501"/>
            <a:chExt cx="755" cy="803"/>
          </a:xfrm>
        </p:grpSpPr>
        <p:pic>
          <p:nvPicPr>
            <p:cNvPr id="366" name="Picture 591" descr="desktop_computer_stylized_medium">
              <a:extLst>
                <a:ext uri="{FF2B5EF4-FFF2-40B4-BE49-F238E27FC236}">
                  <a16:creationId xmlns:a16="http://schemas.microsoft.com/office/drawing/2014/main" id="{AB01A8A8-1CAA-9145-A6E4-1398D1D62EC4}"/>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7" name="Freeform 592">
              <a:extLst>
                <a:ext uri="{FF2B5EF4-FFF2-40B4-BE49-F238E27FC236}">
                  <a16:creationId xmlns:a16="http://schemas.microsoft.com/office/drawing/2014/main" id="{4195A758-5601-AD48-BDA5-274E79AC1392}"/>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a:defRPr/>
              </a:pPr>
              <a:endParaRPr lang="en-US" dirty="0">
                <a:solidFill>
                  <a:prstClr val="black"/>
                </a:solidFill>
              </a:endParaRPr>
            </a:p>
          </p:txBody>
        </p:sp>
      </p:grpSp>
      <p:grpSp>
        <p:nvGrpSpPr>
          <p:cNvPr id="368" name="Group 652">
            <a:extLst>
              <a:ext uri="{FF2B5EF4-FFF2-40B4-BE49-F238E27FC236}">
                <a16:creationId xmlns:a16="http://schemas.microsoft.com/office/drawing/2014/main" id="{B6EF2BFA-2876-1841-873B-0FF970F0E60B}"/>
              </a:ext>
            </a:extLst>
          </p:cNvPr>
          <p:cNvGrpSpPr>
            <a:grpSpLocks/>
          </p:cNvGrpSpPr>
          <p:nvPr/>
        </p:nvGrpSpPr>
        <p:grpSpPr bwMode="auto">
          <a:xfrm>
            <a:off x="7823964" y="1373031"/>
            <a:ext cx="415925" cy="385763"/>
            <a:chOff x="2751" y="1851"/>
            <a:chExt cx="462" cy="478"/>
          </a:xfrm>
        </p:grpSpPr>
        <p:pic>
          <p:nvPicPr>
            <p:cNvPr id="369" name="Picture 653" descr="iphone_stylized_small">
              <a:extLst>
                <a:ext uri="{FF2B5EF4-FFF2-40B4-BE49-F238E27FC236}">
                  <a16:creationId xmlns:a16="http://schemas.microsoft.com/office/drawing/2014/main" id="{6A302962-1680-A04D-B69F-7F3E5F6F5469}"/>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0" name="Picture 654" descr="antenna_radiation_stylized">
              <a:extLst>
                <a:ext uri="{FF2B5EF4-FFF2-40B4-BE49-F238E27FC236}">
                  <a16:creationId xmlns:a16="http://schemas.microsoft.com/office/drawing/2014/main" id="{C6EC98A7-19FC-1745-AA2F-96FA4FE454AB}"/>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71" name="Group 950">
            <a:extLst>
              <a:ext uri="{FF2B5EF4-FFF2-40B4-BE49-F238E27FC236}">
                <a16:creationId xmlns:a16="http://schemas.microsoft.com/office/drawing/2014/main" id="{AF76C7C1-F5D8-6342-AF5C-D3B231A09266}"/>
              </a:ext>
            </a:extLst>
          </p:cNvPr>
          <p:cNvGrpSpPr>
            <a:grpSpLocks/>
          </p:cNvGrpSpPr>
          <p:nvPr/>
        </p:nvGrpSpPr>
        <p:grpSpPr bwMode="auto">
          <a:xfrm>
            <a:off x="10327730" y="4787257"/>
            <a:ext cx="177192" cy="330833"/>
            <a:chOff x="4140" y="429"/>
            <a:chExt cx="1425" cy="2396"/>
          </a:xfrm>
        </p:grpSpPr>
        <p:sp>
          <p:nvSpPr>
            <p:cNvPr id="372" name="Freeform 951">
              <a:extLst>
                <a:ext uri="{FF2B5EF4-FFF2-40B4-BE49-F238E27FC236}">
                  <a16:creationId xmlns:a16="http://schemas.microsoft.com/office/drawing/2014/main" id="{D2849A7E-B1C5-C74A-A8D9-BC8D0920FE3D}"/>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73" name="Rectangle 952">
              <a:extLst>
                <a:ext uri="{FF2B5EF4-FFF2-40B4-BE49-F238E27FC236}">
                  <a16:creationId xmlns:a16="http://schemas.microsoft.com/office/drawing/2014/main" id="{E9E5770D-8A9F-FB46-89A2-04825C3931D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74" name="Freeform 953">
              <a:extLst>
                <a:ext uri="{FF2B5EF4-FFF2-40B4-BE49-F238E27FC236}">
                  <a16:creationId xmlns:a16="http://schemas.microsoft.com/office/drawing/2014/main" id="{0E239736-0728-284A-B0B4-C1B7FA11A273}"/>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75" name="Freeform 954">
              <a:extLst>
                <a:ext uri="{FF2B5EF4-FFF2-40B4-BE49-F238E27FC236}">
                  <a16:creationId xmlns:a16="http://schemas.microsoft.com/office/drawing/2014/main" id="{F114EC93-A19B-1543-9627-1A8C3FD96B3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76" name="Rectangle 955">
              <a:extLst>
                <a:ext uri="{FF2B5EF4-FFF2-40B4-BE49-F238E27FC236}">
                  <a16:creationId xmlns:a16="http://schemas.microsoft.com/office/drawing/2014/main" id="{CED0094B-8557-0541-B7EE-8FA350D7821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nvGrpSpPr>
            <p:cNvPr id="377" name="Group 956">
              <a:extLst>
                <a:ext uri="{FF2B5EF4-FFF2-40B4-BE49-F238E27FC236}">
                  <a16:creationId xmlns:a16="http://schemas.microsoft.com/office/drawing/2014/main" id="{A1465FD4-1D70-5641-803C-0950E2AF32BF}"/>
                </a:ext>
              </a:extLst>
            </p:cNvPr>
            <p:cNvGrpSpPr>
              <a:grpSpLocks/>
            </p:cNvGrpSpPr>
            <p:nvPr/>
          </p:nvGrpSpPr>
          <p:grpSpPr bwMode="auto">
            <a:xfrm>
              <a:off x="4749" y="668"/>
              <a:ext cx="581" cy="145"/>
              <a:chOff x="614" y="2568"/>
              <a:chExt cx="725" cy="139"/>
            </a:xfrm>
          </p:grpSpPr>
          <p:sp>
            <p:nvSpPr>
              <p:cNvPr id="402" name="AutoShape 957">
                <a:extLst>
                  <a:ext uri="{FF2B5EF4-FFF2-40B4-BE49-F238E27FC236}">
                    <a16:creationId xmlns:a16="http://schemas.microsoft.com/office/drawing/2014/main" id="{FF024338-1F9F-E64C-BA98-C28690618DBA}"/>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403" name="AutoShape 958">
                <a:extLst>
                  <a:ext uri="{FF2B5EF4-FFF2-40B4-BE49-F238E27FC236}">
                    <a16:creationId xmlns:a16="http://schemas.microsoft.com/office/drawing/2014/main" id="{A90F11D2-082B-0748-982F-1A09061DD1C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sp>
          <p:nvSpPr>
            <p:cNvPr id="378" name="Rectangle 959">
              <a:extLst>
                <a:ext uri="{FF2B5EF4-FFF2-40B4-BE49-F238E27FC236}">
                  <a16:creationId xmlns:a16="http://schemas.microsoft.com/office/drawing/2014/main" id="{B9B5D7EF-E5F6-CF40-AF5E-871CC68720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nvGrpSpPr>
            <p:cNvPr id="379" name="Group 960">
              <a:extLst>
                <a:ext uri="{FF2B5EF4-FFF2-40B4-BE49-F238E27FC236}">
                  <a16:creationId xmlns:a16="http://schemas.microsoft.com/office/drawing/2014/main" id="{893C9D91-E30F-254B-8709-D7B10987E042}"/>
                </a:ext>
              </a:extLst>
            </p:cNvPr>
            <p:cNvGrpSpPr>
              <a:grpSpLocks/>
            </p:cNvGrpSpPr>
            <p:nvPr/>
          </p:nvGrpSpPr>
          <p:grpSpPr bwMode="auto">
            <a:xfrm>
              <a:off x="4747" y="994"/>
              <a:ext cx="581" cy="134"/>
              <a:chOff x="614" y="2568"/>
              <a:chExt cx="725" cy="139"/>
            </a:xfrm>
          </p:grpSpPr>
          <p:sp>
            <p:nvSpPr>
              <p:cNvPr id="400" name="AutoShape 961">
                <a:extLst>
                  <a:ext uri="{FF2B5EF4-FFF2-40B4-BE49-F238E27FC236}">
                    <a16:creationId xmlns:a16="http://schemas.microsoft.com/office/drawing/2014/main" id="{FD337E36-AAFD-7948-A91E-B5AA5B523F0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401" name="AutoShape 962">
                <a:extLst>
                  <a:ext uri="{FF2B5EF4-FFF2-40B4-BE49-F238E27FC236}">
                    <a16:creationId xmlns:a16="http://schemas.microsoft.com/office/drawing/2014/main" id="{B25EBDF7-1063-CD45-8C78-3C80EEE90DA3}"/>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sp>
          <p:nvSpPr>
            <p:cNvPr id="380" name="Rectangle 963">
              <a:extLst>
                <a:ext uri="{FF2B5EF4-FFF2-40B4-BE49-F238E27FC236}">
                  <a16:creationId xmlns:a16="http://schemas.microsoft.com/office/drawing/2014/main" id="{47917FD8-A5F3-2344-A7FA-192C29C6B34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81" name="Rectangle 964">
              <a:extLst>
                <a:ext uri="{FF2B5EF4-FFF2-40B4-BE49-F238E27FC236}">
                  <a16:creationId xmlns:a16="http://schemas.microsoft.com/office/drawing/2014/main" id="{1E21C3D1-A0E4-B84F-9506-1421B02DFDF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nvGrpSpPr>
            <p:cNvPr id="382" name="Group 965">
              <a:extLst>
                <a:ext uri="{FF2B5EF4-FFF2-40B4-BE49-F238E27FC236}">
                  <a16:creationId xmlns:a16="http://schemas.microsoft.com/office/drawing/2014/main" id="{45BB4E0B-44B3-BC42-80F8-C38330120792}"/>
                </a:ext>
              </a:extLst>
            </p:cNvPr>
            <p:cNvGrpSpPr>
              <a:grpSpLocks/>
            </p:cNvGrpSpPr>
            <p:nvPr/>
          </p:nvGrpSpPr>
          <p:grpSpPr bwMode="auto">
            <a:xfrm>
              <a:off x="4735" y="1627"/>
              <a:ext cx="582" cy="151"/>
              <a:chOff x="614" y="2568"/>
              <a:chExt cx="725" cy="139"/>
            </a:xfrm>
          </p:grpSpPr>
          <p:sp>
            <p:nvSpPr>
              <p:cNvPr id="398" name="AutoShape 966">
                <a:extLst>
                  <a:ext uri="{FF2B5EF4-FFF2-40B4-BE49-F238E27FC236}">
                    <a16:creationId xmlns:a16="http://schemas.microsoft.com/office/drawing/2014/main" id="{5089C825-4B65-8144-9807-140695E57B3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99" name="AutoShape 967">
                <a:extLst>
                  <a:ext uri="{FF2B5EF4-FFF2-40B4-BE49-F238E27FC236}">
                    <a16:creationId xmlns:a16="http://schemas.microsoft.com/office/drawing/2014/main" id="{AC316D23-4BD4-7146-805E-E8DEB4709999}"/>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sp>
          <p:nvSpPr>
            <p:cNvPr id="383" name="Freeform 968">
              <a:extLst>
                <a:ext uri="{FF2B5EF4-FFF2-40B4-BE49-F238E27FC236}">
                  <a16:creationId xmlns:a16="http://schemas.microsoft.com/office/drawing/2014/main" id="{D86D7270-8ED3-124A-9E2E-6DF83A549C44}"/>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grpSp>
          <p:nvGrpSpPr>
            <p:cNvPr id="384" name="Group 969">
              <a:extLst>
                <a:ext uri="{FF2B5EF4-FFF2-40B4-BE49-F238E27FC236}">
                  <a16:creationId xmlns:a16="http://schemas.microsoft.com/office/drawing/2014/main" id="{8DE36044-7959-034A-9850-824255D10C3B}"/>
                </a:ext>
              </a:extLst>
            </p:cNvPr>
            <p:cNvGrpSpPr>
              <a:grpSpLocks/>
            </p:cNvGrpSpPr>
            <p:nvPr/>
          </p:nvGrpSpPr>
          <p:grpSpPr bwMode="auto">
            <a:xfrm>
              <a:off x="4739" y="1327"/>
              <a:ext cx="582" cy="139"/>
              <a:chOff x="614" y="2568"/>
              <a:chExt cx="725" cy="139"/>
            </a:xfrm>
          </p:grpSpPr>
          <p:sp>
            <p:nvSpPr>
              <p:cNvPr id="396" name="AutoShape 970">
                <a:extLst>
                  <a:ext uri="{FF2B5EF4-FFF2-40B4-BE49-F238E27FC236}">
                    <a16:creationId xmlns:a16="http://schemas.microsoft.com/office/drawing/2014/main" id="{AD7D10B9-3D29-B44E-A276-AD50E81D85B4}"/>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97" name="AutoShape 971">
                <a:extLst>
                  <a:ext uri="{FF2B5EF4-FFF2-40B4-BE49-F238E27FC236}">
                    <a16:creationId xmlns:a16="http://schemas.microsoft.com/office/drawing/2014/main" id="{3C43EED5-9617-A141-92DA-588F104A05C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sp>
          <p:nvSpPr>
            <p:cNvPr id="385" name="Rectangle 972">
              <a:extLst>
                <a:ext uri="{FF2B5EF4-FFF2-40B4-BE49-F238E27FC236}">
                  <a16:creationId xmlns:a16="http://schemas.microsoft.com/office/drawing/2014/main" id="{309122D6-CDEC-0E4D-AB02-8AD2F05A98FD}"/>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86" name="Freeform 973">
              <a:extLst>
                <a:ext uri="{FF2B5EF4-FFF2-40B4-BE49-F238E27FC236}">
                  <a16:creationId xmlns:a16="http://schemas.microsoft.com/office/drawing/2014/main" id="{C2C6FB9B-166E-D144-B468-0B6400C3525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87" name="Freeform 974">
              <a:extLst>
                <a:ext uri="{FF2B5EF4-FFF2-40B4-BE49-F238E27FC236}">
                  <a16:creationId xmlns:a16="http://schemas.microsoft.com/office/drawing/2014/main" id="{E6ADF4F4-EA44-994E-A1C4-A0E36E60FBE7}"/>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88" name="Oval 975">
              <a:extLst>
                <a:ext uri="{FF2B5EF4-FFF2-40B4-BE49-F238E27FC236}">
                  <a16:creationId xmlns:a16="http://schemas.microsoft.com/office/drawing/2014/main" id="{45BEFB37-FDA8-CE4F-9BFB-E1AE0A5602A6}"/>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89" name="Freeform 976">
              <a:extLst>
                <a:ext uri="{FF2B5EF4-FFF2-40B4-BE49-F238E27FC236}">
                  <a16:creationId xmlns:a16="http://schemas.microsoft.com/office/drawing/2014/main" id="{CB3E8C11-D7E3-CA45-9585-2A7AB3F3CF1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390" name="AutoShape 977">
              <a:extLst>
                <a:ext uri="{FF2B5EF4-FFF2-40B4-BE49-F238E27FC236}">
                  <a16:creationId xmlns:a16="http://schemas.microsoft.com/office/drawing/2014/main" id="{797F44FB-9139-1D49-A39A-ADF0AB18A61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91" name="AutoShape 978">
              <a:extLst>
                <a:ext uri="{FF2B5EF4-FFF2-40B4-BE49-F238E27FC236}">
                  <a16:creationId xmlns:a16="http://schemas.microsoft.com/office/drawing/2014/main" id="{F3116DDE-2491-5745-AA50-791A2002A562}"/>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92" name="Oval 979">
              <a:extLst>
                <a:ext uri="{FF2B5EF4-FFF2-40B4-BE49-F238E27FC236}">
                  <a16:creationId xmlns:a16="http://schemas.microsoft.com/office/drawing/2014/main" id="{0454944D-214D-D448-990A-CB6489F78DE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93" name="Oval 980">
              <a:extLst>
                <a:ext uri="{FF2B5EF4-FFF2-40B4-BE49-F238E27FC236}">
                  <a16:creationId xmlns:a16="http://schemas.microsoft.com/office/drawing/2014/main" id="{FDB30FB1-054A-DB49-80D6-45336750558D}"/>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defRPr/>
              </a:pPr>
              <a:endParaRPr lang="en-US" altLang="en-US" sz="1800" dirty="0">
                <a:solidFill>
                  <a:srgbClr val="FF0000"/>
                </a:solidFill>
                <a:latin typeface="Arial" panose="020B0604020202020204" pitchFamily="34" charset="0"/>
              </a:endParaRPr>
            </a:p>
          </p:txBody>
        </p:sp>
        <p:sp>
          <p:nvSpPr>
            <p:cNvPr id="394" name="Oval 981">
              <a:extLst>
                <a:ext uri="{FF2B5EF4-FFF2-40B4-BE49-F238E27FC236}">
                  <a16:creationId xmlns:a16="http://schemas.microsoft.com/office/drawing/2014/main" id="{F1F894FB-3695-DD44-88EE-B9E401CCD643}"/>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395" name="Rectangle 982">
              <a:extLst>
                <a:ext uri="{FF2B5EF4-FFF2-40B4-BE49-F238E27FC236}">
                  <a16:creationId xmlns:a16="http://schemas.microsoft.com/office/drawing/2014/main" id="{9146A0DC-0193-EE48-95A6-53E4DA1B42DD}"/>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grpSp>
        <p:nvGrpSpPr>
          <p:cNvPr id="404" name="Group 403">
            <a:extLst>
              <a:ext uri="{FF2B5EF4-FFF2-40B4-BE49-F238E27FC236}">
                <a16:creationId xmlns:a16="http://schemas.microsoft.com/office/drawing/2014/main" id="{B69016E6-742F-A54C-99B3-53020F7590C2}"/>
              </a:ext>
            </a:extLst>
          </p:cNvPr>
          <p:cNvGrpSpPr/>
          <p:nvPr/>
        </p:nvGrpSpPr>
        <p:grpSpPr>
          <a:xfrm>
            <a:off x="6645453" y="2199599"/>
            <a:ext cx="1038308" cy="956788"/>
            <a:chOff x="6571713" y="2686293"/>
            <a:chExt cx="1038308" cy="956788"/>
          </a:xfrm>
        </p:grpSpPr>
        <p:sp>
          <p:nvSpPr>
            <p:cNvPr id="405" name="Freeform 917">
              <a:extLst>
                <a:ext uri="{FF2B5EF4-FFF2-40B4-BE49-F238E27FC236}">
                  <a16:creationId xmlns:a16="http://schemas.microsoft.com/office/drawing/2014/main" id="{43226370-9D78-EC4D-8916-75551D68220D}"/>
                </a:ext>
              </a:extLst>
            </p:cNvPr>
            <p:cNvSpPr>
              <a:spLocks/>
            </p:cNvSpPr>
            <p:nvPr/>
          </p:nvSpPr>
          <p:spPr bwMode="auto">
            <a:xfrm flipH="1">
              <a:off x="7291095" y="2700162"/>
              <a:ext cx="318926" cy="94291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9" h="10279">
                  <a:moveTo>
                    <a:pt x="2669" y="10279"/>
                  </a:moveTo>
                  <a:lnTo>
                    <a:pt x="0" y="9878"/>
                  </a:lnTo>
                  <a:lnTo>
                    <a:pt x="10319" y="0"/>
                  </a:lnTo>
                  <a:lnTo>
                    <a:pt x="10319" y="8912"/>
                  </a:lnTo>
                  <a:lnTo>
                    <a:pt x="2669" y="10279"/>
                  </a:lnTo>
                  <a:close/>
                </a:path>
              </a:pathLst>
            </a:custGeom>
            <a:gradFill rotWithShape="1">
              <a:gsLst>
                <a:gs pos="0">
                  <a:schemeClr val="bg1"/>
                </a:gs>
                <a:gs pos="99000">
                  <a:schemeClr val="bg1">
                    <a:lumMod val="75000"/>
                  </a:schemeClr>
                </a:gs>
              </a:gsLst>
              <a:lin ang="0" scaled="1"/>
            </a:gradFill>
            <a:ln>
              <a:noFill/>
            </a:ln>
          </p:spPr>
          <p:txBody>
            <a:bodyPr/>
            <a:lstStyle/>
            <a:p>
              <a:pPr>
                <a:defRPr/>
              </a:pPr>
              <a:endParaRPr lang="en-US" dirty="0">
                <a:solidFill>
                  <a:prstClr val="black"/>
                </a:solidFill>
              </a:endParaRPr>
            </a:p>
          </p:txBody>
        </p:sp>
        <p:grpSp>
          <p:nvGrpSpPr>
            <p:cNvPr id="406" name="Group 405">
              <a:extLst>
                <a:ext uri="{FF2B5EF4-FFF2-40B4-BE49-F238E27FC236}">
                  <a16:creationId xmlns:a16="http://schemas.microsoft.com/office/drawing/2014/main" id="{7B460BEF-113A-4D46-B357-32873038726E}"/>
                </a:ext>
              </a:extLst>
            </p:cNvPr>
            <p:cNvGrpSpPr/>
            <p:nvPr/>
          </p:nvGrpSpPr>
          <p:grpSpPr>
            <a:xfrm>
              <a:off x="6571713" y="2686293"/>
              <a:ext cx="764135" cy="854075"/>
              <a:chOff x="6571713" y="2686293"/>
              <a:chExt cx="764135" cy="854075"/>
            </a:xfrm>
          </p:grpSpPr>
          <p:sp>
            <p:nvSpPr>
              <p:cNvPr id="407" name="Rectangle 228">
                <a:extLst>
                  <a:ext uri="{FF2B5EF4-FFF2-40B4-BE49-F238E27FC236}">
                    <a16:creationId xmlns:a16="http://schemas.microsoft.com/office/drawing/2014/main" id="{0A035909-0149-B547-AC2C-2ECC9624BF92}"/>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2400" dirty="0">
                  <a:solidFill>
                    <a:prstClr val="black"/>
                  </a:solidFill>
                </a:endParaRPr>
              </a:p>
            </p:txBody>
          </p:sp>
          <p:sp>
            <p:nvSpPr>
              <p:cNvPr id="408" name="Rectangle 229">
                <a:extLst>
                  <a:ext uri="{FF2B5EF4-FFF2-40B4-BE49-F238E27FC236}">
                    <a16:creationId xmlns:a16="http://schemas.microsoft.com/office/drawing/2014/main" id="{3AF07C6D-868F-CD40-8D55-7309E92513A7}"/>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2400" dirty="0">
                  <a:solidFill>
                    <a:prstClr val="black"/>
                  </a:solidFill>
                </a:endParaRPr>
              </a:p>
            </p:txBody>
          </p:sp>
          <p:sp>
            <p:nvSpPr>
              <p:cNvPr id="409" name="Text Box 230">
                <a:extLst>
                  <a:ext uri="{FF2B5EF4-FFF2-40B4-BE49-F238E27FC236}">
                    <a16:creationId xmlns:a16="http://schemas.microsoft.com/office/drawing/2014/main" id="{FA2F1176-968A-5547-B506-B60EA8269BDB}"/>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lgn="ctr">
                  <a:spcBef>
                    <a:spcPct val="0"/>
                  </a:spcBef>
                  <a:defRPr/>
                </a:pPr>
                <a:r>
                  <a:rPr lang="en-US" altLang="en-US" sz="1000" dirty="0">
                    <a:solidFill>
                      <a:prstClr val="black"/>
                    </a:solidFill>
                    <a:latin typeface="Calibri" panose="020F0502020204030204"/>
                  </a:rPr>
                  <a:t>application</a:t>
                </a:r>
              </a:p>
              <a:p>
                <a:pPr algn="ctr">
                  <a:spcBef>
                    <a:spcPct val="0"/>
                  </a:spcBef>
                  <a:defRPr/>
                </a:pPr>
                <a:r>
                  <a:rPr lang="en-US" altLang="en-US" sz="1000" dirty="0">
                    <a:solidFill>
                      <a:prstClr val="black"/>
                    </a:solidFill>
                    <a:latin typeface="Calibri" panose="020F0502020204030204"/>
                  </a:rPr>
                  <a:t>transport</a:t>
                </a:r>
              </a:p>
              <a:p>
                <a:pPr algn="ctr">
                  <a:spcBef>
                    <a:spcPct val="0"/>
                  </a:spcBef>
                  <a:defRPr/>
                </a:pPr>
                <a:r>
                  <a:rPr lang="en-US" altLang="en-US" sz="1000" dirty="0">
                    <a:solidFill>
                      <a:prstClr val="white"/>
                    </a:solidFill>
                    <a:latin typeface="Calibri" panose="020F0502020204030204"/>
                  </a:rPr>
                  <a:t>network</a:t>
                </a:r>
              </a:p>
              <a:p>
                <a:pPr algn="ctr">
                  <a:spcBef>
                    <a:spcPct val="0"/>
                  </a:spcBef>
                  <a:defRPr/>
                </a:pPr>
                <a:r>
                  <a:rPr lang="en-US" altLang="en-US" sz="1000" dirty="0">
                    <a:solidFill>
                      <a:prstClr val="black"/>
                    </a:solidFill>
                    <a:latin typeface="Calibri" panose="020F0502020204030204"/>
                  </a:rPr>
                  <a:t>link</a:t>
                </a:r>
              </a:p>
              <a:p>
                <a:pPr algn="ctr">
                  <a:spcBef>
                    <a:spcPct val="0"/>
                  </a:spcBef>
                  <a:defRPr/>
                </a:pPr>
                <a:r>
                  <a:rPr lang="en-US" altLang="en-US" sz="1000" dirty="0">
                    <a:solidFill>
                      <a:prstClr val="black"/>
                    </a:solidFill>
                    <a:latin typeface="Calibri" panose="020F0502020204030204"/>
                  </a:rPr>
                  <a:t>physical</a:t>
                </a:r>
                <a:endParaRPr lang="en-US" altLang="en-US" sz="2400" dirty="0">
                  <a:solidFill>
                    <a:prstClr val="black"/>
                  </a:solidFill>
                  <a:latin typeface="Calibri" panose="020F0502020204030204"/>
                </a:endParaRPr>
              </a:p>
            </p:txBody>
          </p:sp>
          <p:cxnSp>
            <p:nvCxnSpPr>
              <p:cNvPr id="410" name="Straight Connector 409">
                <a:extLst>
                  <a:ext uri="{FF2B5EF4-FFF2-40B4-BE49-F238E27FC236}">
                    <a16:creationId xmlns:a16="http://schemas.microsoft.com/office/drawing/2014/main" id="{3835E510-94A6-CB4A-8E83-683BD197AE03}"/>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1" name="Straight Connector 410">
                <a:extLst>
                  <a:ext uri="{FF2B5EF4-FFF2-40B4-BE49-F238E27FC236}">
                    <a16:creationId xmlns:a16="http://schemas.microsoft.com/office/drawing/2014/main" id="{825ED142-2B9E-A549-972C-96BCC6721FF5}"/>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2" name="Straight Connector 411">
                <a:extLst>
                  <a:ext uri="{FF2B5EF4-FFF2-40B4-BE49-F238E27FC236}">
                    <a16:creationId xmlns:a16="http://schemas.microsoft.com/office/drawing/2014/main" id="{9C667C7E-38FB-6240-9A45-08553E60B303}"/>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3" name="Straight Connector 412">
                <a:extLst>
                  <a:ext uri="{FF2B5EF4-FFF2-40B4-BE49-F238E27FC236}">
                    <a16:creationId xmlns:a16="http://schemas.microsoft.com/office/drawing/2014/main" id="{B377B3B6-C07B-2C45-B4CE-756D355F1049}"/>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14" name="Group 413">
            <a:extLst>
              <a:ext uri="{FF2B5EF4-FFF2-40B4-BE49-F238E27FC236}">
                <a16:creationId xmlns:a16="http://schemas.microsoft.com/office/drawing/2014/main" id="{6BCDFE43-082B-374D-BFAC-C14D91216ED1}"/>
              </a:ext>
            </a:extLst>
          </p:cNvPr>
          <p:cNvGrpSpPr/>
          <p:nvPr/>
        </p:nvGrpSpPr>
        <p:grpSpPr>
          <a:xfrm>
            <a:off x="10275746" y="4871177"/>
            <a:ext cx="970347" cy="854075"/>
            <a:chOff x="10202006" y="5357871"/>
            <a:chExt cx="970347" cy="854075"/>
          </a:xfrm>
        </p:grpSpPr>
        <p:sp>
          <p:nvSpPr>
            <p:cNvPr id="415" name="Freeform 917">
              <a:extLst>
                <a:ext uri="{FF2B5EF4-FFF2-40B4-BE49-F238E27FC236}">
                  <a16:creationId xmlns:a16="http://schemas.microsoft.com/office/drawing/2014/main" id="{520596A5-5B2A-9945-9D32-0D830B088686}"/>
                </a:ext>
              </a:extLst>
            </p:cNvPr>
            <p:cNvSpPr>
              <a:spLocks/>
            </p:cNvSpPr>
            <p:nvPr/>
          </p:nvSpPr>
          <p:spPr bwMode="auto">
            <a:xfrm>
              <a:off x="10202006" y="5397682"/>
              <a:ext cx="281273" cy="77312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2669 w 10319"/>
                <a:gd name="connsiteY0" fmla="*/ 10279 h 11889"/>
                <a:gd name="connsiteX1" fmla="*/ 0 w 10319"/>
                <a:gd name="connsiteY1" fmla="*/ 9878 h 11889"/>
                <a:gd name="connsiteX2" fmla="*/ 10319 w 10319"/>
                <a:gd name="connsiteY2" fmla="*/ 0 h 11889"/>
                <a:gd name="connsiteX3" fmla="*/ 10011 w 10319"/>
                <a:gd name="connsiteY3" fmla="*/ 11889 h 11889"/>
                <a:gd name="connsiteX4" fmla="*/ 2669 w 10319"/>
                <a:gd name="connsiteY4" fmla="*/ 10279 h 11889"/>
                <a:gd name="connsiteX0" fmla="*/ 2669 w 10024"/>
                <a:gd name="connsiteY0" fmla="*/ 6818 h 8428"/>
                <a:gd name="connsiteX1" fmla="*/ 0 w 10024"/>
                <a:gd name="connsiteY1" fmla="*/ 6417 h 8428"/>
                <a:gd name="connsiteX2" fmla="*/ 9703 w 10024"/>
                <a:gd name="connsiteY2" fmla="*/ 0 h 8428"/>
                <a:gd name="connsiteX3" fmla="*/ 10011 w 10024"/>
                <a:gd name="connsiteY3" fmla="*/ 8428 h 8428"/>
                <a:gd name="connsiteX4" fmla="*/ 2669 w 10024"/>
                <a:gd name="connsiteY4" fmla="*/ 6818 h 8428"/>
                <a:gd name="connsiteX0" fmla="*/ 1741 w 9078"/>
                <a:gd name="connsiteY0" fmla="*/ 8090 h 10000"/>
                <a:gd name="connsiteX1" fmla="*/ 0 w 9078"/>
                <a:gd name="connsiteY1" fmla="*/ 6834 h 10000"/>
                <a:gd name="connsiteX2" fmla="*/ 8758 w 9078"/>
                <a:gd name="connsiteY2" fmla="*/ 0 h 10000"/>
                <a:gd name="connsiteX3" fmla="*/ 9065 w 9078"/>
                <a:gd name="connsiteY3" fmla="*/ 10000 h 10000"/>
                <a:gd name="connsiteX4" fmla="*/ 1741 w 9078"/>
                <a:gd name="connsiteY4" fmla="*/ 8090 h 10000"/>
                <a:gd name="connsiteX0" fmla="*/ 112 w 10001"/>
                <a:gd name="connsiteY0" fmla="*/ 7638 h 10000"/>
                <a:gd name="connsiteX1" fmla="*/ 0 w 10001"/>
                <a:gd name="connsiteY1" fmla="*/ 6834 h 10000"/>
                <a:gd name="connsiteX2" fmla="*/ 9647 w 10001"/>
                <a:gd name="connsiteY2" fmla="*/ 0 h 10000"/>
                <a:gd name="connsiteX3" fmla="*/ 9986 w 10001"/>
                <a:gd name="connsiteY3" fmla="*/ 10000 h 10000"/>
                <a:gd name="connsiteX4" fmla="*/ 112 w 10001"/>
                <a:gd name="connsiteY4" fmla="*/ 763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00">
                  <a:moveTo>
                    <a:pt x="112" y="7638"/>
                  </a:moveTo>
                  <a:cubicBezTo>
                    <a:pt x="75" y="7370"/>
                    <a:pt x="37" y="7102"/>
                    <a:pt x="0" y="6834"/>
                  </a:cubicBezTo>
                  <a:lnTo>
                    <a:pt x="9647" y="0"/>
                  </a:lnTo>
                  <a:cubicBezTo>
                    <a:pt x="9534" y="4702"/>
                    <a:pt x="10099" y="5298"/>
                    <a:pt x="9986" y="10000"/>
                  </a:cubicBezTo>
                  <a:lnTo>
                    <a:pt x="112" y="7638"/>
                  </a:lnTo>
                  <a:close/>
                </a:path>
              </a:pathLst>
            </a:custGeom>
            <a:gradFill rotWithShape="1">
              <a:gsLst>
                <a:gs pos="0">
                  <a:schemeClr val="bg1"/>
                </a:gs>
                <a:gs pos="99000">
                  <a:schemeClr val="bg1">
                    <a:lumMod val="75000"/>
                  </a:schemeClr>
                </a:gs>
              </a:gsLst>
              <a:lin ang="0" scaled="1"/>
            </a:gradFill>
            <a:ln>
              <a:noFill/>
            </a:ln>
          </p:spPr>
          <p:txBody>
            <a:bodyPr/>
            <a:lstStyle/>
            <a:p>
              <a:pPr>
                <a:defRPr/>
              </a:pPr>
              <a:endParaRPr lang="en-US" dirty="0">
                <a:solidFill>
                  <a:prstClr val="black"/>
                </a:solidFill>
              </a:endParaRPr>
            </a:p>
          </p:txBody>
        </p:sp>
        <p:grpSp>
          <p:nvGrpSpPr>
            <p:cNvPr id="416" name="Group 415">
              <a:extLst>
                <a:ext uri="{FF2B5EF4-FFF2-40B4-BE49-F238E27FC236}">
                  <a16:creationId xmlns:a16="http://schemas.microsoft.com/office/drawing/2014/main" id="{061433BA-6DAB-D442-9512-DE9662690BAE}"/>
                </a:ext>
              </a:extLst>
            </p:cNvPr>
            <p:cNvGrpSpPr/>
            <p:nvPr/>
          </p:nvGrpSpPr>
          <p:grpSpPr>
            <a:xfrm>
              <a:off x="10408218" y="5357871"/>
              <a:ext cx="764135" cy="854075"/>
              <a:chOff x="6571713" y="2686293"/>
              <a:chExt cx="764135" cy="854075"/>
            </a:xfrm>
          </p:grpSpPr>
          <p:sp>
            <p:nvSpPr>
              <p:cNvPr id="417" name="Rectangle 228">
                <a:extLst>
                  <a:ext uri="{FF2B5EF4-FFF2-40B4-BE49-F238E27FC236}">
                    <a16:creationId xmlns:a16="http://schemas.microsoft.com/office/drawing/2014/main" id="{CC1942E1-72C1-CA44-8BFE-0BA6171C09C5}"/>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2400" dirty="0">
                  <a:solidFill>
                    <a:prstClr val="black"/>
                  </a:solidFill>
                </a:endParaRPr>
              </a:p>
            </p:txBody>
          </p:sp>
          <p:sp>
            <p:nvSpPr>
              <p:cNvPr id="418" name="Rectangle 229">
                <a:extLst>
                  <a:ext uri="{FF2B5EF4-FFF2-40B4-BE49-F238E27FC236}">
                    <a16:creationId xmlns:a16="http://schemas.microsoft.com/office/drawing/2014/main" id="{D6CBE469-BC9E-004E-BD94-9396D7CF2EF5}"/>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2400" dirty="0">
                  <a:solidFill>
                    <a:prstClr val="black"/>
                  </a:solidFill>
                </a:endParaRPr>
              </a:p>
            </p:txBody>
          </p:sp>
          <p:sp>
            <p:nvSpPr>
              <p:cNvPr id="419" name="Text Box 230">
                <a:extLst>
                  <a:ext uri="{FF2B5EF4-FFF2-40B4-BE49-F238E27FC236}">
                    <a16:creationId xmlns:a16="http://schemas.microsoft.com/office/drawing/2014/main" id="{E7797668-DDE1-8741-B012-FB3FB645C14D}"/>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lgn="ctr">
                  <a:spcBef>
                    <a:spcPct val="0"/>
                  </a:spcBef>
                  <a:defRPr/>
                </a:pPr>
                <a:r>
                  <a:rPr lang="en-US" altLang="en-US" sz="1000" dirty="0">
                    <a:solidFill>
                      <a:prstClr val="black"/>
                    </a:solidFill>
                    <a:latin typeface="Calibri" panose="020F0502020204030204"/>
                  </a:rPr>
                  <a:t>application</a:t>
                </a:r>
              </a:p>
              <a:p>
                <a:pPr algn="ctr">
                  <a:spcBef>
                    <a:spcPct val="0"/>
                  </a:spcBef>
                  <a:defRPr/>
                </a:pPr>
                <a:r>
                  <a:rPr lang="en-US" altLang="en-US" sz="1000" dirty="0">
                    <a:solidFill>
                      <a:prstClr val="black"/>
                    </a:solidFill>
                    <a:latin typeface="Calibri" panose="020F0502020204030204"/>
                  </a:rPr>
                  <a:t>transport</a:t>
                </a:r>
              </a:p>
              <a:p>
                <a:pPr algn="ctr">
                  <a:spcBef>
                    <a:spcPct val="0"/>
                  </a:spcBef>
                  <a:defRPr/>
                </a:pPr>
                <a:r>
                  <a:rPr lang="en-US" altLang="en-US" sz="1000" dirty="0">
                    <a:solidFill>
                      <a:prstClr val="white"/>
                    </a:solidFill>
                    <a:latin typeface="Calibri" panose="020F0502020204030204"/>
                  </a:rPr>
                  <a:t>network</a:t>
                </a:r>
              </a:p>
              <a:p>
                <a:pPr algn="ctr">
                  <a:spcBef>
                    <a:spcPct val="0"/>
                  </a:spcBef>
                  <a:defRPr/>
                </a:pPr>
                <a:r>
                  <a:rPr lang="en-US" altLang="en-US" sz="1000" dirty="0">
                    <a:solidFill>
                      <a:prstClr val="black"/>
                    </a:solidFill>
                    <a:latin typeface="Calibri" panose="020F0502020204030204"/>
                  </a:rPr>
                  <a:t>link</a:t>
                </a:r>
              </a:p>
              <a:p>
                <a:pPr algn="ctr">
                  <a:spcBef>
                    <a:spcPct val="0"/>
                  </a:spcBef>
                  <a:defRPr/>
                </a:pPr>
                <a:r>
                  <a:rPr lang="en-US" altLang="en-US" sz="1000" dirty="0">
                    <a:solidFill>
                      <a:prstClr val="black"/>
                    </a:solidFill>
                    <a:latin typeface="Calibri" panose="020F0502020204030204"/>
                  </a:rPr>
                  <a:t>physical</a:t>
                </a:r>
                <a:endParaRPr lang="en-US" altLang="en-US" sz="2400" dirty="0">
                  <a:solidFill>
                    <a:prstClr val="black"/>
                  </a:solidFill>
                  <a:latin typeface="Calibri" panose="020F0502020204030204"/>
                </a:endParaRPr>
              </a:p>
            </p:txBody>
          </p:sp>
          <p:cxnSp>
            <p:nvCxnSpPr>
              <p:cNvPr id="420" name="Straight Connector 419">
                <a:extLst>
                  <a:ext uri="{FF2B5EF4-FFF2-40B4-BE49-F238E27FC236}">
                    <a16:creationId xmlns:a16="http://schemas.microsoft.com/office/drawing/2014/main" id="{0098DE4C-ADDA-6742-9A9A-1859EC5187EE}"/>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1" name="Straight Connector 420">
                <a:extLst>
                  <a:ext uri="{FF2B5EF4-FFF2-40B4-BE49-F238E27FC236}">
                    <a16:creationId xmlns:a16="http://schemas.microsoft.com/office/drawing/2014/main" id="{15F87BB5-6BF8-0D45-881A-0F1A285B65A4}"/>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2" name="Straight Connector 421">
                <a:extLst>
                  <a:ext uri="{FF2B5EF4-FFF2-40B4-BE49-F238E27FC236}">
                    <a16:creationId xmlns:a16="http://schemas.microsoft.com/office/drawing/2014/main" id="{6E17E2B0-E88F-0C4C-8D14-35BF54AEF84C}"/>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1EC817AF-81B9-5541-8AF2-78F3EC77055A}"/>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24" name="Group 950">
            <a:extLst>
              <a:ext uri="{FF2B5EF4-FFF2-40B4-BE49-F238E27FC236}">
                <a16:creationId xmlns:a16="http://schemas.microsoft.com/office/drawing/2014/main" id="{0CD04385-CC0A-AD4F-A272-DAED82232C18}"/>
              </a:ext>
            </a:extLst>
          </p:cNvPr>
          <p:cNvGrpSpPr>
            <a:grpSpLocks/>
          </p:cNvGrpSpPr>
          <p:nvPr/>
        </p:nvGrpSpPr>
        <p:grpSpPr bwMode="auto">
          <a:xfrm>
            <a:off x="10076248" y="5129706"/>
            <a:ext cx="214974" cy="403920"/>
            <a:chOff x="4140" y="429"/>
            <a:chExt cx="1425" cy="2396"/>
          </a:xfrm>
        </p:grpSpPr>
        <p:sp>
          <p:nvSpPr>
            <p:cNvPr id="425" name="Freeform 951">
              <a:extLst>
                <a:ext uri="{FF2B5EF4-FFF2-40B4-BE49-F238E27FC236}">
                  <a16:creationId xmlns:a16="http://schemas.microsoft.com/office/drawing/2014/main" id="{FE96A2FA-F87C-C540-B03C-04FDC45ECA5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426" name="Rectangle 952">
              <a:extLst>
                <a:ext uri="{FF2B5EF4-FFF2-40B4-BE49-F238E27FC236}">
                  <a16:creationId xmlns:a16="http://schemas.microsoft.com/office/drawing/2014/main" id="{90EBC098-1E29-C045-B622-D8C3CEAFBFD8}"/>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427" name="Freeform 953">
              <a:extLst>
                <a:ext uri="{FF2B5EF4-FFF2-40B4-BE49-F238E27FC236}">
                  <a16:creationId xmlns:a16="http://schemas.microsoft.com/office/drawing/2014/main" id="{E706D605-E639-B347-BDB9-90E15742A9B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428" name="Freeform 954">
              <a:extLst>
                <a:ext uri="{FF2B5EF4-FFF2-40B4-BE49-F238E27FC236}">
                  <a16:creationId xmlns:a16="http://schemas.microsoft.com/office/drawing/2014/main" id="{6F580A31-840F-044C-B64F-E36B1F7C90A0}"/>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429" name="Rectangle 955">
              <a:extLst>
                <a:ext uri="{FF2B5EF4-FFF2-40B4-BE49-F238E27FC236}">
                  <a16:creationId xmlns:a16="http://schemas.microsoft.com/office/drawing/2014/main" id="{70BBB359-B08E-104F-AA2E-1981815597F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nvGrpSpPr>
            <p:cNvPr id="430" name="Group 956">
              <a:extLst>
                <a:ext uri="{FF2B5EF4-FFF2-40B4-BE49-F238E27FC236}">
                  <a16:creationId xmlns:a16="http://schemas.microsoft.com/office/drawing/2014/main" id="{4A301782-0364-8842-A0CF-4131092EBF14}"/>
                </a:ext>
              </a:extLst>
            </p:cNvPr>
            <p:cNvGrpSpPr>
              <a:grpSpLocks/>
            </p:cNvGrpSpPr>
            <p:nvPr/>
          </p:nvGrpSpPr>
          <p:grpSpPr bwMode="auto">
            <a:xfrm>
              <a:off x="4749" y="668"/>
              <a:ext cx="581" cy="145"/>
              <a:chOff x="614" y="2568"/>
              <a:chExt cx="725" cy="139"/>
            </a:xfrm>
          </p:grpSpPr>
          <p:sp>
            <p:nvSpPr>
              <p:cNvPr id="455" name="AutoShape 957">
                <a:extLst>
                  <a:ext uri="{FF2B5EF4-FFF2-40B4-BE49-F238E27FC236}">
                    <a16:creationId xmlns:a16="http://schemas.microsoft.com/office/drawing/2014/main" id="{F360B4DE-6278-2944-81FB-7D667CF001B0}"/>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456" name="AutoShape 958">
                <a:extLst>
                  <a:ext uri="{FF2B5EF4-FFF2-40B4-BE49-F238E27FC236}">
                    <a16:creationId xmlns:a16="http://schemas.microsoft.com/office/drawing/2014/main" id="{0AEDDBBD-7452-DD49-8989-332C8A0C969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sp>
          <p:nvSpPr>
            <p:cNvPr id="431" name="Rectangle 959">
              <a:extLst>
                <a:ext uri="{FF2B5EF4-FFF2-40B4-BE49-F238E27FC236}">
                  <a16:creationId xmlns:a16="http://schemas.microsoft.com/office/drawing/2014/main" id="{A2E11B06-7085-7C4E-8774-3106FEBBD694}"/>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nvGrpSpPr>
            <p:cNvPr id="432" name="Group 960">
              <a:extLst>
                <a:ext uri="{FF2B5EF4-FFF2-40B4-BE49-F238E27FC236}">
                  <a16:creationId xmlns:a16="http://schemas.microsoft.com/office/drawing/2014/main" id="{81ECCBAC-4FA0-1946-8149-C5B75FB8BC86}"/>
                </a:ext>
              </a:extLst>
            </p:cNvPr>
            <p:cNvGrpSpPr>
              <a:grpSpLocks/>
            </p:cNvGrpSpPr>
            <p:nvPr/>
          </p:nvGrpSpPr>
          <p:grpSpPr bwMode="auto">
            <a:xfrm>
              <a:off x="4747" y="994"/>
              <a:ext cx="581" cy="134"/>
              <a:chOff x="614" y="2568"/>
              <a:chExt cx="725" cy="139"/>
            </a:xfrm>
          </p:grpSpPr>
          <p:sp>
            <p:nvSpPr>
              <p:cNvPr id="453" name="AutoShape 961">
                <a:extLst>
                  <a:ext uri="{FF2B5EF4-FFF2-40B4-BE49-F238E27FC236}">
                    <a16:creationId xmlns:a16="http://schemas.microsoft.com/office/drawing/2014/main" id="{ABD69479-4D63-CE4F-B317-778A5AB5FD34}"/>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454" name="AutoShape 962">
                <a:extLst>
                  <a:ext uri="{FF2B5EF4-FFF2-40B4-BE49-F238E27FC236}">
                    <a16:creationId xmlns:a16="http://schemas.microsoft.com/office/drawing/2014/main" id="{1DCF8128-7E5B-3749-916E-F3D6506A095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sp>
          <p:nvSpPr>
            <p:cNvPr id="433" name="Rectangle 963">
              <a:extLst>
                <a:ext uri="{FF2B5EF4-FFF2-40B4-BE49-F238E27FC236}">
                  <a16:creationId xmlns:a16="http://schemas.microsoft.com/office/drawing/2014/main" id="{C56FF00F-1A4E-F449-902D-4AE714B9648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434" name="Rectangle 964">
              <a:extLst>
                <a:ext uri="{FF2B5EF4-FFF2-40B4-BE49-F238E27FC236}">
                  <a16:creationId xmlns:a16="http://schemas.microsoft.com/office/drawing/2014/main" id="{62C83B26-71F4-5342-BEB3-3213440919EC}"/>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nvGrpSpPr>
            <p:cNvPr id="435" name="Group 965">
              <a:extLst>
                <a:ext uri="{FF2B5EF4-FFF2-40B4-BE49-F238E27FC236}">
                  <a16:creationId xmlns:a16="http://schemas.microsoft.com/office/drawing/2014/main" id="{CE265763-8900-624C-AF24-B2E5D56A6538}"/>
                </a:ext>
              </a:extLst>
            </p:cNvPr>
            <p:cNvGrpSpPr>
              <a:grpSpLocks/>
            </p:cNvGrpSpPr>
            <p:nvPr/>
          </p:nvGrpSpPr>
          <p:grpSpPr bwMode="auto">
            <a:xfrm>
              <a:off x="4735" y="1627"/>
              <a:ext cx="582" cy="151"/>
              <a:chOff x="614" y="2568"/>
              <a:chExt cx="725" cy="139"/>
            </a:xfrm>
          </p:grpSpPr>
          <p:sp>
            <p:nvSpPr>
              <p:cNvPr id="451" name="AutoShape 966">
                <a:extLst>
                  <a:ext uri="{FF2B5EF4-FFF2-40B4-BE49-F238E27FC236}">
                    <a16:creationId xmlns:a16="http://schemas.microsoft.com/office/drawing/2014/main" id="{ABEC4C86-7C8B-4943-B487-4DB393189AC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452" name="AutoShape 967">
                <a:extLst>
                  <a:ext uri="{FF2B5EF4-FFF2-40B4-BE49-F238E27FC236}">
                    <a16:creationId xmlns:a16="http://schemas.microsoft.com/office/drawing/2014/main" id="{78EB5B7C-20E1-ED4D-8C0D-850A79CB24E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sp>
          <p:nvSpPr>
            <p:cNvPr id="436" name="Freeform 968">
              <a:extLst>
                <a:ext uri="{FF2B5EF4-FFF2-40B4-BE49-F238E27FC236}">
                  <a16:creationId xmlns:a16="http://schemas.microsoft.com/office/drawing/2014/main" id="{368674BE-3325-A94B-81BB-778F18DEB9F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grpSp>
          <p:nvGrpSpPr>
            <p:cNvPr id="437" name="Group 969">
              <a:extLst>
                <a:ext uri="{FF2B5EF4-FFF2-40B4-BE49-F238E27FC236}">
                  <a16:creationId xmlns:a16="http://schemas.microsoft.com/office/drawing/2014/main" id="{6FED7E22-4916-EF46-A0A7-B64DF9E881D6}"/>
                </a:ext>
              </a:extLst>
            </p:cNvPr>
            <p:cNvGrpSpPr>
              <a:grpSpLocks/>
            </p:cNvGrpSpPr>
            <p:nvPr/>
          </p:nvGrpSpPr>
          <p:grpSpPr bwMode="auto">
            <a:xfrm>
              <a:off x="4739" y="1327"/>
              <a:ext cx="582" cy="139"/>
              <a:chOff x="614" y="2568"/>
              <a:chExt cx="725" cy="139"/>
            </a:xfrm>
          </p:grpSpPr>
          <p:sp>
            <p:nvSpPr>
              <p:cNvPr id="449" name="AutoShape 970">
                <a:extLst>
                  <a:ext uri="{FF2B5EF4-FFF2-40B4-BE49-F238E27FC236}">
                    <a16:creationId xmlns:a16="http://schemas.microsoft.com/office/drawing/2014/main" id="{74CDCA80-D418-3148-BC55-51E4899D4C58}"/>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450" name="AutoShape 971">
                <a:extLst>
                  <a:ext uri="{FF2B5EF4-FFF2-40B4-BE49-F238E27FC236}">
                    <a16:creationId xmlns:a16="http://schemas.microsoft.com/office/drawing/2014/main" id="{8FD3C783-4FA4-AC40-AB3B-3866A93D6187}"/>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sp>
          <p:nvSpPr>
            <p:cNvPr id="438" name="Rectangle 972">
              <a:extLst>
                <a:ext uri="{FF2B5EF4-FFF2-40B4-BE49-F238E27FC236}">
                  <a16:creationId xmlns:a16="http://schemas.microsoft.com/office/drawing/2014/main" id="{E9DD616E-C632-3C45-855B-E4577EADDBD5}"/>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439" name="Freeform 973">
              <a:extLst>
                <a:ext uri="{FF2B5EF4-FFF2-40B4-BE49-F238E27FC236}">
                  <a16:creationId xmlns:a16="http://schemas.microsoft.com/office/drawing/2014/main" id="{0CE1791D-2F0D-1349-ACF7-5365E4B5DE0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440" name="Freeform 974">
              <a:extLst>
                <a:ext uri="{FF2B5EF4-FFF2-40B4-BE49-F238E27FC236}">
                  <a16:creationId xmlns:a16="http://schemas.microsoft.com/office/drawing/2014/main" id="{E3A13E73-03B9-F54D-B31C-A6E48AFF90A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441" name="Oval 975">
              <a:extLst>
                <a:ext uri="{FF2B5EF4-FFF2-40B4-BE49-F238E27FC236}">
                  <a16:creationId xmlns:a16="http://schemas.microsoft.com/office/drawing/2014/main" id="{2A75A4F5-615F-EB46-89FC-38E2211C441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442" name="Freeform 976">
              <a:extLst>
                <a:ext uri="{FF2B5EF4-FFF2-40B4-BE49-F238E27FC236}">
                  <a16:creationId xmlns:a16="http://schemas.microsoft.com/office/drawing/2014/main" id="{A6EB25B5-85F4-894D-BBC4-0185118E6ACE}"/>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solidFill>
                  <a:prstClr val="black"/>
                </a:solidFill>
              </a:endParaRPr>
            </a:p>
          </p:txBody>
        </p:sp>
        <p:sp>
          <p:nvSpPr>
            <p:cNvPr id="443" name="AutoShape 977">
              <a:extLst>
                <a:ext uri="{FF2B5EF4-FFF2-40B4-BE49-F238E27FC236}">
                  <a16:creationId xmlns:a16="http://schemas.microsoft.com/office/drawing/2014/main" id="{4CA2AC83-5323-2B4B-88F2-AAA45AFB219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444" name="AutoShape 978">
              <a:extLst>
                <a:ext uri="{FF2B5EF4-FFF2-40B4-BE49-F238E27FC236}">
                  <a16:creationId xmlns:a16="http://schemas.microsoft.com/office/drawing/2014/main" id="{0025D972-B3E1-8E43-801B-4E3E67EB1734}"/>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445" name="Oval 979">
              <a:extLst>
                <a:ext uri="{FF2B5EF4-FFF2-40B4-BE49-F238E27FC236}">
                  <a16:creationId xmlns:a16="http://schemas.microsoft.com/office/drawing/2014/main" id="{545EC445-5888-3741-B9F1-47936A12B9D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446" name="Oval 980">
              <a:extLst>
                <a:ext uri="{FF2B5EF4-FFF2-40B4-BE49-F238E27FC236}">
                  <a16:creationId xmlns:a16="http://schemas.microsoft.com/office/drawing/2014/main" id="{9B82F04E-BCFC-FB44-9636-45214AACC05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defRPr/>
              </a:pPr>
              <a:endParaRPr lang="en-US" altLang="en-US" sz="1800" dirty="0">
                <a:solidFill>
                  <a:srgbClr val="FF0000"/>
                </a:solidFill>
                <a:latin typeface="Arial" panose="020B0604020202020204" pitchFamily="34" charset="0"/>
              </a:endParaRPr>
            </a:p>
          </p:txBody>
        </p:sp>
        <p:sp>
          <p:nvSpPr>
            <p:cNvPr id="447" name="Oval 981">
              <a:extLst>
                <a:ext uri="{FF2B5EF4-FFF2-40B4-BE49-F238E27FC236}">
                  <a16:creationId xmlns:a16="http://schemas.microsoft.com/office/drawing/2014/main" id="{BB87FE73-AC88-5F4C-84A7-A1E5F1A790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sp>
          <p:nvSpPr>
            <p:cNvPr id="448" name="Rectangle 982">
              <a:extLst>
                <a:ext uri="{FF2B5EF4-FFF2-40B4-BE49-F238E27FC236}">
                  <a16:creationId xmlns:a16="http://schemas.microsoft.com/office/drawing/2014/main" id="{78337DB0-E31B-0644-9C8C-86EA280512A4}"/>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defRPr/>
              </a:pPr>
              <a:endParaRPr lang="en-US" altLang="en-US" sz="2400" dirty="0">
                <a:solidFill>
                  <a:prstClr val="black"/>
                </a:solidFill>
                <a:latin typeface="Arial" panose="020B0604020202020204" pitchFamily="34" charset="0"/>
              </a:endParaRPr>
            </a:p>
          </p:txBody>
        </p:sp>
      </p:grpSp>
      <p:grpSp>
        <p:nvGrpSpPr>
          <p:cNvPr id="457" name="Group 456">
            <a:extLst>
              <a:ext uri="{FF2B5EF4-FFF2-40B4-BE49-F238E27FC236}">
                <a16:creationId xmlns:a16="http://schemas.microsoft.com/office/drawing/2014/main" id="{BC230DA3-959C-4247-950A-6A5F64F4E6AE}"/>
              </a:ext>
            </a:extLst>
          </p:cNvPr>
          <p:cNvGrpSpPr/>
          <p:nvPr/>
        </p:nvGrpSpPr>
        <p:grpSpPr>
          <a:xfrm>
            <a:off x="9172528" y="3469930"/>
            <a:ext cx="367224" cy="240304"/>
            <a:chOff x="7493876" y="2774731"/>
            <a:chExt cx="1481958" cy="894622"/>
          </a:xfrm>
        </p:grpSpPr>
        <p:sp>
          <p:nvSpPr>
            <p:cNvPr id="458" name="Freeform 457">
              <a:extLst>
                <a:ext uri="{FF2B5EF4-FFF2-40B4-BE49-F238E27FC236}">
                  <a16:creationId xmlns:a16="http://schemas.microsoft.com/office/drawing/2014/main" id="{5293AB70-A538-324C-8957-2E62A591F1B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459" name="Oval 458">
              <a:extLst>
                <a:ext uri="{FF2B5EF4-FFF2-40B4-BE49-F238E27FC236}">
                  <a16:creationId xmlns:a16="http://schemas.microsoft.com/office/drawing/2014/main" id="{A2B20364-B820-F04C-85BC-3C2F7389269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460" name="Group 459">
              <a:extLst>
                <a:ext uri="{FF2B5EF4-FFF2-40B4-BE49-F238E27FC236}">
                  <a16:creationId xmlns:a16="http://schemas.microsoft.com/office/drawing/2014/main" id="{25A775AF-4F8C-A140-9E95-86BE6310501B}"/>
                </a:ext>
              </a:extLst>
            </p:cNvPr>
            <p:cNvGrpSpPr/>
            <p:nvPr/>
          </p:nvGrpSpPr>
          <p:grpSpPr>
            <a:xfrm>
              <a:off x="7713663" y="2848339"/>
              <a:ext cx="1042107" cy="425543"/>
              <a:chOff x="7786941" y="2884917"/>
              <a:chExt cx="897649" cy="353919"/>
            </a:xfrm>
          </p:grpSpPr>
          <p:sp>
            <p:nvSpPr>
              <p:cNvPr id="461" name="Freeform 460">
                <a:extLst>
                  <a:ext uri="{FF2B5EF4-FFF2-40B4-BE49-F238E27FC236}">
                    <a16:creationId xmlns:a16="http://schemas.microsoft.com/office/drawing/2014/main" id="{BF2FA154-0942-5C47-A936-59C962F3DA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462" name="Freeform 461">
                <a:extLst>
                  <a:ext uri="{FF2B5EF4-FFF2-40B4-BE49-F238E27FC236}">
                    <a16:creationId xmlns:a16="http://schemas.microsoft.com/office/drawing/2014/main" id="{FBAC50C9-1200-0648-A3C6-5F763C5A4F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463" name="Freeform 462">
                <a:extLst>
                  <a:ext uri="{FF2B5EF4-FFF2-40B4-BE49-F238E27FC236}">
                    <a16:creationId xmlns:a16="http://schemas.microsoft.com/office/drawing/2014/main" id="{41DD7A34-E22A-2B4D-A867-B0F63420CD9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464" name="Freeform 463">
                <a:extLst>
                  <a:ext uri="{FF2B5EF4-FFF2-40B4-BE49-F238E27FC236}">
                    <a16:creationId xmlns:a16="http://schemas.microsoft.com/office/drawing/2014/main" id="{14349D26-2DED-D04F-BD82-82B9BDEAF0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465" name="Group 464">
            <a:extLst>
              <a:ext uri="{FF2B5EF4-FFF2-40B4-BE49-F238E27FC236}">
                <a16:creationId xmlns:a16="http://schemas.microsoft.com/office/drawing/2014/main" id="{7E19BC35-E82D-1F47-A1DB-336D2DD326C1}"/>
              </a:ext>
            </a:extLst>
          </p:cNvPr>
          <p:cNvGrpSpPr/>
          <p:nvPr/>
        </p:nvGrpSpPr>
        <p:grpSpPr>
          <a:xfrm>
            <a:off x="9675294" y="3513069"/>
            <a:ext cx="367224" cy="240304"/>
            <a:chOff x="7493876" y="2774731"/>
            <a:chExt cx="1481958" cy="894622"/>
          </a:xfrm>
        </p:grpSpPr>
        <p:sp>
          <p:nvSpPr>
            <p:cNvPr id="466" name="Freeform 465">
              <a:extLst>
                <a:ext uri="{FF2B5EF4-FFF2-40B4-BE49-F238E27FC236}">
                  <a16:creationId xmlns:a16="http://schemas.microsoft.com/office/drawing/2014/main" id="{BD2EC79B-E277-0C43-A0CC-99D0A637041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467" name="Oval 466">
              <a:extLst>
                <a:ext uri="{FF2B5EF4-FFF2-40B4-BE49-F238E27FC236}">
                  <a16:creationId xmlns:a16="http://schemas.microsoft.com/office/drawing/2014/main" id="{FB4676E3-85E4-494D-9C63-7C042801A69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468" name="Group 467">
              <a:extLst>
                <a:ext uri="{FF2B5EF4-FFF2-40B4-BE49-F238E27FC236}">
                  <a16:creationId xmlns:a16="http://schemas.microsoft.com/office/drawing/2014/main" id="{77F513B8-ECD9-B043-8F16-8229B9F5F438}"/>
                </a:ext>
              </a:extLst>
            </p:cNvPr>
            <p:cNvGrpSpPr/>
            <p:nvPr/>
          </p:nvGrpSpPr>
          <p:grpSpPr>
            <a:xfrm>
              <a:off x="7713663" y="2848339"/>
              <a:ext cx="1042107" cy="425543"/>
              <a:chOff x="7786941" y="2884917"/>
              <a:chExt cx="897649" cy="353919"/>
            </a:xfrm>
          </p:grpSpPr>
          <p:sp>
            <p:nvSpPr>
              <p:cNvPr id="469" name="Freeform 468">
                <a:extLst>
                  <a:ext uri="{FF2B5EF4-FFF2-40B4-BE49-F238E27FC236}">
                    <a16:creationId xmlns:a16="http://schemas.microsoft.com/office/drawing/2014/main" id="{52250DF6-38FD-864F-A2FE-5424D2FC490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470" name="Freeform 469">
                <a:extLst>
                  <a:ext uri="{FF2B5EF4-FFF2-40B4-BE49-F238E27FC236}">
                    <a16:creationId xmlns:a16="http://schemas.microsoft.com/office/drawing/2014/main" id="{4B115E90-C5FE-AE4D-BDDA-FFFA2E95056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471" name="Freeform 470">
                <a:extLst>
                  <a:ext uri="{FF2B5EF4-FFF2-40B4-BE49-F238E27FC236}">
                    <a16:creationId xmlns:a16="http://schemas.microsoft.com/office/drawing/2014/main" id="{58A14C43-AAD0-3641-9524-580D47A433C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472" name="Freeform 471">
                <a:extLst>
                  <a:ext uri="{FF2B5EF4-FFF2-40B4-BE49-F238E27FC236}">
                    <a16:creationId xmlns:a16="http://schemas.microsoft.com/office/drawing/2014/main" id="{0C9C824B-99FE-6D4F-9E2B-EC968FE82F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473" name="Group 472">
            <a:extLst>
              <a:ext uri="{FF2B5EF4-FFF2-40B4-BE49-F238E27FC236}">
                <a16:creationId xmlns:a16="http://schemas.microsoft.com/office/drawing/2014/main" id="{0D3E3902-FB2D-6F40-94C2-2AED35903987}"/>
              </a:ext>
            </a:extLst>
          </p:cNvPr>
          <p:cNvGrpSpPr/>
          <p:nvPr/>
        </p:nvGrpSpPr>
        <p:grpSpPr>
          <a:xfrm>
            <a:off x="8123810" y="3479300"/>
            <a:ext cx="354986" cy="175668"/>
            <a:chOff x="7493876" y="2774731"/>
            <a:chExt cx="1481958" cy="894622"/>
          </a:xfrm>
        </p:grpSpPr>
        <p:sp>
          <p:nvSpPr>
            <p:cNvPr id="474" name="Freeform 473">
              <a:extLst>
                <a:ext uri="{FF2B5EF4-FFF2-40B4-BE49-F238E27FC236}">
                  <a16:creationId xmlns:a16="http://schemas.microsoft.com/office/drawing/2014/main" id="{0A61814A-2DB0-7740-8962-D1A3BDCF744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475" name="Oval 474">
              <a:extLst>
                <a:ext uri="{FF2B5EF4-FFF2-40B4-BE49-F238E27FC236}">
                  <a16:creationId xmlns:a16="http://schemas.microsoft.com/office/drawing/2014/main" id="{4B39CE62-10C5-A448-9200-E6A96348EBC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476" name="Group 475">
              <a:extLst>
                <a:ext uri="{FF2B5EF4-FFF2-40B4-BE49-F238E27FC236}">
                  <a16:creationId xmlns:a16="http://schemas.microsoft.com/office/drawing/2014/main" id="{FA86DD34-5A0D-CC49-9673-90D9CA095BE5}"/>
                </a:ext>
              </a:extLst>
            </p:cNvPr>
            <p:cNvGrpSpPr/>
            <p:nvPr/>
          </p:nvGrpSpPr>
          <p:grpSpPr>
            <a:xfrm>
              <a:off x="7713663" y="2848339"/>
              <a:ext cx="1042107" cy="425543"/>
              <a:chOff x="7786941" y="2884917"/>
              <a:chExt cx="897649" cy="353919"/>
            </a:xfrm>
          </p:grpSpPr>
          <p:sp>
            <p:nvSpPr>
              <p:cNvPr id="477" name="Freeform 476">
                <a:extLst>
                  <a:ext uri="{FF2B5EF4-FFF2-40B4-BE49-F238E27FC236}">
                    <a16:creationId xmlns:a16="http://schemas.microsoft.com/office/drawing/2014/main" id="{B5DC9C2D-C53B-D14F-9821-A2B4B31E510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478" name="Freeform 477">
                <a:extLst>
                  <a:ext uri="{FF2B5EF4-FFF2-40B4-BE49-F238E27FC236}">
                    <a16:creationId xmlns:a16="http://schemas.microsoft.com/office/drawing/2014/main" id="{F0A6232A-7531-B14B-B3D0-36AAC40935A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479" name="Freeform 478">
                <a:extLst>
                  <a:ext uri="{FF2B5EF4-FFF2-40B4-BE49-F238E27FC236}">
                    <a16:creationId xmlns:a16="http://schemas.microsoft.com/office/drawing/2014/main" id="{76F848CC-CD88-5F45-8746-CADC806243F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480" name="Freeform 479">
                <a:extLst>
                  <a:ext uri="{FF2B5EF4-FFF2-40B4-BE49-F238E27FC236}">
                    <a16:creationId xmlns:a16="http://schemas.microsoft.com/office/drawing/2014/main" id="{261EE902-8A90-624B-B8EA-E140D2583A5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481" name="Group 480">
            <a:extLst>
              <a:ext uri="{FF2B5EF4-FFF2-40B4-BE49-F238E27FC236}">
                <a16:creationId xmlns:a16="http://schemas.microsoft.com/office/drawing/2014/main" id="{66AC3898-C0FB-C142-963C-4A2806F3925C}"/>
              </a:ext>
            </a:extLst>
          </p:cNvPr>
          <p:cNvGrpSpPr/>
          <p:nvPr/>
        </p:nvGrpSpPr>
        <p:grpSpPr>
          <a:xfrm>
            <a:off x="9321633" y="4288992"/>
            <a:ext cx="393760" cy="218578"/>
            <a:chOff x="7493876" y="2774731"/>
            <a:chExt cx="1481958" cy="894622"/>
          </a:xfrm>
        </p:grpSpPr>
        <p:sp>
          <p:nvSpPr>
            <p:cNvPr id="482" name="Freeform 481">
              <a:extLst>
                <a:ext uri="{FF2B5EF4-FFF2-40B4-BE49-F238E27FC236}">
                  <a16:creationId xmlns:a16="http://schemas.microsoft.com/office/drawing/2014/main" id="{42D1DCFE-D255-4446-8EAC-474AB67857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483" name="Oval 482">
              <a:extLst>
                <a:ext uri="{FF2B5EF4-FFF2-40B4-BE49-F238E27FC236}">
                  <a16:creationId xmlns:a16="http://schemas.microsoft.com/office/drawing/2014/main" id="{C26498FD-F97E-6F46-BEA7-F956A37F2D6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484" name="Group 483">
              <a:extLst>
                <a:ext uri="{FF2B5EF4-FFF2-40B4-BE49-F238E27FC236}">
                  <a16:creationId xmlns:a16="http://schemas.microsoft.com/office/drawing/2014/main" id="{4B199B5D-B0F2-F94C-AAFD-545329FAA357}"/>
                </a:ext>
              </a:extLst>
            </p:cNvPr>
            <p:cNvGrpSpPr/>
            <p:nvPr/>
          </p:nvGrpSpPr>
          <p:grpSpPr>
            <a:xfrm>
              <a:off x="7713663" y="2848339"/>
              <a:ext cx="1042107" cy="425543"/>
              <a:chOff x="7786941" y="2884917"/>
              <a:chExt cx="897649" cy="353919"/>
            </a:xfrm>
          </p:grpSpPr>
          <p:sp>
            <p:nvSpPr>
              <p:cNvPr id="485" name="Freeform 484">
                <a:extLst>
                  <a:ext uri="{FF2B5EF4-FFF2-40B4-BE49-F238E27FC236}">
                    <a16:creationId xmlns:a16="http://schemas.microsoft.com/office/drawing/2014/main" id="{0A984816-55BC-1943-8DD5-DBCE6EF51AB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486" name="Freeform 485">
                <a:extLst>
                  <a:ext uri="{FF2B5EF4-FFF2-40B4-BE49-F238E27FC236}">
                    <a16:creationId xmlns:a16="http://schemas.microsoft.com/office/drawing/2014/main" id="{8B1D42DB-E8C1-B749-80E2-583CD1B0E4B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487" name="Freeform 486">
                <a:extLst>
                  <a:ext uri="{FF2B5EF4-FFF2-40B4-BE49-F238E27FC236}">
                    <a16:creationId xmlns:a16="http://schemas.microsoft.com/office/drawing/2014/main" id="{CB8F94FA-C42F-BD4D-AA00-66857F0E454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488" name="Freeform 487">
                <a:extLst>
                  <a:ext uri="{FF2B5EF4-FFF2-40B4-BE49-F238E27FC236}">
                    <a16:creationId xmlns:a16="http://schemas.microsoft.com/office/drawing/2014/main" id="{FAB6ECD2-0C1A-1046-85EC-5E3375620D1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grpSp>
        <p:nvGrpSpPr>
          <p:cNvPr id="489" name="Group 488">
            <a:extLst>
              <a:ext uri="{FF2B5EF4-FFF2-40B4-BE49-F238E27FC236}">
                <a16:creationId xmlns:a16="http://schemas.microsoft.com/office/drawing/2014/main" id="{9E25896D-D1F7-2A4E-8C08-BF5F88840367}"/>
              </a:ext>
            </a:extLst>
          </p:cNvPr>
          <p:cNvGrpSpPr/>
          <p:nvPr/>
        </p:nvGrpSpPr>
        <p:grpSpPr>
          <a:xfrm>
            <a:off x="7848738" y="2976754"/>
            <a:ext cx="3007624" cy="1690703"/>
            <a:chOff x="7774998" y="3463448"/>
            <a:chExt cx="3007624" cy="1690703"/>
          </a:xfrm>
        </p:grpSpPr>
        <p:grpSp>
          <p:nvGrpSpPr>
            <p:cNvPr id="490" name="Group 489">
              <a:extLst>
                <a:ext uri="{FF2B5EF4-FFF2-40B4-BE49-F238E27FC236}">
                  <a16:creationId xmlns:a16="http://schemas.microsoft.com/office/drawing/2014/main" id="{1B61A7BB-F744-994C-90B5-288246058DE4}"/>
                </a:ext>
              </a:extLst>
            </p:cNvPr>
            <p:cNvGrpSpPr/>
            <p:nvPr/>
          </p:nvGrpSpPr>
          <p:grpSpPr>
            <a:xfrm>
              <a:off x="7774998" y="4090572"/>
              <a:ext cx="571917" cy="577694"/>
              <a:chOff x="7774998" y="4090572"/>
              <a:chExt cx="571917" cy="577694"/>
            </a:xfrm>
          </p:grpSpPr>
          <p:sp>
            <p:nvSpPr>
              <p:cNvPr id="523" name="Freeform 917">
                <a:extLst>
                  <a:ext uri="{FF2B5EF4-FFF2-40B4-BE49-F238E27FC236}">
                    <a16:creationId xmlns:a16="http://schemas.microsoft.com/office/drawing/2014/main" id="{67AE9544-ABCE-9C49-A73B-B92D479DC854}"/>
                  </a:ext>
                </a:extLst>
              </p:cNvPr>
              <p:cNvSpPr>
                <a:spLocks/>
              </p:cNvSpPr>
              <p:nvPr/>
            </p:nvSpPr>
            <p:spPr bwMode="auto">
              <a:xfrm rot="10800000">
                <a:off x="7818844" y="4090572"/>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a:defRPr/>
                </a:pPr>
                <a:endParaRPr lang="en-US" dirty="0">
                  <a:solidFill>
                    <a:prstClr val="black"/>
                  </a:solidFill>
                </a:endParaRPr>
              </a:p>
            </p:txBody>
          </p:sp>
          <p:grpSp>
            <p:nvGrpSpPr>
              <p:cNvPr id="524" name="Group 523">
                <a:extLst>
                  <a:ext uri="{FF2B5EF4-FFF2-40B4-BE49-F238E27FC236}">
                    <a16:creationId xmlns:a16="http://schemas.microsoft.com/office/drawing/2014/main" id="{FD9ADAD3-8D40-514D-8DB2-D40B73122CB1}"/>
                  </a:ext>
                </a:extLst>
              </p:cNvPr>
              <p:cNvGrpSpPr/>
              <p:nvPr/>
            </p:nvGrpSpPr>
            <p:grpSpPr>
              <a:xfrm>
                <a:off x="7774998" y="4206600"/>
                <a:ext cx="571917" cy="461666"/>
                <a:chOff x="9980560" y="726571"/>
                <a:chExt cx="659732" cy="461666"/>
              </a:xfrm>
            </p:grpSpPr>
            <p:sp>
              <p:nvSpPr>
                <p:cNvPr id="525" name="Rectangle 228">
                  <a:extLst>
                    <a:ext uri="{FF2B5EF4-FFF2-40B4-BE49-F238E27FC236}">
                      <a16:creationId xmlns:a16="http://schemas.microsoft.com/office/drawing/2014/main" id="{453FD1E4-24AF-0A42-B4B1-544CBE8B93E7}"/>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2400" dirty="0">
                    <a:solidFill>
                      <a:prstClr val="black"/>
                    </a:solidFill>
                  </a:endParaRPr>
                </a:p>
              </p:txBody>
            </p:sp>
            <p:sp>
              <p:nvSpPr>
                <p:cNvPr id="526" name="Rectangle 229">
                  <a:extLst>
                    <a:ext uri="{FF2B5EF4-FFF2-40B4-BE49-F238E27FC236}">
                      <a16:creationId xmlns:a16="http://schemas.microsoft.com/office/drawing/2014/main" id="{ACF4D48D-7AFA-394B-A044-64C00BD31351}"/>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2400" dirty="0">
                    <a:solidFill>
                      <a:prstClr val="black"/>
                    </a:solidFill>
                  </a:endParaRPr>
                </a:p>
              </p:txBody>
            </p:sp>
            <p:sp>
              <p:nvSpPr>
                <p:cNvPr id="527" name="Text Box 230">
                  <a:extLst>
                    <a:ext uri="{FF2B5EF4-FFF2-40B4-BE49-F238E27FC236}">
                      <a16:creationId xmlns:a16="http://schemas.microsoft.com/office/drawing/2014/main" id="{F350703C-00E6-D544-8995-7B4A30E7AD1B}"/>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lgn="ctr">
                    <a:spcBef>
                      <a:spcPct val="0"/>
                    </a:spcBef>
                    <a:defRPr/>
                  </a:pPr>
                  <a:r>
                    <a:rPr lang="en-US" altLang="en-US" sz="800" dirty="0">
                      <a:solidFill>
                        <a:prstClr val="white"/>
                      </a:solidFill>
                      <a:latin typeface="Calibri" panose="020F0502020204030204"/>
                    </a:rPr>
                    <a:t>network</a:t>
                  </a:r>
                </a:p>
                <a:p>
                  <a:pPr algn="ctr">
                    <a:spcBef>
                      <a:spcPct val="0"/>
                    </a:spcBef>
                    <a:defRPr/>
                  </a:pPr>
                  <a:r>
                    <a:rPr lang="en-US" altLang="en-US" sz="800" dirty="0">
                      <a:solidFill>
                        <a:prstClr val="black"/>
                      </a:solidFill>
                      <a:latin typeface="Calibri" panose="020F0502020204030204"/>
                    </a:rPr>
                    <a:t>link</a:t>
                  </a:r>
                </a:p>
                <a:p>
                  <a:pPr algn="ctr">
                    <a:spcBef>
                      <a:spcPct val="0"/>
                    </a:spcBef>
                    <a:defRPr/>
                  </a:pPr>
                  <a:r>
                    <a:rPr lang="en-US" altLang="en-US" sz="800" dirty="0">
                      <a:solidFill>
                        <a:prstClr val="black"/>
                      </a:solidFill>
                      <a:latin typeface="Calibri" panose="020F0502020204030204"/>
                    </a:rPr>
                    <a:t>physical</a:t>
                  </a:r>
                  <a:endParaRPr lang="en-US" altLang="en-US" sz="2400" dirty="0">
                    <a:solidFill>
                      <a:prstClr val="black"/>
                    </a:solidFill>
                    <a:latin typeface="Calibri" panose="020F0502020204030204"/>
                  </a:endParaRPr>
                </a:p>
              </p:txBody>
            </p:sp>
            <p:cxnSp>
              <p:nvCxnSpPr>
                <p:cNvPr id="528" name="Straight Connector 527">
                  <a:extLst>
                    <a:ext uri="{FF2B5EF4-FFF2-40B4-BE49-F238E27FC236}">
                      <a16:creationId xmlns:a16="http://schemas.microsoft.com/office/drawing/2014/main" id="{A4E7F05F-DB39-B246-BA17-A367DF40D51D}"/>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9" name="Straight Connector 528">
                  <a:extLst>
                    <a:ext uri="{FF2B5EF4-FFF2-40B4-BE49-F238E27FC236}">
                      <a16:creationId xmlns:a16="http://schemas.microsoft.com/office/drawing/2014/main" id="{987D26AB-AF4C-4B49-8766-91AAC5C3236C}"/>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91" name="Group 490">
              <a:extLst>
                <a:ext uri="{FF2B5EF4-FFF2-40B4-BE49-F238E27FC236}">
                  <a16:creationId xmlns:a16="http://schemas.microsoft.com/office/drawing/2014/main" id="{7ACA2B35-418A-C24A-BBBD-95671C866478}"/>
                </a:ext>
              </a:extLst>
            </p:cNvPr>
            <p:cNvGrpSpPr/>
            <p:nvPr/>
          </p:nvGrpSpPr>
          <p:grpSpPr>
            <a:xfrm>
              <a:off x="8692628" y="3463448"/>
              <a:ext cx="571917" cy="574365"/>
              <a:chOff x="8692628" y="3463448"/>
              <a:chExt cx="571917" cy="574365"/>
            </a:xfrm>
          </p:grpSpPr>
          <p:sp>
            <p:nvSpPr>
              <p:cNvPr id="516" name="Freeform 917">
                <a:extLst>
                  <a:ext uri="{FF2B5EF4-FFF2-40B4-BE49-F238E27FC236}">
                    <a16:creationId xmlns:a16="http://schemas.microsoft.com/office/drawing/2014/main" id="{1B39E48E-11D1-2A49-BEB2-4A3DE3E52E7F}"/>
                  </a:ext>
                </a:extLst>
              </p:cNvPr>
              <p:cNvSpPr>
                <a:spLocks/>
              </p:cNvSpPr>
              <p:nvPr/>
            </p:nvSpPr>
            <p:spPr bwMode="auto">
              <a:xfrm flipH="1">
                <a:off x="8735937" y="3883244"/>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a:defRPr/>
                </a:pPr>
                <a:endParaRPr lang="en-US" dirty="0">
                  <a:solidFill>
                    <a:prstClr val="black"/>
                  </a:solidFill>
                </a:endParaRPr>
              </a:p>
            </p:txBody>
          </p:sp>
          <p:grpSp>
            <p:nvGrpSpPr>
              <p:cNvPr id="517" name="Group 516">
                <a:extLst>
                  <a:ext uri="{FF2B5EF4-FFF2-40B4-BE49-F238E27FC236}">
                    <a16:creationId xmlns:a16="http://schemas.microsoft.com/office/drawing/2014/main" id="{F43CF6AB-41BF-A04B-8264-3F204E68E6FB}"/>
                  </a:ext>
                </a:extLst>
              </p:cNvPr>
              <p:cNvGrpSpPr/>
              <p:nvPr/>
            </p:nvGrpSpPr>
            <p:grpSpPr>
              <a:xfrm>
                <a:off x="8692628" y="3463448"/>
                <a:ext cx="571917" cy="461666"/>
                <a:chOff x="9980560" y="726571"/>
                <a:chExt cx="659732" cy="461666"/>
              </a:xfrm>
            </p:grpSpPr>
            <p:sp>
              <p:nvSpPr>
                <p:cNvPr id="518" name="Rectangle 228">
                  <a:extLst>
                    <a:ext uri="{FF2B5EF4-FFF2-40B4-BE49-F238E27FC236}">
                      <a16:creationId xmlns:a16="http://schemas.microsoft.com/office/drawing/2014/main" id="{DCF5B501-314A-3D4C-90A1-E45107AEFB7B}"/>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2400" dirty="0">
                    <a:solidFill>
                      <a:prstClr val="black"/>
                    </a:solidFill>
                  </a:endParaRPr>
                </a:p>
              </p:txBody>
            </p:sp>
            <p:sp>
              <p:nvSpPr>
                <p:cNvPr id="519" name="Rectangle 229">
                  <a:extLst>
                    <a:ext uri="{FF2B5EF4-FFF2-40B4-BE49-F238E27FC236}">
                      <a16:creationId xmlns:a16="http://schemas.microsoft.com/office/drawing/2014/main" id="{8A760FE8-2AF8-D047-B448-6D14997CB6F7}"/>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2400" dirty="0">
                    <a:solidFill>
                      <a:prstClr val="black"/>
                    </a:solidFill>
                  </a:endParaRPr>
                </a:p>
              </p:txBody>
            </p:sp>
            <p:sp>
              <p:nvSpPr>
                <p:cNvPr id="520" name="Text Box 230">
                  <a:extLst>
                    <a:ext uri="{FF2B5EF4-FFF2-40B4-BE49-F238E27FC236}">
                      <a16:creationId xmlns:a16="http://schemas.microsoft.com/office/drawing/2014/main" id="{81AD7D48-5DBF-B140-BBAC-EF36A1DCADE4}"/>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lgn="ctr">
                    <a:spcBef>
                      <a:spcPct val="0"/>
                    </a:spcBef>
                    <a:defRPr/>
                  </a:pPr>
                  <a:r>
                    <a:rPr lang="en-US" altLang="en-US" sz="800" dirty="0">
                      <a:solidFill>
                        <a:prstClr val="white"/>
                      </a:solidFill>
                      <a:latin typeface="Calibri" panose="020F0502020204030204"/>
                    </a:rPr>
                    <a:t>network</a:t>
                  </a:r>
                </a:p>
                <a:p>
                  <a:pPr algn="ctr">
                    <a:spcBef>
                      <a:spcPct val="0"/>
                    </a:spcBef>
                    <a:defRPr/>
                  </a:pPr>
                  <a:r>
                    <a:rPr lang="en-US" altLang="en-US" sz="800" dirty="0">
                      <a:solidFill>
                        <a:prstClr val="black"/>
                      </a:solidFill>
                      <a:latin typeface="Calibri" panose="020F0502020204030204"/>
                    </a:rPr>
                    <a:t>link</a:t>
                  </a:r>
                </a:p>
                <a:p>
                  <a:pPr algn="ctr">
                    <a:spcBef>
                      <a:spcPct val="0"/>
                    </a:spcBef>
                    <a:defRPr/>
                  </a:pPr>
                  <a:r>
                    <a:rPr lang="en-US" altLang="en-US" sz="800" dirty="0">
                      <a:solidFill>
                        <a:prstClr val="black"/>
                      </a:solidFill>
                      <a:latin typeface="Calibri" panose="020F0502020204030204"/>
                    </a:rPr>
                    <a:t>physical</a:t>
                  </a:r>
                  <a:endParaRPr lang="en-US" altLang="en-US" sz="2400" dirty="0">
                    <a:solidFill>
                      <a:prstClr val="black"/>
                    </a:solidFill>
                    <a:latin typeface="Calibri" panose="020F0502020204030204"/>
                  </a:endParaRPr>
                </a:p>
              </p:txBody>
            </p:sp>
            <p:cxnSp>
              <p:nvCxnSpPr>
                <p:cNvPr id="521" name="Straight Connector 520">
                  <a:extLst>
                    <a:ext uri="{FF2B5EF4-FFF2-40B4-BE49-F238E27FC236}">
                      <a16:creationId xmlns:a16="http://schemas.microsoft.com/office/drawing/2014/main" id="{10225287-A970-334C-96E6-BB42F39A3119}"/>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2" name="Straight Connector 521">
                  <a:extLst>
                    <a:ext uri="{FF2B5EF4-FFF2-40B4-BE49-F238E27FC236}">
                      <a16:creationId xmlns:a16="http://schemas.microsoft.com/office/drawing/2014/main" id="{585D3D77-62B9-C346-9D1A-8A3555BAADAA}"/>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92" name="Group 491">
              <a:extLst>
                <a:ext uri="{FF2B5EF4-FFF2-40B4-BE49-F238E27FC236}">
                  <a16:creationId xmlns:a16="http://schemas.microsoft.com/office/drawing/2014/main" id="{99C7DE0F-016E-FE40-A619-F6309459B199}"/>
                </a:ext>
              </a:extLst>
            </p:cNvPr>
            <p:cNvGrpSpPr/>
            <p:nvPr/>
          </p:nvGrpSpPr>
          <p:grpSpPr>
            <a:xfrm>
              <a:off x="9846130" y="3502221"/>
              <a:ext cx="571917" cy="607211"/>
              <a:chOff x="9846130" y="3502221"/>
              <a:chExt cx="571917" cy="607211"/>
            </a:xfrm>
          </p:grpSpPr>
          <p:sp>
            <p:nvSpPr>
              <p:cNvPr id="509" name="Freeform 917">
                <a:extLst>
                  <a:ext uri="{FF2B5EF4-FFF2-40B4-BE49-F238E27FC236}">
                    <a16:creationId xmlns:a16="http://schemas.microsoft.com/office/drawing/2014/main" id="{F61365F4-AF8A-7946-BAE2-C24405A00FD5}"/>
                  </a:ext>
                </a:extLst>
              </p:cNvPr>
              <p:cNvSpPr>
                <a:spLocks/>
              </p:cNvSpPr>
              <p:nvPr/>
            </p:nvSpPr>
            <p:spPr bwMode="auto">
              <a:xfrm>
                <a:off x="9904716" y="3925785"/>
                <a:ext cx="466702" cy="183647"/>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2676">
                    <a:moveTo>
                      <a:pt x="1334" y="12676"/>
                    </a:moveTo>
                    <a:lnTo>
                      <a:pt x="51" y="7461"/>
                    </a:lnTo>
                    <a:cubicBezTo>
                      <a:pt x="-117" y="4751"/>
                      <a:pt x="199" y="2710"/>
                      <a:pt x="30" y="0"/>
                    </a:cubicBezTo>
                    <a:lnTo>
                      <a:pt x="10000" y="6"/>
                    </a:lnTo>
                    <a:lnTo>
                      <a:pt x="1334" y="12676"/>
                    </a:lnTo>
                    <a:close/>
                  </a:path>
                </a:pathLst>
              </a:custGeom>
              <a:gradFill rotWithShape="1">
                <a:gsLst>
                  <a:gs pos="0">
                    <a:schemeClr val="bg1"/>
                  </a:gs>
                  <a:gs pos="99000">
                    <a:schemeClr val="bg1">
                      <a:lumMod val="75000"/>
                    </a:schemeClr>
                  </a:gs>
                </a:gsLst>
                <a:lin ang="0" scaled="1"/>
              </a:gradFill>
              <a:ln>
                <a:noFill/>
              </a:ln>
            </p:spPr>
            <p:txBody>
              <a:bodyPr/>
              <a:lstStyle/>
              <a:p>
                <a:pPr>
                  <a:defRPr/>
                </a:pPr>
                <a:endParaRPr lang="en-US" dirty="0">
                  <a:solidFill>
                    <a:prstClr val="black"/>
                  </a:solidFill>
                </a:endParaRPr>
              </a:p>
            </p:txBody>
          </p:sp>
          <p:grpSp>
            <p:nvGrpSpPr>
              <p:cNvPr id="510" name="Group 509">
                <a:extLst>
                  <a:ext uri="{FF2B5EF4-FFF2-40B4-BE49-F238E27FC236}">
                    <a16:creationId xmlns:a16="http://schemas.microsoft.com/office/drawing/2014/main" id="{B9D23B02-A16D-054E-9F56-ACE4882F9465}"/>
                  </a:ext>
                </a:extLst>
              </p:cNvPr>
              <p:cNvGrpSpPr/>
              <p:nvPr/>
            </p:nvGrpSpPr>
            <p:grpSpPr>
              <a:xfrm>
                <a:off x="9846130" y="3502221"/>
                <a:ext cx="571917" cy="461666"/>
                <a:chOff x="9980560" y="726571"/>
                <a:chExt cx="659732" cy="461666"/>
              </a:xfrm>
            </p:grpSpPr>
            <p:sp>
              <p:nvSpPr>
                <p:cNvPr id="511" name="Rectangle 228">
                  <a:extLst>
                    <a:ext uri="{FF2B5EF4-FFF2-40B4-BE49-F238E27FC236}">
                      <a16:creationId xmlns:a16="http://schemas.microsoft.com/office/drawing/2014/main" id="{D8196C66-5ACD-F440-9D67-38ED9AB1DBEC}"/>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2400" dirty="0">
                    <a:solidFill>
                      <a:prstClr val="black"/>
                    </a:solidFill>
                  </a:endParaRPr>
                </a:p>
              </p:txBody>
            </p:sp>
            <p:sp>
              <p:nvSpPr>
                <p:cNvPr id="512" name="Rectangle 229">
                  <a:extLst>
                    <a:ext uri="{FF2B5EF4-FFF2-40B4-BE49-F238E27FC236}">
                      <a16:creationId xmlns:a16="http://schemas.microsoft.com/office/drawing/2014/main" id="{E2A04A91-A7A2-844E-A202-E5174F201E33}"/>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2400" dirty="0">
                    <a:solidFill>
                      <a:prstClr val="black"/>
                    </a:solidFill>
                  </a:endParaRPr>
                </a:p>
              </p:txBody>
            </p:sp>
            <p:sp>
              <p:nvSpPr>
                <p:cNvPr id="513" name="Text Box 230">
                  <a:extLst>
                    <a:ext uri="{FF2B5EF4-FFF2-40B4-BE49-F238E27FC236}">
                      <a16:creationId xmlns:a16="http://schemas.microsoft.com/office/drawing/2014/main" id="{C660DE0E-7128-8A4E-8A4B-C829B6CB2B99}"/>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lgn="ctr">
                    <a:spcBef>
                      <a:spcPct val="0"/>
                    </a:spcBef>
                    <a:defRPr/>
                  </a:pPr>
                  <a:r>
                    <a:rPr lang="en-US" altLang="en-US" sz="800" dirty="0">
                      <a:solidFill>
                        <a:prstClr val="white"/>
                      </a:solidFill>
                      <a:latin typeface="Calibri" panose="020F0502020204030204"/>
                    </a:rPr>
                    <a:t>network</a:t>
                  </a:r>
                </a:p>
                <a:p>
                  <a:pPr algn="ctr">
                    <a:spcBef>
                      <a:spcPct val="0"/>
                    </a:spcBef>
                    <a:defRPr/>
                  </a:pPr>
                  <a:r>
                    <a:rPr lang="en-US" altLang="en-US" sz="800" dirty="0">
                      <a:solidFill>
                        <a:prstClr val="black"/>
                      </a:solidFill>
                      <a:latin typeface="Calibri" panose="020F0502020204030204"/>
                    </a:rPr>
                    <a:t>link</a:t>
                  </a:r>
                </a:p>
                <a:p>
                  <a:pPr algn="ctr">
                    <a:spcBef>
                      <a:spcPct val="0"/>
                    </a:spcBef>
                    <a:defRPr/>
                  </a:pPr>
                  <a:r>
                    <a:rPr lang="en-US" altLang="en-US" sz="800" dirty="0">
                      <a:solidFill>
                        <a:prstClr val="black"/>
                      </a:solidFill>
                      <a:latin typeface="Calibri" panose="020F0502020204030204"/>
                    </a:rPr>
                    <a:t>physical</a:t>
                  </a:r>
                  <a:endParaRPr lang="en-US" altLang="en-US" sz="2400" dirty="0">
                    <a:solidFill>
                      <a:prstClr val="black"/>
                    </a:solidFill>
                    <a:latin typeface="Calibri" panose="020F0502020204030204"/>
                  </a:endParaRPr>
                </a:p>
              </p:txBody>
            </p:sp>
            <p:cxnSp>
              <p:nvCxnSpPr>
                <p:cNvPr id="514" name="Straight Connector 513">
                  <a:extLst>
                    <a:ext uri="{FF2B5EF4-FFF2-40B4-BE49-F238E27FC236}">
                      <a16:creationId xmlns:a16="http://schemas.microsoft.com/office/drawing/2014/main" id="{18B24C5B-DDAD-664C-B7C8-511BEF3C883F}"/>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5" name="Straight Connector 514">
                  <a:extLst>
                    <a:ext uri="{FF2B5EF4-FFF2-40B4-BE49-F238E27FC236}">
                      <a16:creationId xmlns:a16="http://schemas.microsoft.com/office/drawing/2014/main" id="{D26F734D-CDBF-C940-BA08-558A6C9FC84B}"/>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93" name="Group 492">
              <a:extLst>
                <a:ext uri="{FF2B5EF4-FFF2-40B4-BE49-F238E27FC236}">
                  <a16:creationId xmlns:a16="http://schemas.microsoft.com/office/drawing/2014/main" id="{38FD6327-86A9-CE4D-9578-2AAEA1D9BB04}"/>
                </a:ext>
              </a:extLst>
            </p:cNvPr>
            <p:cNvGrpSpPr/>
            <p:nvPr/>
          </p:nvGrpSpPr>
          <p:grpSpPr>
            <a:xfrm>
              <a:off x="9554792" y="4299763"/>
              <a:ext cx="571917" cy="630904"/>
              <a:chOff x="9554792" y="4299763"/>
              <a:chExt cx="571917" cy="630904"/>
            </a:xfrm>
          </p:grpSpPr>
          <p:sp>
            <p:nvSpPr>
              <p:cNvPr id="502" name="Freeform 917">
                <a:extLst>
                  <a:ext uri="{FF2B5EF4-FFF2-40B4-BE49-F238E27FC236}">
                    <a16:creationId xmlns:a16="http://schemas.microsoft.com/office/drawing/2014/main" id="{1189185D-1F7C-B94E-B532-3E812D995744}"/>
                  </a:ext>
                </a:extLst>
              </p:cNvPr>
              <p:cNvSpPr>
                <a:spLocks/>
              </p:cNvSpPr>
              <p:nvPr/>
            </p:nvSpPr>
            <p:spPr bwMode="auto">
              <a:xfrm>
                <a:off x="9598301" y="4724405"/>
                <a:ext cx="466702" cy="20626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4237">
                    <a:moveTo>
                      <a:pt x="434" y="14237"/>
                    </a:moveTo>
                    <a:cubicBezTo>
                      <a:pt x="306" y="11978"/>
                      <a:pt x="179" y="9720"/>
                      <a:pt x="51" y="7461"/>
                    </a:cubicBezTo>
                    <a:cubicBezTo>
                      <a:pt x="-117" y="4751"/>
                      <a:pt x="199" y="2710"/>
                      <a:pt x="30" y="0"/>
                    </a:cubicBezTo>
                    <a:lnTo>
                      <a:pt x="10000" y="6"/>
                    </a:lnTo>
                    <a:lnTo>
                      <a:pt x="434" y="14237"/>
                    </a:lnTo>
                    <a:close/>
                  </a:path>
                </a:pathLst>
              </a:custGeom>
              <a:gradFill rotWithShape="1">
                <a:gsLst>
                  <a:gs pos="0">
                    <a:schemeClr val="bg1"/>
                  </a:gs>
                  <a:gs pos="99000">
                    <a:schemeClr val="bg1">
                      <a:lumMod val="75000"/>
                    </a:schemeClr>
                  </a:gs>
                </a:gsLst>
                <a:lin ang="0" scaled="1"/>
              </a:gradFill>
              <a:ln>
                <a:noFill/>
              </a:ln>
            </p:spPr>
            <p:txBody>
              <a:bodyPr/>
              <a:lstStyle/>
              <a:p>
                <a:pPr>
                  <a:defRPr/>
                </a:pPr>
                <a:endParaRPr lang="en-US" dirty="0">
                  <a:solidFill>
                    <a:prstClr val="black"/>
                  </a:solidFill>
                </a:endParaRPr>
              </a:p>
            </p:txBody>
          </p:sp>
          <p:grpSp>
            <p:nvGrpSpPr>
              <p:cNvPr id="503" name="Group 502">
                <a:extLst>
                  <a:ext uri="{FF2B5EF4-FFF2-40B4-BE49-F238E27FC236}">
                    <a16:creationId xmlns:a16="http://schemas.microsoft.com/office/drawing/2014/main" id="{B4CB1129-B032-C24F-981D-F17E21FDF808}"/>
                  </a:ext>
                </a:extLst>
              </p:cNvPr>
              <p:cNvGrpSpPr/>
              <p:nvPr/>
            </p:nvGrpSpPr>
            <p:grpSpPr>
              <a:xfrm>
                <a:off x="9554792" y="4299763"/>
                <a:ext cx="571917" cy="461666"/>
                <a:chOff x="9980560" y="726571"/>
                <a:chExt cx="659732" cy="461666"/>
              </a:xfrm>
            </p:grpSpPr>
            <p:sp>
              <p:nvSpPr>
                <p:cNvPr id="504" name="Rectangle 228">
                  <a:extLst>
                    <a:ext uri="{FF2B5EF4-FFF2-40B4-BE49-F238E27FC236}">
                      <a16:creationId xmlns:a16="http://schemas.microsoft.com/office/drawing/2014/main" id="{CCE0CE6B-4616-484D-A2D2-97A95D223C4E}"/>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2400" dirty="0">
                    <a:solidFill>
                      <a:prstClr val="black"/>
                    </a:solidFill>
                  </a:endParaRPr>
                </a:p>
              </p:txBody>
            </p:sp>
            <p:sp>
              <p:nvSpPr>
                <p:cNvPr id="505" name="Rectangle 229">
                  <a:extLst>
                    <a:ext uri="{FF2B5EF4-FFF2-40B4-BE49-F238E27FC236}">
                      <a16:creationId xmlns:a16="http://schemas.microsoft.com/office/drawing/2014/main" id="{D26DD102-7516-7941-AD70-9B37EC2BD556}"/>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2400" dirty="0">
                    <a:solidFill>
                      <a:prstClr val="black"/>
                    </a:solidFill>
                  </a:endParaRPr>
                </a:p>
              </p:txBody>
            </p:sp>
            <p:sp>
              <p:nvSpPr>
                <p:cNvPr id="506" name="Text Box 230">
                  <a:extLst>
                    <a:ext uri="{FF2B5EF4-FFF2-40B4-BE49-F238E27FC236}">
                      <a16:creationId xmlns:a16="http://schemas.microsoft.com/office/drawing/2014/main" id="{1F958F41-1C91-3742-8E5E-D63C7ABC69E6}"/>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lgn="ctr">
                    <a:spcBef>
                      <a:spcPct val="0"/>
                    </a:spcBef>
                    <a:defRPr/>
                  </a:pPr>
                  <a:r>
                    <a:rPr lang="en-US" altLang="en-US" sz="800" dirty="0">
                      <a:solidFill>
                        <a:prstClr val="white"/>
                      </a:solidFill>
                      <a:latin typeface="Calibri" panose="020F0502020204030204"/>
                    </a:rPr>
                    <a:t>network</a:t>
                  </a:r>
                </a:p>
                <a:p>
                  <a:pPr algn="ctr">
                    <a:spcBef>
                      <a:spcPct val="0"/>
                    </a:spcBef>
                    <a:defRPr/>
                  </a:pPr>
                  <a:r>
                    <a:rPr lang="en-US" altLang="en-US" sz="800" dirty="0">
                      <a:solidFill>
                        <a:prstClr val="black"/>
                      </a:solidFill>
                      <a:latin typeface="Calibri" panose="020F0502020204030204"/>
                    </a:rPr>
                    <a:t>link</a:t>
                  </a:r>
                </a:p>
                <a:p>
                  <a:pPr algn="ctr">
                    <a:spcBef>
                      <a:spcPct val="0"/>
                    </a:spcBef>
                    <a:defRPr/>
                  </a:pPr>
                  <a:r>
                    <a:rPr lang="en-US" altLang="en-US" sz="800" dirty="0">
                      <a:solidFill>
                        <a:prstClr val="black"/>
                      </a:solidFill>
                      <a:latin typeface="Calibri" panose="020F0502020204030204"/>
                    </a:rPr>
                    <a:t>physical</a:t>
                  </a:r>
                  <a:endParaRPr lang="en-US" altLang="en-US" sz="2400" dirty="0">
                    <a:solidFill>
                      <a:prstClr val="black"/>
                    </a:solidFill>
                    <a:latin typeface="Calibri" panose="020F0502020204030204"/>
                  </a:endParaRPr>
                </a:p>
              </p:txBody>
            </p:sp>
            <p:cxnSp>
              <p:nvCxnSpPr>
                <p:cNvPr id="507" name="Straight Connector 506">
                  <a:extLst>
                    <a:ext uri="{FF2B5EF4-FFF2-40B4-BE49-F238E27FC236}">
                      <a16:creationId xmlns:a16="http://schemas.microsoft.com/office/drawing/2014/main" id="{65CAD0DA-ECB6-FF46-8BF8-7B4132226870}"/>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8" name="Straight Connector 507">
                  <a:extLst>
                    <a:ext uri="{FF2B5EF4-FFF2-40B4-BE49-F238E27FC236}">
                      <a16:creationId xmlns:a16="http://schemas.microsoft.com/office/drawing/2014/main" id="{C7CD87E0-C83F-0F48-9FE9-45EF45C8B51C}"/>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94" name="Group 493">
              <a:extLst>
                <a:ext uri="{FF2B5EF4-FFF2-40B4-BE49-F238E27FC236}">
                  <a16:creationId xmlns:a16="http://schemas.microsoft.com/office/drawing/2014/main" id="{017CCCDD-4C17-AD45-9653-B55DDD72AFD2}"/>
                </a:ext>
              </a:extLst>
            </p:cNvPr>
            <p:cNvGrpSpPr/>
            <p:nvPr/>
          </p:nvGrpSpPr>
          <p:grpSpPr>
            <a:xfrm>
              <a:off x="10153753" y="4577638"/>
              <a:ext cx="628869" cy="576513"/>
              <a:chOff x="10153753" y="4577638"/>
              <a:chExt cx="628869" cy="576513"/>
            </a:xfrm>
          </p:grpSpPr>
          <p:sp>
            <p:nvSpPr>
              <p:cNvPr id="495" name="Freeform 917">
                <a:extLst>
                  <a:ext uri="{FF2B5EF4-FFF2-40B4-BE49-F238E27FC236}">
                    <a16:creationId xmlns:a16="http://schemas.microsoft.com/office/drawing/2014/main" id="{97591357-9173-9047-99D7-EEF6AA2E91BE}"/>
                  </a:ext>
                </a:extLst>
              </p:cNvPr>
              <p:cNvSpPr>
                <a:spLocks/>
              </p:cNvSpPr>
              <p:nvPr/>
            </p:nvSpPr>
            <p:spPr bwMode="auto">
              <a:xfrm>
                <a:off x="10153753" y="5002899"/>
                <a:ext cx="590332" cy="15125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 name="connsiteX0" fmla="*/ 434 w 12908"/>
                  <a:gd name="connsiteY0" fmla="*/ 14237 h 14237"/>
                  <a:gd name="connsiteX1" fmla="*/ 51 w 12908"/>
                  <a:gd name="connsiteY1" fmla="*/ 7461 h 14237"/>
                  <a:gd name="connsiteX2" fmla="*/ 30 w 12908"/>
                  <a:gd name="connsiteY2" fmla="*/ 0 h 14237"/>
                  <a:gd name="connsiteX3" fmla="*/ 12908 w 12908"/>
                  <a:gd name="connsiteY3" fmla="*/ 3797 h 14237"/>
                  <a:gd name="connsiteX4" fmla="*/ 434 w 12908"/>
                  <a:gd name="connsiteY4" fmla="*/ 14237 h 14237"/>
                  <a:gd name="connsiteX0" fmla="*/ 391 w 12865"/>
                  <a:gd name="connsiteY0" fmla="*/ 10892 h 10892"/>
                  <a:gd name="connsiteX1" fmla="*/ 8 w 12865"/>
                  <a:gd name="connsiteY1" fmla="*/ 4116 h 10892"/>
                  <a:gd name="connsiteX2" fmla="*/ 2479 w 12865"/>
                  <a:gd name="connsiteY2" fmla="*/ 0 h 10892"/>
                  <a:gd name="connsiteX3" fmla="*/ 12865 w 12865"/>
                  <a:gd name="connsiteY3" fmla="*/ 452 h 10892"/>
                  <a:gd name="connsiteX4" fmla="*/ 391 w 12865"/>
                  <a:gd name="connsiteY4" fmla="*/ 10892 h 10892"/>
                  <a:gd name="connsiteX0" fmla="*/ 183 w 12657"/>
                  <a:gd name="connsiteY0" fmla="*/ 10892 h 10892"/>
                  <a:gd name="connsiteX1" fmla="*/ 8 w 12657"/>
                  <a:gd name="connsiteY1" fmla="*/ 7238 h 10892"/>
                  <a:gd name="connsiteX2" fmla="*/ 2271 w 12657"/>
                  <a:gd name="connsiteY2" fmla="*/ 0 h 10892"/>
                  <a:gd name="connsiteX3" fmla="*/ 12657 w 12657"/>
                  <a:gd name="connsiteY3" fmla="*/ 452 h 10892"/>
                  <a:gd name="connsiteX4" fmla="*/ 183 w 12657"/>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440 h 10440"/>
                  <a:gd name="connsiteX1" fmla="*/ 0 w 12649"/>
                  <a:gd name="connsiteY1" fmla="*/ 6786 h 10440"/>
                  <a:gd name="connsiteX2" fmla="*/ 2263 w 12649"/>
                  <a:gd name="connsiteY2" fmla="*/ 217 h 10440"/>
                  <a:gd name="connsiteX3" fmla="*/ 12649 w 12649"/>
                  <a:gd name="connsiteY3" fmla="*/ 0 h 10440"/>
                  <a:gd name="connsiteX4" fmla="*/ 175 w 12649"/>
                  <a:gd name="connsiteY4" fmla="*/ 10440 h 10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9" h="10440">
                    <a:moveTo>
                      <a:pt x="175" y="10440"/>
                    </a:moveTo>
                    <a:cubicBezTo>
                      <a:pt x="47" y="8181"/>
                      <a:pt x="128" y="9045"/>
                      <a:pt x="0" y="6786"/>
                    </a:cubicBezTo>
                    <a:cubicBezTo>
                      <a:pt x="1563" y="2515"/>
                      <a:pt x="1463" y="3373"/>
                      <a:pt x="2263" y="217"/>
                    </a:cubicBezTo>
                    <a:lnTo>
                      <a:pt x="12649" y="0"/>
                    </a:lnTo>
                    <a:lnTo>
                      <a:pt x="175" y="10440"/>
                    </a:lnTo>
                    <a:close/>
                  </a:path>
                </a:pathLst>
              </a:custGeom>
              <a:gradFill rotWithShape="1">
                <a:gsLst>
                  <a:gs pos="0">
                    <a:schemeClr val="bg1"/>
                  </a:gs>
                  <a:gs pos="99000">
                    <a:schemeClr val="bg1">
                      <a:lumMod val="75000"/>
                    </a:schemeClr>
                  </a:gs>
                </a:gsLst>
                <a:lin ang="0" scaled="1"/>
              </a:gradFill>
              <a:ln>
                <a:noFill/>
              </a:ln>
            </p:spPr>
            <p:txBody>
              <a:bodyPr/>
              <a:lstStyle/>
              <a:p>
                <a:pPr>
                  <a:defRPr/>
                </a:pPr>
                <a:endParaRPr lang="en-US" dirty="0">
                  <a:solidFill>
                    <a:prstClr val="black"/>
                  </a:solidFill>
                </a:endParaRPr>
              </a:p>
            </p:txBody>
          </p:sp>
          <p:grpSp>
            <p:nvGrpSpPr>
              <p:cNvPr id="496" name="Group 495">
                <a:extLst>
                  <a:ext uri="{FF2B5EF4-FFF2-40B4-BE49-F238E27FC236}">
                    <a16:creationId xmlns:a16="http://schemas.microsoft.com/office/drawing/2014/main" id="{8B40CC4E-61E1-7147-B950-B5A9495E9B83}"/>
                  </a:ext>
                </a:extLst>
              </p:cNvPr>
              <p:cNvGrpSpPr/>
              <p:nvPr/>
            </p:nvGrpSpPr>
            <p:grpSpPr>
              <a:xfrm>
                <a:off x="10210705" y="4577638"/>
                <a:ext cx="571917" cy="461666"/>
                <a:chOff x="9980560" y="726571"/>
                <a:chExt cx="659732" cy="461666"/>
              </a:xfrm>
            </p:grpSpPr>
            <p:sp>
              <p:nvSpPr>
                <p:cNvPr id="497" name="Rectangle 228">
                  <a:extLst>
                    <a:ext uri="{FF2B5EF4-FFF2-40B4-BE49-F238E27FC236}">
                      <a16:creationId xmlns:a16="http://schemas.microsoft.com/office/drawing/2014/main" id="{D2D44BCA-E28A-FA41-AF35-848ECEF07019}"/>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2400" dirty="0">
                    <a:solidFill>
                      <a:prstClr val="black"/>
                    </a:solidFill>
                  </a:endParaRPr>
                </a:p>
              </p:txBody>
            </p:sp>
            <p:sp>
              <p:nvSpPr>
                <p:cNvPr id="498" name="Rectangle 229">
                  <a:extLst>
                    <a:ext uri="{FF2B5EF4-FFF2-40B4-BE49-F238E27FC236}">
                      <a16:creationId xmlns:a16="http://schemas.microsoft.com/office/drawing/2014/main" id="{D389761B-E426-DB42-85C3-D511639FC06E}"/>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defRPr/>
                  </a:pPr>
                  <a:endParaRPr lang="en-US" altLang="en-US" sz="2400" dirty="0">
                    <a:solidFill>
                      <a:prstClr val="black"/>
                    </a:solidFill>
                  </a:endParaRPr>
                </a:p>
              </p:txBody>
            </p:sp>
            <p:sp>
              <p:nvSpPr>
                <p:cNvPr id="499" name="Text Box 230">
                  <a:extLst>
                    <a:ext uri="{FF2B5EF4-FFF2-40B4-BE49-F238E27FC236}">
                      <a16:creationId xmlns:a16="http://schemas.microsoft.com/office/drawing/2014/main" id="{3DB5EBC6-C337-BB4C-B251-28D5B838EF69}"/>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algn="ctr">
                    <a:spcBef>
                      <a:spcPct val="0"/>
                    </a:spcBef>
                    <a:defRPr/>
                  </a:pPr>
                  <a:r>
                    <a:rPr lang="en-US" altLang="en-US" sz="800" dirty="0">
                      <a:solidFill>
                        <a:prstClr val="white"/>
                      </a:solidFill>
                      <a:latin typeface="Calibri" panose="020F0502020204030204"/>
                    </a:rPr>
                    <a:t>network</a:t>
                  </a:r>
                </a:p>
                <a:p>
                  <a:pPr algn="ctr">
                    <a:spcBef>
                      <a:spcPct val="0"/>
                    </a:spcBef>
                    <a:defRPr/>
                  </a:pPr>
                  <a:r>
                    <a:rPr lang="en-US" altLang="en-US" sz="800" dirty="0">
                      <a:solidFill>
                        <a:prstClr val="black"/>
                      </a:solidFill>
                      <a:latin typeface="Calibri" panose="020F0502020204030204"/>
                    </a:rPr>
                    <a:t>link</a:t>
                  </a:r>
                </a:p>
                <a:p>
                  <a:pPr algn="ctr">
                    <a:spcBef>
                      <a:spcPct val="0"/>
                    </a:spcBef>
                    <a:defRPr/>
                  </a:pPr>
                  <a:r>
                    <a:rPr lang="en-US" altLang="en-US" sz="800" dirty="0">
                      <a:solidFill>
                        <a:prstClr val="black"/>
                      </a:solidFill>
                      <a:latin typeface="Calibri" panose="020F0502020204030204"/>
                    </a:rPr>
                    <a:t>physical</a:t>
                  </a:r>
                  <a:endParaRPr lang="en-US" altLang="en-US" sz="2400" dirty="0">
                    <a:solidFill>
                      <a:prstClr val="black"/>
                    </a:solidFill>
                    <a:latin typeface="Calibri" panose="020F0502020204030204"/>
                  </a:endParaRPr>
                </a:p>
              </p:txBody>
            </p:sp>
            <p:cxnSp>
              <p:nvCxnSpPr>
                <p:cNvPr id="500" name="Straight Connector 499">
                  <a:extLst>
                    <a:ext uri="{FF2B5EF4-FFF2-40B4-BE49-F238E27FC236}">
                      <a16:creationId xmlns:a16="http://schemas.microsoft.com/office/drawing/2014/main" id="{8479EDDB-D000-FE4F-B1BE-1440681E30EE}"/>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4B266B2A-3BB6-1B4F-AFEF-AAB669208BEF}"/>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530" name="Group 529">
            <a:extLst>
              <a:ext uri="{FF2B5EF4-FFF2-40B4-BE49-F238E27FC236}">
                <a16:creationId xmlns:a16="http://schemas.microsoft.com/office/drawing/2014/main" id="{0E5911E9-912E-A74C-9314-F819FE0F68F9}"/>
              </a:ext>
            </a:extLst>
          </p:cNvPr>
          <p:cNvGrpSpPr/>
          <p:nvPr/>
        </p:nvGrpSpPr>
        <p:grpSpPr>
          <a:xfrm>
            <a:off x="9857298" y="4503289"/>
            <a:ext cx="393760" cy="218578"/>
            <a:chOff x="7493876" y="2774731"/>
            <a:chExt cx="1481958" cy="894622"/>
          </a:xfrm>
        </p:grpSpPr>
        <p:sp>
          <p:nvSpPr>
            <p:cNvPr id="531" name="Freeform 530">
              <a:extLst>
                <a:ext uri="{FF2B5EF4-FFF2-40B4-BE49-F238E27FC236}">
                  <a16:creationId xmlns:a16="http://schemas.microsoft.com/office/drawing/2014/main" id="{607075C2-B6C5-9040-B4CF-2B70E9105E8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sp>
          <p:nvSpPr>
            <p:cNvPr id="532" name="Oval 531">
              <a:extLst>
                <a:ext uri="{FF2B5EF4-FFF2-40B4-BE49-F238E27FC236}">
                  <a16:creationId xmlns:a16="http://schemas.microsoft.com/office/drawing/2014/main" id="{E1345A0C-4A4C-F641-BBD0-7933F8056C0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dirty="0">
                  <a:solidFill>
                    <a:prstClr val="white"/>
                  </a:solidFill>
                </a:rPr>
                <a:t>              </a:t>
              </a:r>
            </a:p>
          </p:txBody>
        </p:sp>
        <p:grpSp>
          <p:nvGrpSpPr>
            <p:cNvPr id="533" name="Group 532">
              <a:extLst>
                <a:ext uri="{FF2B5EF4-FFF2-40B4-BE49-F238E27FC236}">
                  <a16:creationId xmlns:a16="http://schemas.microsoft.com/office/drawing/2014/main" id="{31C7191D-3480-654D-965C-3B4C97B7A45C}"/>
                </a:ext>
              </a:extLst>
            </p:cNvPr>
            <p:cNvGrpSpPr/>
            <p:nvPr/>
          </p:nvGrpSpPr>
          <p:grpSpPr>
            <a:xfrm>
              <a:off x="7713663" y="2848339"/>
              <a:ext cx="1042107" cy="425543"/>
              <a:chOff x="7786941" y="2884917"/>
              <a:chExt cx="897649" cy="353919"/>
            </a:xfrm>
          </p:grpSpPr>
          <p:sp>
            <p:nvSpPr>
              <p:cNvPr id="534" name="Freeform 533">
                <a:extLst>
                  <a:ext uri="{FF2B5EF4-FFF2-40B4-BE49-F238E27FC236}">
                    <a16:creationId xmlns:a16="http://schemas.microsoft.com/office/drawing/2014/main" id="{EE001FF1-F9D3-0947-96F9-2AF2D9DFCA0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535" name="Freeform 534">
                <a:extLst>
                  <a:ext uri="{FF2B5EF4-FFF2-40B4-BE49-F238E27FC236}">
                    <a16:creationId xmlns:a16="http://schemas.microsoft.com/office/drawing/2014/main" id="{45E8ED17-9799-6442-8FBA-D34F88BCECB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536" name="Freeform 535">
                <a:extLst>
                  <a:ext uri="{FF2B5EF4-FFF2-40B4-BE49-F238E27FC236}">
                    <a16:creationId xmlns:a16="http://schemas.microsoft.com/office/drawing/2014/main" id="{F65478EB-2F48-3744-B46F-1455A255339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537" name="Freeform 536">
                <a:extLst>
                  <a:ext uri="{FF2B5EF4-FFF2-40B4-BE49-F238E27FC236}">
                    <a16:creationId xmlns:a16="http://schemas.microsoft.com/office/drawing/2014/main" id="{1EEBD73D-ED6E-D444-91D9-C7EA735BBFE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grpSp>
      </p:grpSp>
      <p:sp>
        <p:nvSpPr>
          <p:cNvPr id="538" name="Freeform 537">
            <a:extLst>
              <a:ext uri="{FF2B5EF4-FFF2-40B4-BE49-F238E27FC236}">
                <a16:creationId xmlns:a16="http://schemas.microsoft.com/office/drawing/2014/main" id="{431F7FF5-7027-894E-929D-18B244822EFA}"/>
              </a:ext>
            </a:extLst>
          </p:cNvPr>
          <p:cNvSpPr/>
          <p:nvPr/>
        </p:nvSpPr>
        <p:spPr>
          <a:xfrm>
            <a:off x="7362436" y="2627566"/>
            <a:ext cx="3064097" cy="2683755"/>
          </a:xfrm>
          <a:custGeom>
            <a:avLst/>
            <a:gdLst>
              <a:gd name="connsiteX0" fmla="*/ 0 w 2769704"/>
              <a:gd name="connsiteY0" fmla="*/ 0 h 2637182"/>
              <a:gd name="connsiteX1" fmla="*/ 980661 w 2769704"/>
              <a:gd name="connsiteY1" fmla="*/ 1007165 h 2637182"/>
              <a:gd name="connsiteX2" fmla="*/ 2014330 w 2769704"/>
              <a:gd name="connsiteY2" fmla="*/ 993913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621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998374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753026 w 2769704"/>
              <a:gd name="connsiteY5" fmla="*/ 2050143 h 2637182"/>
              <a:gd name="connsiteX6" fmla="*/ 2769704 w 2769704"/>
              <a:gd name="connsiteY6" fmla="*/ 2637182 h 2637182"/>
              <a:gd name="connsiteX0" fmla="*/ 0 w 2753026"/>
              <a:gd name="connsiteY0" fmla="*/ 0 h 2628261"/>
              <a:gd name="connsiteX1" fmla="*/ 980661 w 2753026"/>
              <a:gd name="connsiteY1" fmla="*/ 1007165 h 2628261"/>
              <a:gd name="connsiteX2" fmla="*/ 2014330 w 2753026"/>
              <a:gd name="connsiteY2" fmla="*/ 1011756 h 2628261"/>
              <a:gd name="connsiteX3" fmla="*/ 2478156 w 2753026"/>
              <a:gd name="connsiteY3" fmla="*/ 1007165 h 2628261"/>
              <a:gd name="connsiteX4" fmla="*/ 2054087 w 2753026"/>
              <a:gd name="connsiteY4" fmla="*/ 1709530 h 2628261"/>
              <a:gd name="connsiteX5" fmla="*/ 2753026 w 2753026"/>
              <a:gd name="connsiteY5" fmla="*/ 2050143 h 2628261"/>
              <a:gd name="connsiteX6" fmla="*/ 2742942 w 2753026"/>
              <a:gd name="connsiteY6" fmla="*/ 2628261 h 2628261"/>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4 w 2760784"/>
              <a:gd name="connsiteY6" fmla="*/ 2820062 h 2820062"/>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3 w 2760784"/>
              <a:gd name="connsiteY6" fmla="*/ 2639768 h 2820062"/>
              <a:gd name="connsiteX7" fmla="*/ 2760784 w 2760784"/>
              <a:gd name="connsiteY7" fmla="*/ 2820062 h 2820062"/>
              <a:gd name="connsiteX0" fmla="*/ 0 w 3188991"/>
              <a:gd name="connsiteY0" fmla="*/ 0 h 2681787"/>
              <a:gd name="connsiteX1" fmla="*/ 980661 w 3188991"/>
              <a:gd name="connsiteY1" fmla="*/ 1007165 h 2681787"/>
              <a:gd name="connsiteX2" fmla="*/ 2014330 w 3188991"/>
              <a:gd name="connsiteY2" fmla="*/ 1011756 h 2681787"/>
              <a:gd name="connsiteX3" fmla="*/ 2478156 w 3188991"/>
              <a:gd name="connsiteY3" fmla="*/ 1007165 h 2681787"/>
              <a:gd name="connsiteX4" fmla="*/ 2054087 w 3188991"/>
              <a:gd name="connsiteY4" fmla="*/ 1709530 h 2681787"/>
              <a:gd name="connsiteX5" fmla="*/ 2753026 w 3188991"/>
              <a:gd name="connsiteY5" fmla="*/ 2050143 h 2681787"/>
              <a:gd name="connsiteX6" fmla="*/ 2760783 w 3188991"/>
              <a:gd name="connsiteY6" fmla="*/ 2639768 h 2681787"/>
              <a:gd name="connsiteX7" fmla="*/ 3188991 w 3188991"/>
              <a:gd name="connsiteY7" fmla="*/ 2681787 h 2681787"/>
              <a:gd name="connsiteX0" fmla="*/ 0 w 3188991"/>
              <a:gd name="connsiteY0" fmla="*/ 0 h 2691285"/>
              <a:gd name="connsiteX1" fmla="*/ 980661 w 3188991"/>
              <a:gd name="connsiteY1" fmla="*/ 1007165 h 2691285"/>
              <a:gd name="connsiteX2" fmla="*/ 2014330 w 3188991"/>
              <a:gd name="connsiteY2" fmla="*/ 1011756 h 2691285"/>
              <a:gd name="connsiteX3" fmla="*/ 2478156 w 3188991"/>
              <a:gd name="connsiteY3" fmla="*/ 1007165 h 2691285"/>
              <a:gd name="connsiteX4" fmla="*/ 2054087 w 3188991"/>
              <a:gd name="connsiteY4" fmla="*/ 1709530 h 2691285"/>
              <a:gd name="connsiteX5" fmla="*/ 2753026 w 3188991"/>
              <a:gd name="connsiteY5" fmla="*/ 2050143 h 2691285"/>
              <a:gd name="connsiteX6" fmla="*/ 2760783 w 3188991"/>
              <a:gd name="connsiteY6" fmla="*/ 2639768 h 2691285"/>
              <a:gd name="connsiteX7" fmla="*/ 3188991 w 3188991"/>
              <a:gd name="connsiteY7" fmla="*/ 2681787 h 2691285"/>
              <a:gd name="connsiteX0" fmla="*/ 0 w 3188991"/>
              <a:gd name="connsiteY0" fmla="*/ 0 h 2700394"/>
              <a:gd name="connsiteX1" fmla="*/ 980661 w 3188991"/>
              <a:gd name="connsiteY1" fmla="*/ 1007165 h 2700394"/>
              <a:gd name="connsiteX2" fmla="*/ 2014330 w 3188991"/>
              <a:gd name="connsiteY2" fmla="*/ 1011756 h 2700394"/>
              <a:gd name="connsiteX3" fmla="*/ 2478156 w 3188991"/>
              <a:gd name="connsiteY3" fmla="*/ 1007165 h 2700394"/>
              <a:gd name="connsiteX4" fmla="*/ 2054087 w 3188991"/>
              <a:gd name="connsiteY4" fmla="*/ 1709530 h 2700394"/>
              <a:gd name="connsiteX5" fmla="*/ 2753026 w 3188991"/>
              <a:gd name="connsiteY5" fmla="*/ 2050143 h 2700394"/>
              <a:gd name="connsiteX6" fmla="*/ 2765243 w 3188991"/>
              <a:gd name="connsiteY6" fmla="*/ 2662071 h 2700394"/>
              <a:gd name="connsiteX7" fmla="*/ 3188991 w 3188991"/>
              <a:gd name="connsiteY7" fmla="*/ 2681787 h 2700394"/>
              <a:gd name="connsiteX0" fmla="*/ 0 w 3188991"/>
              <a:gd name="connsiteY0" fmla="*/ 0 h 2686921"/>
              <a:gd name="connsiteX1" fmla="*/ 980661 w 3188991"/>
              <a:gd name="connsiteY1" fmla="*/ 1007165 h 2686921"/>
              <a:gd name="connsiteX2" fmla="*/ 2014330 w 3188991"/>
              <a:gd name="connsiteY2" fmla="*/ 1011756 h 2686921"/>
              <a:gd name="connsiteX3" fmla="*/ 2478156 w 3188991"/>
              <a:gd name="connsiteY3" fmla="*/ 1007165 h 2686921"/>
              <a:gd name="connsiteX4" fmla="*/ 2054087 w 3188991"/>
              <a:gd name="connsiteY4" fmla="*/ 1709530 h 2686921"/>
              <a:gd name="connsiteX5" fmla="*/ 2753026 w 3188991"/>
              <a:gd name="connsiteY5" fmla="*/ 2050143 h 2686921"/>
              <a:gd name="connsiteX6" fmla="*/ 2765243 w 3188991"/>
              <a:gd name="connsiteY6" fmla="*/ 2662071 h 2686921"/>
              <a:gd name="connsiteX7" fmla="*/ 3188991 w 3188991"/>
              <a:gd name="connsiteY7" fmla="*/ 2681787 h 2686921"/>
              <a:gd name="connsiteX0" fmla="*/ 0 w 3188991"/>
              <a:gd name="connsiteY0" fmla="*/ 0 h 2689619"/>
              <a:gd name="connsiteX1" fmla="*/ 980661 w 3188991"/>
              <a:gd name="connsiteY1" fmla="*/ 1007165 h 2689619"/>
              <a:gd name="connsiteX2" fmla="*/ 2014330 w 3188991"/>
              <a:gd name="connsiteY2" fmla="*/ 1011756 h 2689619"/>
              <a:gd name="connsiteX3" fmla="*/ 2478156 w 3188991"/>
              <a:gd name="connsiteY3" fmla="*/ 1007165 h 2689619"/>
              <a:gd name="connsiteX4" fmla="*/ 2054087 w 3188991"/>
              <a:gd name="connsiteY4" fmla="*/ 1709530 h 2689619"/>
              <a:gd name="connsiteX5" fmla="*/ 2753026 w 3188991"/>
              <a:gd name="connsiteY5" fmla="*/ 2050143 h 2689619"/>
              <a:gd name="connsiteX6" fmla="*/ 2769703 w 3188991"/>
              <a:gd name="connsiteY6" fmla="*/ 2675452 h 2689619"/>
              <a:gd name="connsiteX7" fmla="*/ 3188991 w 3188991"/>
              <a:gd name="connsiteY7" fmla="*/ 2681787 h 2689619"/>
              <a:gd name="connsiteX0" fmla="*/ 0 w 3188991"/>
              <a:gd name="connsiteY0" fmla="*/ 0 h 2681967"/>
              <a:gd name="connsiteX1" fmla="*/ 980661 w 3188991"/>
              <a:gd name="connsiteY1" fmla="*/ 1007165 h 2681967"/>
              <a:gd name="connsiteX2" fmla="*/ 2014330 w 3188991"/>
              <a:gd name="connsiteY2" fmla="*/ 1011756 h 2681967"/>
              <a:gd name="connsiteX3" fmla="*/ 2478156 w 3188991"/>
              <a:gd name="connsiteY3" fmla="*/ 1007165 h 2681967"/>
              <a:gd name="connsiteX4" fmla="*/ 2054087 w 3188991"/>
              <a:gd name="connsiteY4" fmla="*/ 1709530 h 2681967"/>
              <a:gd name="connsiteX5" fmla="*/ 2753026 w 3188991"/>
              <a:gd name="connsiteY5" fmla="*/ 2050143 h 2681967"/>
              <a:gd name="connsiteX6" fmla="*/ 2769703 w 3188991"/>
              <a:gd name="connsiteY6" fmla="*/ 2675452 h 2681967"/>
              <a:gd name="connsiteX7" fmla="*/ 3188991 w 3188991"/>
              <a:gd name="connsiteY7" fmla="*/ 2681787 h 2681967"/>
              <a:gd name="connsiteX0" fmla="*/ 0 w 3188991"/>
              <a:gd name="connsiteY0" fmla="*/ 0 h 2687647"/>
              <a:gd name="connsiteX1" fmla="*/ 980661 w 3188991"/>
              <a:gd name="connsiteY1" fmla="*/ 1007165 h 2687647"/>
              <a:gd name="connsiteX2" fmla="*/ 2014330 w 3188991"/>
              <a:gd name="connsiteY2" fmla="*/ 1011756 h 2687647"/>
              <a:gd name="connsiteX3" fmla="*/ 2478156 w 3188991"/>
              <a:gd name="connsiteY3" fmla="*/ 1007165 h 2687647"/>
              <a:gd name="connsiteX4" fmla="*/ 2054087 w 3188991"/>
              <a:gd name="connsiteY4" fmla="*/ 1709530 h 2687647"/>
              <a:gd name="connsiteX5" fmla="*/ 2753026 w 3188991"/>
              <a:gd name="connsiteY5" fmla="*/ 2050143 h 2687647"/>
              <a:gd name="connsiteX6" fmla="*/ 2769703 w 3188991"/>
              <a:gd name="connsiteY6" fmla="*/ 2675452 h 2687647"/>
              <a:gd name="connsiteX7" fmla="*/ 3188991 w 3188991"/>
              <a:gd name="connsiteY7" fmla="*/ 2681787 h 2687647"/>
              <a:gd name="connsiteX0" fmla="*/ 0 w 3064097"/>
              <a:gd name="connsiteY0" fmla="*/ 0 h 2687647"/>
              <a:gd name="connsiteX1" fmla="*/ 980661 w 3064097"/>
              <a:gd name="connsiteY1" fmla="*/ 1007165 h 2687647"/>
              <a:gd name="connsiteX2" fmla="*/ 2014330 w 3064097"/>
              <a:gd name="connsiteY2" fmla="*/ 1011756 h 2687647"/>
              <a:gd name="connsiteX3" fmla="*/ 2478156 w 3064097"/>
              <a:gd name="connsiteY3" fmla="*/ 1007165 h 2687647"/>
              <a:gd name="connsiteX4" fmla="*/ 2054087 w 3064097"/>
              <a:gd name="connsiteY4" fmla="*/ 1709530 h 2687647"/>
              <a:gd name="connsiteX5" fmla="*/ 2753026 w 3064097"/>
              <a:gd name="connsiteY5" fmla="*/ 2050143 h 2687647"/>
              <a:gd name="connsiteX6" fmla="*/ 2769703 w 3064097"/>
              <a:gd name="connsiteY6" fmla="*/ 2675452 h 2687647"/>
              <a:gd name="connsiteX7" fmla="*/ 3064097 w 3064097"/>
              <a:gd name="connsiteY7" fmla="*/ 2681787 h 2687647"/>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64097" h="2683755">
                <a:moveTo>
                  <a:pt x="0" y="0"/>
                </a:moveTo>
                <a:lnTo>
                  <a:pt x="980661" y="1007165"/>
                </a:lnTo>
                <a:lnTo>
                  <a:pt x="2014330" y="1011756"/>
                </a:lnTo>
                <a:lnTo>
                  <a:pt x="2478156" y="1007165"/>
                </a:lnTo>
                <a:lnTo>
                  <a:pt x="2054087" y="1709530"/>
                </a:lnTo>
                <a:lnTo>
                  <a:pt x="2753026" y="2050143"/>
                </a:lnTo>
                <a:lnTo>
                  <a:pt x="2769703" y="2675452"/>
                </a:lnTo>
                <a:cubicBezTo>
                  <a:pt x="2903519" y="2686485"/>
                  <a:pt x="2930284" y="2684136"/>
                  <a:pt x="3064097" y="2681787"/>
                </a:cubicBezTo>
              </a:path>
            </a:pathLst>
          </a:custGeom>
          <a:noFill/>
          <a:ln w="31750">
            <a:solidFill>
              <a:srgbClr val="C0000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prstClr val="white"/>
              </a:solidFill>
            </a:endParaRPr>
          </a:p>
        </p:txBody>
      </p:sp>
      <p:sp>
        <p:nvSpPr>
          <p:cNvPr id="546" name="Slide Number Placeholder 4">
            <a:extLst>
              <a:ext uri="{FF2B5EF4-FFF2-40B4-BE49-F238E27FC236}">
                <a16:creationId xmlns:a16="http://schemas.microsoft.com/office/drawing/2014/main" id="{5DC8F37A-7230-5148-88D9-265AE5AD394E}"/>
              </a:ext>
            </a:extLst>
          </p:cNvPr>
          <p:cNvSpPr>
            <a:spLocks noGrp="1"/>
          </p:cNvSpPr>
          <p:nvPr>
            <p:ph type="sldNum" sz="quarter" idx="4"/>
          </p:nvPr>
        </p:nvSpPr>
        <p:spPr>
          <a:xfrm>
            <a:off x="9219616" y="6443089"/>
            <a:ext cx="2743200" cy="365125"/>
          </a:xfrm>
        </p:spPr>
        <p:txBody>
          <a:bodyPr/>
          <a:lstStyle/>
          <a:p>
            <a:pPr>
              <a:defRPr/>
            </a:pPr>
            <a:r>
              <a:rPr lang="en-US" dirty="0">
                <a:solidFill>
                  <a:prstClr val="white">
                    <a:lumMod val="50000"/>
                  </a:prstClr>
                </a:solidFill>
              </a:rPr>
              <a:t>Network Layer: 5-</a:t>
            </a:r>
            <a:fld id="{C4204591-24BD-A542-B9D5-F8D8A88D2FEE}" type="slidenum">
              <a:rPr lang="en-US" smtClean="0">
                <a:solidFill>
                  <a:prstClr val="white">
                    <a:lumMod val="50000"/>
                  </a:prstClr>
                </a:solidFill>
              </a:rPr>
              <a:pPr>
                <a:defRPr/>
              </a:pPr>
              <a:t>39</a:t>
            </a:fld>
            <a:endParaRPr lang="en-US" dirty="0">
              <a:solidFill>
                <a:prstClr val="white">
                  <a:lumMod val="50000"/>
                </a:prstClr>
              </a:solidFill>
            </a:endParaRPr>
          </a:p>
        </p:txBody>
      </p:sp>
    </p:spTree>
    <p:extLst>
      <p:ext uri="{BB962C8B-B14F-4D97-AF65-F5344CB8AC3E}">
        <p14:creationId xmlns:p14="http://schemas.microsoft.com/office/powerpoint/2010/main" val="37329298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dissolve">
                                      <p:cBhvr>
                                        <p:cTn id="7" dur="500"/>
                                        <p:tgtEl>
                                          <p:spTgt spid="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xEl>
                                              <p:pRg st="1" end="1"/>
                                            </p:txEl>
                                          </p:spTgt>
                                        </p:tgtEl>
                                        <p:attrNameLst>
                                          <p:attrName>style.visibility</p:attrName>
                                        </p:attrNameLst>
                                      </p:cBhvr>
                                      <p:to>
                                        <p:strVal val="visible"/>
                                      </p:to>
                                    </p:set>
                                    <p:animEffect transition="in" filter="dissolve">
                                      <p:cBhvr>
                                        <p:cTn id="12" dur="500"/>
                                        <p:tgtEl>
                                          <p:spTgt spid="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xEl>
                                              <p:pRg st="2" end="2"/>
                                            </p:txEl>
                                          </p:spTgt>
                                        </p:tgtEl>
                                        <p:attrNameLst>
                                          <p:attrName>style.visibility</p:attrName>
                                        </p:attrNameLst>
                                      </p:cBhvr>
                                      <p:to>
                                        <p:strVal val="visible"/>
                                      </p:to>
                                    </p:set>
                                    <p:animEffect transition="in" filter="dissolve">
                                      <p:cBhvr>
                                        <p:cTn id="17" dur="500"/>
                                        <p:tgtEl>
                                          <p:spTgt spid="7">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7">
                                            <p:txEl>
                                              <p:pRg st="3" end="3"/>
                                            </p:txEl>
                                          </p:spTgt>
                                        </p:tgtEl>
                                        <p:attrNameLst>
                                          <p:attrName>style.visibility</p:attrName>
                                        </p:attrNameLst>
                                      </p:cBhvr>
                                      <p:to>
                                        <p:strVal val="visible"/>
                                      </p:to>
                                    </p:set>
                                    <p:animEffect transition="in" filter="dissolve">
                                      <p:cBhvr>
                                        <p:cTn id="22" dur="500"/>
                                        <p:tgtEl>
                                          <p:spTgt spid="7">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B27BFF1-5DCE-D642-8EFE-FACB1C97EEE0}"/>
              </a:ext>
            </a:extLst>
          </p:cNvPr>
          <p:cNvSpPr>
            <a:spLocks noGrp="1"/>
          </p:cNvSpPr>
          <p:nvPr>
            <p:ph type="title"/>
          </p:nvPr>
        </p:nvSpPr>
        <p:spPr>
          <a:xfrm>
            <a:off x="838200" y="348585"/>
            <a:ext cx="6860458" cy="894622"/>
          </a:xfrm>
        </p:spPr>
        <p:txBody>
          <a:bodyPr/>
          <a:lstStyle/>
          <a:p>
            <a:r>
              <a:rPr lang="en-US" dirty="0"/>
              <a:t>Graph abstraction: link costs</a:t>
            </a:r>
          </a:p>
        </p:txBody>
      </p:sp>
      <p:sp>
        <p:nvSpPr>
          <p:cNvPr id="546" name="Slide Number Placeholder 4">
            <a:extLst>
              <a:ext uri="{FF2B5EF4-FFF2-40B4-BE49-F238E27FC236}">
                <a16:creationId xmlns:a16="http://schemas.microsoft.com/office/drawing/2014/main" id="{5DC8F37A-7230-5148-88D9-265AE5AD394E}"/>
              </a:ext>
            </a:extLst>
          </p:cNvPr>
          <p:cNvSpPr>
            <a:spLocks noGrp="1"/>
          </p:cNvSpPr>
          <p:nvPr>
            <p:ph type="sldNum" sz="quarter" idx="4"/>
          </p:nvPr>
        </p:nvSpPr>
        <p:spPr>
          <a:xfrm>
            <a:off x="9219616" y="6443089"/>
            <a:ext cx="2743200" cy="365125"/>
          </a:xfrm>
        </p:spPr>
        <p:txBody>
          <a:bodyPr/>
          <a:lstStyle/>
          <a:p>
            <a:pPr>
              <a:defRPr/>
            </a:pPr>
            <a:r>
              <a:rPr lang="en-US" dirty="0">
                <a:solidFill>
                  <a:prstClr val="white">
                    <a:lumMod val="50000"/>
                  </a:prstClr>
                </a:solidFill>
              </a:rPr>
              <a:t>Network Layer: 5-</a:t>
            </a:r>
            <a:fld id="{C4204591-24BD-A542-B9D5-F8D8A88D2FEE}" type="slidenum">
              <a:rPr lang="en-US" smtClean="0">
                <a:solidFill>
                  <a:prstClr val="white">
                    <a:lumMod val="50000"/>
                  </a:prstClr>
                </a:solidFill>
              </a:rPr>
              <a:pPr>
                <a:defRPr/>
              </a:pPr>
              <a:t>40</a:t>
            </a:fld>
            <a:endParaRPr lang="en-US" dirty="0">
              <a:solidFill>
                <a:prstClr val="white">
                  <a:lumMod val="50000"/>
                </a:prstClr>
              </a:solidFill>
            </a:endParaRPr>
          </a:p>
        </p:txBody>
      </p:sp>
      <p:grpSp>
        <p:nvGrpSpPr>
          <p:cNvPr id="611" name="Group 2">
            <a:extLst>
              <a:ext uri="{FF2B5EF4-FFF2-40B4-BE49-F238E27FC236}">
                <a16:creationId xmlns:a16="http://schemas.microsoft.com/office/drawing/2014/main" id="{8F3AF934-05FC-1741-9920-1E37F407434E}"/>
              </a:ext>
            </a:extLst>
          </p:cNvPr>
          <p:cNvGrpSpPr>
            <a:grpSpLocks/>
          </p:cNvGrpSpPr>
          <p:nvPr/>
        </p:nvGrpSpPr>
        <p:grpSpPr bwMode="auto">
          <a:xfrm>
            <a:off x="1238864" y="1288538"/>
            <a:ext cx="3571875" cy="2236788"/>
            <a:chOff x="3162" y="1071"/>
            <a:chExt cx="2250" cy="1409"/>
          </a:xfrm>
        </p:grpSpPr>
        <p:sp>
          <p:nvSpPr>
            <p:cNvPr id="612" name="Freeform 3">
              <a:extLst>
                <a:ext uri="{FF2B5EF4-FFF2-40B4-BE49-F238E27FC236}">
                  <a16:creationId xmlns:a16="http://schemas.microsoft.com/office/drawing/2014/main" id="{453067FB-5417-D747-A9D1-7A886199D86C}"/>
                </a:ext>
              </a:extLst>
            </p:cNvPr>
            <p:cNvSpPr>
              <a:spLocks/>
            </p:cNvSpPr>
            <p:nvPr/>
          </p:nvSpPr>
          <p:spPr bwMode="auto">
            <a:xfrm>
              <a:off x="3162" y="1071"/>
              <a:ext cx="2250" cy="1409"/>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13" name="Freeform 4">
              <a:extLst>
                <a:ext uri="{FF2B5EF4-FFF2-40B4-BE49-F238E27FC236}">
                  <a16:creationId xmlns:a16="http://schemas.microsoft.com/office/drawing/2014/main" id="{33DAED7D-3A7B-904E-9B5E-9FC4FC3D1E38}"/>
                </a:ext>
              </a:extLst>
            </p:cNvPr>
            <p:cNvSpPr>
              <a:spLocks/>
            </p:cNvSpPr>
            <p:nvPr/>
          </p:nvSpPr>
          <p:spPr bwMode="auto">
            <a:xfrm>
              <a:off x="3498" y="1620"/>
              <a:ext cx="342" cy="186"/>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14" name="Oval 5">
              <a:extLst>
                <a:ext uri="{FF2B5EF4-FFF2-40B4-BE49-F238E27FC236}">
                  <a16:creationId xmlns:a16="http://schemas.microsoft.com/office/drawing/2014/main" id="{2170DD72-9E40-764D-9C66-5662F5C98D05}"/>
                </a:ext>
              </a:extLst>
            </p:cNvPr>
            <p:cNvSpPr>
              <a:spLocks noChangeArrowheads="1"/>
            </p:cNvSpPr>
            <p:nvPr/>
          </p:nvSpPr>
          <p:spPr bwMode="auto">
            <a:xfrm>
              <a:off x="3238" y="1862"/>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15" name="Line 6">
              <a:extLst>
                <a:ext uri="{FF2B5EF4-FFF2-40B4-BE49-F238E27FC236}">
                  <a16:creationId xmlns:a16="http://schemas.microsoft.com/office/drawing/2014/main" id="{AD1E8D51-D03D-3E44-9ECF-8CEF9C546F90}"/>
                </a:ext>
              </a:extLst>
            </p:cNvPr>
            <p:cNvSpPr>
              <a:spLocks noChangeShapeType="1"/>
            </p:cNvSpPr>
            <p:nvPr/>
          </p:nvSpPr>
          <p:spPr bwMode="auto">
            <a:xfrm>
              <a:off x="3238" y="1855"/>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16" name="Line 7">
              <a:extLst>
                <a:ext uri="{FF2B5EF4-FFF2-40B4-BE49-F238E27FC236}">
                  <a16:creationId xmlns:a16="http://schemas.microsoft.com/office/drawing/2014/main" id="{EF7881A8-F3AA-5647-81DD-BFEC3F67F959}"/>
                </a:ext>
              </a:extLst>
            </p:cNvPr>
            <p:cNvSpPr>
              <a:spLocks noChangeShapeType="1"/>
            </p:cNvSpPr>
            <p:nvPr/>
          </p:nvSpPr>
          <p:spPr bwMode="auto">
            <a:xfrm>
              <a:off x="3551" y="1855"/>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17" name="Rectangle 8">
              <a:extLst>
                <a:ext uri="{FF2B5EF4-FFF2-40B4-BE49-F238E27FC236}">
                  <a16:creationId xmlns:a16="http://schemas.microsoft.com/office/drawing/2014/main" id="{9DDD93A0-0B9F-214B-88D4-CA45AABB318B}"/>
                </a:ext>
              </a:extLst>
            </p:cNvPr>
            <p:cNvSpPr>
              <a:spLocks noChangeArrowheads="1"/>
            </p:cNvSpPr>
            <p:nvPr/>
          </p:nvSpPr>
          <p:spPr bwMode="auto">
            <a:xfrm>
              <a:off x="3238" y="1855"/>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618" name="Oval 9">
              <a:extLst>
                <a:ext uri="{FF2B5EF4-FFF2-40B4-BE49-F238E27FC236}">
                  <a16:creationId xmlns:a16="http://schemas.microsoft.com/office/drawing/2014/main" id="{D83D8A8A-8F8F-A047-B67A-4E57193F1399}"/>
                </a:ext>
              </a:extLst>
            </p:cNvPr>
            <p:cNvSpPr>
              <a:spLocks noChangeArrowheads="1"/>
            </p:cNvSpPr>
            <p:nvPr/>
          </p:nvSpPr>
          <p:spPr bwMode="auto">
            <a:xfrm>
              <a:off x="3235" y="1796"/>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19" name="Oval 10">
              <a:extLst>
                <a:ext uri="{FF2B5EF4-FFF2-40B4-BE49-F238E27FC236}">
                  <a16:creationId xmlns:a16="http://schemas.microsoft.com/office/drawing/2014/main" id="{21DC2241-7526-B048-963D-024ABCFF5D20}"/>
                </a:ext>
              </a:extLst>
            </p:cNvPr>
            <p:cNvSpPr>
              <a:spLocks noChangeArrowheads="1"/>
            </p:cNvSpPr>
            <p:nvPr/>
          </p:nvSpPr>
          <p:spPr bwMode="auto">
            <a:xfrm>
              <a:off x="3712" y="2249"/>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20" name="Line 11">
              <a:extLst>
                <a:ext uri="{FF2B5EF4-FFF2-40B4-BE49-F238E27FC236}">
                  <a16:creationId xmlns:a16="http://schemas.microsoft.com/office/drawing/2014/main" id="{137382C1-9446-A94A-A118-0B9E495EDA6B}"/>
                </a:ext>
              </a:extLst>
            </p:cNvPr>
            <p:cNvSpPr>
              <a:spLocks noChangeShapeType="1"/>
            </p:cNvSpPr>
            <p:nvPr/>
          </p:nvSpPr>
          <p:spPr bwMode="auto">
            <a:xfrm>
              <a:off x="3712" y="2242"/>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21" name="Line 12">
              <a:extLst>
                <a:ext uri="{FF2B5EF4-FFF2-40B4-BE49-F238E27FC236}">
                  <a16:creationId xmlns:a16="http://schemas.microsoft.com/office/drawing/2014/main" id="{04A9146B-C80E-C141-9048-092B193CAB0B}"/>
                </a:ext>
              </a:extLst>
            </p:cNvPr>
            <p:cNvSpPr>
              <a:spLocks noChangeShapeType="1"/>
            </p:cNvSpPr>
            <p:nvPr/>
          </p:nvSpPr>
          <p:spPr bwMode="auto">
            <a:xfrm>
              <a:off x="4025" y="2242"/>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22" name="Rectangle 13">
              <a:extLst>
                <a:ext uri="{FF2B5EF4-FFF2-40B4-BE49-F238E27FC236}">
                  <a16:creationId xmlns:a16="http://schemas.microsoft.com/office/drawing/2014/main" id="{E3CEEEB9-7637-A644-99B6-2A13DFD47D3A}"/>
                </a:ext>
              </a:extLst>
            </p:cNvPr>
            <p:cNvSpPr>
              <a:spLocks noChangeArrowheads="1"/>
            </p:cNvSpPr>
            <p:nvPr/>
          </p:nvSpPr>
          <p:spPr bwMode="auto">
            <a:xfrm>
              <a:off x="3712" y="2242"/>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623" name="Oval 14">
              <a:extLst>
                <a:ext uri="{FF2B5EF4-FFF2-40B4-BE49-F238E27FC236}">
                  <a16:creationId xmlns:a16="http://schemas.microsoft.com/office/drawing/2014/main" id="{C107E8DA-8746-AF42-A141-86F28CAF62DC}"/>
                </a:ext>
              </a:extLst>
            </p:cNvPr>
            <p:cNvSpPr>
              <a:spLocks noChangeArrowheads="1"/>
            </p:cNvSpPr>
            <p:nvPr/>
          </p:nvSpPr>
          <p:spPr bwMode="auto">
            <a:xfrm>
              <a:off x="3709" y="2183"/>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24" name="Oval 15">
              <a:extLst>
                <a:ext uri="{FF2B5EF4-FFF2-40B4-BE49-F238E27FC236}">
                  <a16:creationId xmlns:a16="http://schemas.microsoft.com/office/drawing/2014/main" id="{5F2BA590-63EE-0C46-A5CA-02573C500CC0}"/>
                </a:ext>
              </a:extLst>
            </p:cNvPr>
            <p:cNvSpPr>
              <a:spLocks noChangeArrowheads="1"/>
            </p:cNvSpPr>
            <p:nvPr/>
          </p:nvSpPr>
          <p:spPr bwMode="auto">
            <a:xfrm>
              <a:off x="3708" y="1559"/>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25" name="Line 16">
              <a:extLst>
                <a:ext uri="{FF2B5EF4-FFF2-40B4-BE49-F238E27FC236}">
                  <a16:creationId xmlns:a16="http://schemas.microsoft.com/office/drawing/2014/main" id="{11080E94-1F03-714E-8AB1-3B4DEA4A9AA9}"/>
                </a:ext>
              </a:extLst>
            </p:cNvPr>
            <p:cNvSpPr>
              <a:spLocks noChangeShapeType="1"/>
            </p:cNvSpPr>
            <p:nvPr/>
          </p:nvSpPr>
          <p:spPr bwMode="auto">
            <a:xfrm>
              <a:off x="3708" y="1552"/>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26" name="Line 17">
              <a:extLst>
                <a:ext uri="{FF2B5EF4-FFF2-40B4-BE49-F238E27FC236}">
                  <a16:creationId xmlns:a16="http://schemas.microsoft.com/office/drawing/2014/main" id="{FE188877-FC11-9F4C-9A67-6A13C778D425}"/>
                </a:ext>
              </a:extLst>
            </p:cNvPr>
            <p:cNvSpPr>
              <a:spLocks noChangeShapeType="1"/>
            </p:cNvSpPr>
            <p:nvPr/>
          </p:nvSpPr>
          <p:spPr bwMode="auto">
            <a:xfrm>
              <a:off x="4021" y="1552"/>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27" name="Rectangle 18">
              <a:extLst>
                <a:ext uri="{FF2B5EF4-FFF2-40B4-BE49-F238E27FC236}">
                  <a16:creationId xmlns:a16="http://schemas.microsoft.com/office/drawing/2014/main" id="{AB0D0A23-CA41-9C45-8823-F5E417571B82}"/>
                </a:ext>
              </a:extLst>
            </p:cNvPr>
            <p:cNvSpPr>
              <a:spLocks noChangeArrowheads="1"/>
            </p:cNvSpPr>
            <p:nvPr/>
          </p:nvSpPr>
          <p:spPr bwMode="auto">
            <a:xfrm>
              <a:off x="3708" y="1552"/>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628" name="Oval 19">
              <a:extLst>
                <a:ext uri="{FF2B5EF4-FFF2-40B4-BE49-F238E27FC236}">
                  <a16:creationId xmlns:a16="http://schemas.microsoft.com/office/drawing/2014/main" id="{A3557876-CBC0-904A-8546-3AF399CF148A}"/>
                </a:ext>
              </a:extLst>
            </p:cNvPr>
            <p:cNvSpPr>
              <a:spLocks noChangeArrowheads="1"/>
            </p:cNvSpPr>
            <p:nvPr/>
          </p:nvSpPr>
          <p:spPr bwMode="auto">
            <a:xfrm>
              <a:off x="3705" y="1493"/>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29" name="Oval 20">
              <a:extLst>
                <a:ext uri="{FF2B5EF4-FFF2-40B4-BE49-F238E27FC236}">
                  <a16:creationId xmlns:a16="http://schemas.microsoft.com/office/drawing/2014/main" id="{C3E2692B-8831-754F-9E6E-008C343B6B61}"/>
                </a:ext>
              </a:extLst>
            </p:cNvPr>
            <p:cNvSpPr>
              <a:spLocks noChangeArrowheads="1"/>
            </p:cNvSpPr>
            <p:nvPr/>
          </p:nvSpPr>
          <p:spPr bwMode="auto">
            <a:xfrm>
              <a:off x="4391" y="1555"/>
              <a:ext cx="312"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30" name="Line 21">
              <a:extLst>
                <a:ext uri="{FF2B5EF4-FFF2-40B4-BE49-F238E27FC236}">
                  <a16:creationId xmlns:a16="http://schemas.microsoft.com/office/drawing/2014/main" id="{9123636B-BAFA-2440-8260-5EA0CA220D6F}"/>
                </a:ext>
              </a:extLst>
            </p:cNvPr>
            <p:cNvSpPr>
              <a:spLocks noChangeShapeType="1"/>
            </p:cNvSpPr>
            <p:nvPr/>
          </p:nvSpPr>
          <p:spPr bwMode="auto">
            <a:xfrm>
              <a:off x="4391" y="1548"/>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31" name="Line 22">
              <a:extLst>
                <a:ext uri="{FF2B5EF4-FFF2-40B4-BE49-F238E27FC236}">
                  <a16:creationId xmlns:a16="http://schemas.microsoft.com/office/drawing/2014/main" id="{EFE8FE51-3AD2-4745-ADE0-A43C031219CA}"/>
                </a:ext>
              </a:extLst>
            </p:cNvPr>
            <p:cNvSpPr>
              <a:spLocks noChangeShapeType="1"/>
            </p:cNvSpPr>
            <p:nvPr/>
          </p:nvSpPr>
          <p:spPr bwMode="auto">
            <a:xfrm>
              <a:off x="4703" y="1548"/>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32" name="Rectangle 23">
              <a:extLst>
                <a:ext uri="{FF2B5EF4-FFF2-40B4-BE49-F238E27FC236}">
                  <a16:creationId xmlns:a16="http://schemas.microsoft.com/office/drawing/2014/main" id="{FD42180D-C903-D144-9E3E-AD4A52F5CF93}"/>
                </a:ext>
              </a:extLst>
            </p:cNvPr>
            <p:cNvSpPr>
              <a:spLocks noChangeArrowheads="1"/>
            </p:cNvSpPr>
            <p:nvPr/>
          </p:nvSpPr>
          <p:spPr bwMode="auto">
            <a:xfrm>
              <a:off x="4391" y="1548"/>
              <a:ext cx="309"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633" name="Oval 24">
              <a:extLst>
                <a:ext uri="{FF2B5EF4-FFF2-40B4-BE49-F238E27FC236}">
                  <a16:creationId xmlns:a16="http://schemas.microsoft.com/office/drawing/2014/main" id="{F07CE376-92DE-2A4B-8855-4035B688D7D8}"/>
                </a:ext>
              </a:extLst>
            </p:cNvPr>
            <p:cNvSpPr>
              <a:spLocks noChangeArrowheads="1"/>
            </p:cNvSpPr>
            <p:nvPr/>
          </p:nvSpPr>
          <p:spPr bwMode="auto">
            <a:xfrm>
              <a:off x="4394" y="1492"/>
              <a:ext cx="312"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34" name="Oval 25">
              <a:extLst>
                <a:ext uri="{FF2B5EF4-FFF2-40B4-BE49-F238E27FC236}">
                  <a16:creationId xmlns:a16="http://schemas.microsoft.com/office/drawing/2014/main" id="{E4EA7D36-77DD-114A-A537-3E5E6AF3A920}"/>
                </a:ext>
              </a:extLst>
            </p:cNvPr>
            <p:cNvSpPr>
              <a:spLocks noChangeArrowheads="1"/>
            </p:cNvSpPr>
            <p:nvPr/>
          </p:nvSpPr>
          <p:spPr bwMode="auto">
            <a:xfrm>
              <a:off x="4401" y="2246"/>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35" name="Line 26">
              <a:extLst>
                <a:ext uri="{FF2B5EF4-FFF2-40B4-BE49-F238E27FC236}">
                  <a16:creationId xmlns:a16="http://schemas.microsoft.com/office/drawing/2014/main" id="{B4B8F4B2-F24A-4049-A3F6-305EE1D36163}"/>
                </a:ext>
              </a:extLst>
            </p:cNvPr>
            <p:cNvSpPr>
              <a:spLocks noChangeShapeType="1"/>
            </p:cNvSpPr>
            <p:nvPr/>
          </p:nvSpPr>
          <p:spPr bwMode="auto">
            <a:xfrm>
              <a:off x="4401" y="2239"/>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36" name="Line 27">
              <a:extLst>
                <a:ext uri="{FF2B5EF4-FFF2-40B4-BE49-F238E27FC236}">
                  <a16:creationId xmlns:a16="http://schemas.microsoft.com/office/drawing/2014/main" id="{A5D15F50-B753-C442-91B9-889011830AC6}"/>
                </a:ext>
              </a:extLst>
            </p:cNvPr>
            <p:cNvSpPr>
              <a:spLocks noChangeShapeType="1"/>
            </p:cNvSpPr>
            <p:nvPr/>
          </p:nvSpPr>
          <p:spPr bwMode="auto">
            <a:xfrm>
              <a:off x="4714" y="2239"/>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37" name="Rectangle 28">
              <a:extLst>
                <a:ext uri="{FF2B5EF4-FFF2-40B4-BE49-F238E27FC236}">
                  <a16:creationId xmlns:a16="http://schemas.microsoft.com/office/drawing/2014/main" id="{629ABB40-A5DD-844A-ABE9-8F6A1075B333}"/>
                </a:ext>
              </a:extLst>
            </p:cNvPr>
            <p:cNvSpPr>
              <a:spLocks noChangeArrowheads="1"/>
            </p:cNvSpPr>
            <p:nvPr/>
          </p:nvSpPr>
          <p:spPr bwMode="auto">
            <a:xfrm>
              <a:off x="4401" y="2239"/>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638" name="Oval 29">
              <a:extLst>
                <a:ext uri="{FF2B5EF4-FFF2-40B4-BE49-F238E27FC236}">
                  <a16:creationId xmlns:a16="http://schemas.microsoft.com/office/drawing/2014/main" id="{FE70825F-F5BB-2A42-A076-DCF34282568A}"/>
                </a:ext>
              </a:extLst>
            </p:cNvPr>
            <p:cNvSpPr>
              <a:spLocks noChangeArrowheads="1"/>
            </p:cNvSpPr>
            <p:nvPr/>
          </p:nvSpPr>
          <p:spPr bwMode="auto">
            <a:xfrm>
              <a:off x="4398" y="2180"/>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39" name="Oval 30">
              <a:extLst>
                <a:ext uri="{FF2B5EF4-FFF2-40B4-BE49-F238E27FC236}">
                  <a16:creationId xmlns:a16="http://schemas.microsoft.com/office/drawing/2014/main" id="{E5C07A67-14B1-2749-8C45-CCF8A7156D5A}"/>
                </a:ext>
              </a:extLst>
            </p:cNvPr>
            <p:cNvSpPr>
              <a:spLocks noChangeArrowheads="1"/>
            </p:cNvSpPr>
            <p:nvPr/>
          </p:nvSpPr>
          <p:spPr bwMode="auto">
            <a:xfrm>
              <a:off x="4966" y="1905"/>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40" name="Line 31">
              <a:extLst>
                <a:ext uri="{FF2B5EF4-FFF2-40B4-BE49-F238E27FC236}">
                  <a16:creationId xmlns:a16="http://schemas.microsoft.com/office/drawing/2014/main" id="{0542E5EA-1D03-AB4F-9FEC-B3A92BC33B70}"/>
                </a:ext>
              </a:extLst>
            </p:cNvPr>
            <p:cNvSpPr>
              <a:spLocks noChangeShapeType="1"/>
            </p:cNvSpPr>
            <p:nvPr/>
          </p:nvSpPr>
          <p:spPr bwMode="auto">
            <a:xfrm>
              <a:off x="4966" y="1898"/>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41" name="Line 32">
              <a:extLst>
                <a:ext uri="{FF2B5EF4-FFF2-40B4-BE49-F238E27FC236}">
                  <a16:creationId xmlns:a16="http://schemas.microsoft.com/office/drawing/2014/main" id="{5443EC84-61B8-B843-A6E1-5A4F636A64D6}"/>
                </a:ext>
              </a:extLst>
            </p:cNvPr>
            <p:cNvSpPr>
              <a:spLocks noChangeShapeType="1"/>
            </p:cNvSpPr>
            <p:nvPr/>
          </p:nvSpPr>
          <p:spPr bwMode="auto">
            <a:xfrm>
              <a:off x="5279" y="1898"/>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42" name="Rectangle 33">
              <a:extLst>
                <a:ext uri="{FF2B5EF4-FFF2-40B4-BE49-F238E27FC236}">
                  <a16:creationId xmlns:a16="http://schemas.microsoft.com/office/drawing/2014/main" id="{9782BC94-E1A7-5740-A6A1-585BA6B4E039}"/>
                </a:ext>
              </a:extLst>
            </p:cNvPr>
            <p:cNvSpPr>
              <a:spLocks noChangeArrowheads="1"/>
            </p:cNvSpPr>
            <p:nvPr/>
          </p:nvSpPr>
          <p:spPr bwMode="auto">
            <a:xfrm>
              <a:off x="4966" y="1898"/>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643" name="Oval 34">
              <a:extLst>
                <a:ext uri="{FF2B5EF4-FFF2-40B4-BE49-F238E27FC236}">
                  <a16:creationId xmlns:a16="http://schemas.microsoft.com/office/drawing/2014/main" id="{347E1E2B-9AA3-814E-88C5-98C1961995D2}"/>
                </a:ext>
              </a:extLst>
            </p:cNvPr>
            <p:cNvSpPr>
              <a:spLocks noChangeArrowheads="1"/>
            </p:cNvSpPr>
            <p:nvPr/>
          </p:nvSpPr>
          <p:spPr bwMode="auto">
            <a:xfrm>
              <a:off x="4963" y="1839"/>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44" name="Freeform 35">
              <a:extLst>
                <a:ext uri="{FF2B5EF4-FFF2-40B4-BE49-F238E27FC236}">
                  <a16:creationId xmlns:a16="http://schemas.microsoft.com/office/drawing/2014/main" id="{321283E4-4A33-8C40-9132-D98702BFF0D3}"/>
                </a:ext>
              </a:extLst>
            </p:cNvPr>
            <p:cNvSpPr>
              <a:spLocks/>
            </p:cNvSpPr>
            <p:nvPr/>
          </p:nvSpPr>
          <p:spPr bwMode="auto">
            <a:xfrm>
              <a:off x="4557" y="1647"/>
              <a:ext cx="1" cy="522"/>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45" name="Freeform 36">
              <a:extLst>
                <a:ext uri="{FF2B5EF4-FFF2-40B4-BE49-F238E27FC236}">
                  <a16:creationId xmlns:a16="http://schemas.microsoft.com/office/drawing/2014/main" id="{E75C929F-25A5-CE44-BC4C-F4689510C261}"/>
                </a:ext>
              </a:extLst>
            </p:cNvPr>
            <p:cNvSpPr>
              <a:spLocks/>
            </p:cNvSpPr>
            <p:nvPr/>
          </p:nvSpPr>
          <p:spPr bwMode="auto">
            <a:xfrm>
              <a:off x="3864" y="1653"/>
              <a:ext cx="1" cy="53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46" name="Freeform 37">
              <a:extLst>
                <a:ext uri="{FF2B5EF4-FFF2-40B4-BE49-F238E27FC236}">
                  <a16:creationId xmlns:a16="http://schemas.microsoft.com/office/drawing/2014/main" id="{145717E6-3976-BF4C-B776-D1C932E8D60A}"/>
                </a:ext>
              </a:extLst>
            </p:cNvPr>
            <p:cNvSpPr>
              <a:spLocks/>
            </p:cNvSpPr>
            <p:nvPr/>
          </p:nvSpPr>
          <p:spPr bwMode="auto">
            <a:xfrm>
              <a:off x="4029" y="1638"/>
              <a:ext cx="504" cy="600"/>
            </a:xfrm>
            <a:custGeom>
              <a:avLst/>
              <a:gdLst>
                <a:gd name="T0" fmla="*/ 0 w 378"/>
                <a:gd name="T1" fmla="*/ 11993521 h 174"/>
                <a:gd name="T2" fmla="*/ 5035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47" name="Freeform 38">
              <a:extLst>
                <a:ext uri="{FF2B5EF4-FFF2-40B4-BE49-F238E27FC236}">
                  <a16:creationId xmlns:a16="http://schemas.microsoft.com/office/drawing/2014/main" id="{A208B769-70F6-9E4C-960A-A8DFC0ECA40A}"/>
                </a:ext>
              </a:extLst>
            </p:cNvPr>
            <p:cNvSpPr>
              <a:spLocks/>
            </p:cNvSpPr>
            <p:nvPr/>
          </p:nvSpPr>
          <p:spPr bwMode="auto">
            <a:xfrm>
              <a:off x="4716" y="1986"/>
              <a:ext cx="366" cy="270"/>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48" name="Freeform 39">
              <a:extLst>
                <a:ext uri="{FF2B5EF4-FFF2-40B4-BE49-F238E27FC236}">
                  <a16:creationId xmlns:a16="http://schemas.microsoft.com/office/drawing/2014/main" id="{B59A27ED-2064-ED4C-B8FC-0E8B32DB7B8A}"/>
                </a:ext>
              </a:extLst>
            </p:cNvPr>
            <p:cNvSpPr>
              <a:spLocks/>
            </p:cNvSpPr>
            <p:nvPr/>
          </p:nvSpPr>
          <p:spPr bwMode="auto">
            <a:xfrm>
              <a:off x="4035" y="226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49" name="Freeform 40">
              <a:extLst>
                <a:ext uri="{FF2B5EF4-FFF2-40B4-BE49-F238E27FC236}">
                  <a16:creationId xmlns:a16="http://schemas.microsoft.com/office/drawing/2014/main" id="{121316DC-42A4-644A-9197-5C50258A0563}"/>
                </a:ext>
              </a:extLst>
            </p:cNvPr>
            <p:cNvSpPr>
              <a:spLocks/>
            </p:cNvSpPr>
            <p:nvPr/>
          </p:nvSpPr>
          <p:spPr bwMode="auto">
            <a:xfrm>
              <a:off x="3444" y="1944"/>
              <a:ext cx="276" cy="264"/>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50" name="Freeform 41">
              <a:extLst>
                <a:ext uri="{FF2B5EF4-FFF2-40B4-BE49-F238E27FC236}">
                  <a16:creationId xmlns:a16="http://schemas.microsoft.com/office/drawing/2014/main" id="{12DEF568-9364-4644-9D5B-A432330238D4}"/>
                </a:ext>
              </a:extLst>
            </p:cNvPr>
            <p:cNvSpPr>
              <a:spLocks/>
            </p:cNvSpPr>
            <p:nvPr/>
          </p:nvSpPr>
          <p:spPr bwMode="auto">
            <a:xfrm>
              <a:off x="4029" y="157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51" name="Freeform 42">
              <a:extLst>
                <a:ext uri="{FF2B5EF4-FFF2-40B4-BE49-F238E27FC236}">
                  <a16:creationId xmlns:a16="http://schemas.microsoft.com/office/drawing/2014/main" id="{DFA2F297-7F20-564C-A937-26867B0AEE3B}"/>
                </a:ext>
              </a:extLst>
            </p:cNvPr>
            <p:cNvSpPr>
              <a:spLocks/>
            </p:cNvSpPr>
            <p:nvPr/>
          </p:nvSpPr>
          <p:spPr bwMode="auto">
            <a:xfrm>
              <a:off x="4704" y="1575"/>
              <a:ext cx="396" cy="267"/>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52" name="Freeform 43">
              <a:extLst>
                <a:ext uri="{FF2B5EF4-FFF2-40B4-BE49-F238E27FC236}">
                  <a16:creationId xmlns:a16="http://schemas.microsoft.com/office/drawing/2014/main" id="{62A27136-D795-774F-8FF9-34713D46471F}"/>
                </a:ext>
              </a:extLst>
            </p:cNvPr>
            <p:cNvSpPr>
              <a:spLocks/>
            </p:cNvSpPr>
            <p:nvPr/>
          </p:nvSpPr>
          <p:spPr bwMode="auto">
            <a:xfrm>
              <a:off x="3387" y="1146"/>
              <a:ext cx="1110" cy="645"/>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653" name="Group 44">
              <a:extLst>
                <a:ext uri="{FF2B5EF4-FFF2-40B4-BE49-F238E27FC236}">
                  <a16:creationId xmlns:a16="http://schemas.microsoft.com/office/drawing/2014/main" id="{C99C2CD4-C4EA-C04D-8AAE-36D8B62990BB}"/>
                </a:ext>
              </a:extLst>
            </p:cNvPr>
            <p:cNvGrpSpPr>
              <a:grpSpLocks/>
            </p:cNvGrpSpPr>
            <p:nvPr/>
          </p:nvGrpSpPr>
          <p:grpSpPr bwMode="auto">
            <a:xfrm>
              <a:off x="3287" y="1744"/>
              <a:ext cx="205" cy="250"/>
              <a:chOff x="2954" y="2425"/>
              <a:chExt cx="208" cy="250"/>
            </a:xfrm>
          </p:grpSpPr>
          <p:sp>
            <p:nvSpPr>
              <p:cNvPr id="679" name="Rectangle 45">
                <a:extLst>
                  <a:ext uri="{FF2B5EF4-FFF2-40B4-BE49-F238E27FC236}">
                    <a16:creationId xmlns:a16="http://schemas.microsoft.com/office/drawing/2014/main" id="{1CABD7F6-8165-8E4A-BE47-7EF07B5564ED}"/>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80" name="Text Box 46">
                <a:extLst>
                  <a:ext uri="{FF2B5EF4-FFF2-40B4-BE49-F238E27FC236}">
                    <a16:creationId xmlns:a16="http://schemas.microsoft.com/office/drawing/2014/main" id="{92427952-B2CD-2346-8330-8A5FCBC2B9F6}"/>
                  </a:ext>
                </a:extLst>
              </p:cNvPr>
              <p:cNvSpPr txBox="1">
                <a:spLocks noChangeArrowheads="1"/>
              </p:cNvSpPr>
              <p:nvPr/>
            </p:nvSpPr>
            <p:spPr bwMode="auto">
              <a:xfrm>
                <a:off x="2954" y="2425"/>
                <a:ext cx="20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u</a:t>
                </a:r>
                <a:endParaRPr lang="en-US" kern="0" dirty="0">
                  <a:solidFill>
                    <a:srgbClr val="000000"/>
                  </a:solidFill>
                </a:endParaRPr>
              </a:p>
            </p:txBody>
          </p:sp>
        </p:grpSp>
        <p:grpSp>
          <p:nvGrpSpPr>
            <p:cNvPr id="654" name="Group 47">
              <a:extLst>
                <a:ext uri="{FF2B5EF4-FFF2-40B4-BE49-F238E27FC236}">
                  <a16:creationId xmlns:a16="http://schemas.microsoft.com/office/drawing/2014/main" id="{976C96E8-0AD3-E941-A9F5-DF3E1A47DBD2}"/>
                </a:ext>
              </a:extLst>
            </p:cNvPr>
            <p:cNvGrpSpPr>
              <a:grpSpLocks/>
            </p:cNvGrpSpPr>
            <p:nvPr/>
          </p:nvGrpSpPr>
          <p:grpSpPr bwMode="auto">
            <a:xfrm>
              <a:off x="4461" y="2128"/>
              <a:ext cx="196" cy="250"/>
              <a:chOff x="2958" y="2425"/>
              <a:chExt cx="199" cy="250"/>
            </a:xfrm>
          </p:grpSpPr>
          <p:sp>
            <p:nvSpPr>
              <p:cNvPr id="677" name="Rectangle 48">
                <a:extLst>
                  <a:ext uri="{FF2B5EF4-FFF2-40B4-BE49-F238E27FC236}">
                    <a16:creationId xmlns:a16="http://schemas.microsoft.com/office/drawing/2014/main" id="{8916E3C2-1E79-4642-85BC-BCB2EADB203E}"/>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78" name="Text Box 49">
                <a:extLst>
                  <a:ext uri="{FF2B5EF4-FFF2-40B4-BE49-F238E27FC236}">
                    <a16:creationId xmlns:a16="http://schemas.microsoft.com/office/drawing/2014/main" id="{031FB18A-DC18-F847-BA60-BD8DC2013EBD}"/>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y</a:t>
                </a:r>
                <a:endParaRPr lang="en-US" kern="0" dirty="0">
                  <a:solidFill>
                    <a:srgbClr val="000000"/>
                  </a:solidFill>
                </a:endParaRPr>
              </a:p>
            </p:txBody>
          </p:sp>
        </p:grpSp>
        <p:grpSp>
          <p:nvGrpSpPr>
            <p:cNvPr id="655" name="Group 50">
              <a:extLst>
                <a:ext uri="{FF2B5EF4-FFF2-40B4-BE49-F238E27FC236}">
                  <a16:creationId xmlns:a16="http://schemas.microsoft.com/office/drawing/2014/main" id="{15EC6BC8-2051-9B43-8474-12F5179EE95D}"/>
                </a:ext>
              </a:extLst>
            </p:cNvPr>
            <p:cNvGrpSpPr>
              <a:grpSpLocks/>
            </p:cNvGrpSpPr>
            <p:nvPr/>
          </p:nvGrpSpPr>
          <p:grpSpPr bwMode="auto">
            <a:xfrm>
              <a:off x="3772" y="2095"/>
              <a:ext cx="212" cy="288"/>
              <a:chOff x="2951" y="2395"/>
              <a:chExt cx="213" cy="288"/>
            </a:xfrm>
          </p:grpSpPr>
          <p:sp>
            <p:nvSpPr>
              <p:cNvPr id="675" name="Rectangle 51">
                <a:extLst>
                  <a:ext uri="{FF2B5EF4-FFF2-40B4-BE49-F238E27FC236}">
                    <a16:creationId xmlns:a16="http://schemas.microsoft.com/office/drawing/2014/main" id="{1AF33268-294F-4241-927A-6DBA3F2D728D}"/>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76" name="Text Box 52">
                <a:extLst>
                  <a:ext uri="{FF2B5EF4-FFF2-40B4-BE49-F238E27FC236}">
                    <a16:creationId xmlns:a16="http://schemas.microsoft.com/office/drawing/2014/main" id="{8B945CFB-A2BC-1D42-84E4-882BBC95E28F}"/>
                  </a:ext>
                </a:extLst>
              </p:cNvPr>
              <p:cNvSpPr txBox="1">
                <a:spLocks noChangeArrowheads="1"/>
              </p:cNvSpPr>
              <p:nvPr/>
            </p:nvSpPr>
            <p:spPr bwMode="auto">
              <a:xfrm>
                <a:off x="2951" y="2395"/>
                <a:ext cx="21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kern="0" dirty="0">
                    <a:solidFill>
                      <a:srgbClr val="000000"/>
                    </a:solidFill>
                  </a:rPr>
                  <a:t>x</a:t>
                </a:r>
              </a:p>
            </p:txBody>
          </p:sp>
        </p:grpSp>
        <p:grpSp>
          <p:nvGrpSpPr>
            <p:cNvPr id="656" name="Group 53">
              <a:extLst>
                <a:ext uri="{FF2B5EF4-FFF2-40B4-BE49-F238E27FC236}">
                  <a16:creationId xmlns:a16="http://schemas.microsoft.com/office/drawing/2014/main" id="{FDD8B679-D777-2E4D-9A1F-C71EC712AEB9}"/>
                </a:ext>
              </a:extLst>
            </p:cNvPr>
            <p:cNvGrpSpPr>
              <a:grpSpLocks/>
            </p:cNvGrpSpPr>
            <p:nvPr/>
          </p:nvGrpSpPr>
          <p:grpSpPr bwMode="auto">
            <a:xfrm>
              <a:off x="4438" y="1438"/>
              <a:ext cx="232" cy="250"/>
              <a:chOff x="2941" y="2425"/>
              <a:chExt cx="235" cy="250"/>
            </a:xfrm>
          </p:grpSpPr>
          <p:sp>
            <p:nvSpPr>
              <p:cNvPr id="673" name="Rectangle 54">
                <a:extLst>
                  <a:ext uri="{FF2B5EF4-FFF2-40B4-BE49-F238E27FC236}">
                    <a16:creationId xmlns:a16="http://schemas.microsoft.com/office/drawing/2014/main" id="{6EA1D1BF-D644-594E-9DC3-6D0351A4B43B}"/>
                  </a:ext>
                </a:extLst>
              </p:cNvPr>
              <p:cNvSpPr>
                <a:spLocks noChangeArrowheads="1"/>
              </p:cNvSpPr>
              <p:nvPr/>
            </p:nvSpPr>
            <p:spPr bwMode="auto">
              <a:xfrm>
                <a:off x="2982" y="2490"/>
                <a:ext cx="146"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74" name="Text Box 55">
                <a:extLst>
                  <a:ext uri="{FF2B5EF4-FFF2-40B4-BE49-F238E27FC236}">
                    <a16:creationId xmlns:a16="http://schemas.microsoft.com/office/drawing/2014/main" id="{8FCBB617-DEFB-9744-B8A4-4E1E68D8A3D0}"/>
                  </a:ext>
                </a:extLst>
              </p:cNvPr>
              <p:cNvSpPr txBox="1">
                <a:spLocks noChangeArrowheads="1"/>
              </p:cNvSpPr>
              <p:nvPr/>
            </p:nvSpPr>
            <p:spPr bwMode="auto">
              <a:xfrm>
                <a:off x="2941" y="2425"/>
                <a:ext cx="23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w</a:t>
                </a:r>
                <a:endParaRPr lang="en-US" kern="0" dirty="0">
                  <a:solidFill>
                    <a:srgbClr val="000000"/>
                  </a:solidFill>
                </a:endParaRPr>
              </a:p>
            </p:txBody>
          </p:sp>
        </p:grpSp>
        <p:grpSp>
          <p:nvGrpSpPr>
            <p:cNvPr id="657" name="Group 56">
              <a:extLst>
                <a:ext uri="{FF2B5EF4-FFF2-40B4-BE49-F238E27FC236}">
                  <a16:creationId xmlns:a16="http://schemas.microsoft.com/office/drawing/2014/main" id="{28C30620-9B81-5A4E-A97C-60B4E0E32A0C}"/>
                </a:ext>
              </a:extLst>
            </p:cNvPr>
            <p:cNvGrpSpPr>
              <a:grpSpLocks/>
            </p:cNvGrpSpPr>
            <p:nvPr/>
          </p:nvGrpSpPr>
          <p:grpSpPr bwMode="auto">
            <a:xfrm>
              <a:off x="3771" y="1438"/>
              <a:ext cx="196" cy="250"/>
              <a:chOff x="2958" y="2425"/>
              <a:chExt cx="199" cy="250"/>
            </a:xfrm>
          </p:grpSpPr>
          <p:sp>
            <p:nvSpPr>
              <p:cNvPr id="671" name="Rectangle 57">
                <a:extLst>
                  <a:ext uri="{FF2B5EF4-FFF2-40B4-BE49-F238E27FC236}">
                    <a16:creationId xmlns:a16="http://schemas.microsoft.com/office/drawing/2014/main" id="{1A44830E-FAAD-D047-825F-D463DC07C53C}"/>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72" name="Text Box 58">
                <a:extLst>
                  <a:ext uri="{FF2B5EF4-FFF2-40B4-BE49-F238E27FC236}">
                    <a16:creationId xmlns:a16="http://schemas.microsoft.com/office/drawing/2014/main" id="{4A4BE0CE-ED8E-064B-AF09-AA4FC512E02E}"/>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v</a:t>
                </a:r>
                <a:endParaRPr lang="en-US" kern="0" dirty="0">
                  <a:solidFill>
                    <a:srgbClr val="000000"/>
                  </a:solidFill>
                </a:endParaRPr>
              </a:p>
            </p:txBody>
          </p:sp>
        </p:grpSp>
        <p:grpSp>
          <p:nvGrpSpPr>
            <p:cNvPr id="658" name="Group 59">
              <a:extLst>
                <a:ext uri="{FF2B5EF4-FFF2-40B4-BE49-F238E27FC236}">
                  <a16:creationId xmlns:a16="http://schemas.microsoft.com/office/drawing/2014/main" id="{C1F4D6C9-E81E-624A-B436-921840F8DFA8}"/>
                </a:ext>
              </a:extLst>
            </p:cNvPr>
            <p:cNvGrpSpPr>
              <a:grpSpLocks/>
            </p:cNvGrpSpPr>
            <p:nvPr/>
          </p:nvGrpSpPr>
          <p:grpSpPr bwMode="auto">
            <a:xfrm>
              <a:off x="5025" y="1756"/>
              <a:ext cx="212" cy="288"/>
              <a:chOff x="2949" y="2395"/>
              <a:chExt cx="214" cy="288"/>
            </a:xfrm>
          </p:grpSpPr>
          <p:sp>
            <p:nvSpPr>
              <p:cNvPr id="669" name="Rectangle 60">
                <a:extLst>
                  <a:ext uri="{FF2B5EF4-FFF2-40B4-BE49-F238E27FC236}">
                    <a16:creationId xmlns:a16="http://schemas.microsoft.com/office/drawing/2014/main" id="{245262F4-4026-E949-9DCB-BB9B5D9D526B}"/>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670" name="Text Box 61">
                <a:extLst>
                  <a:ext uri="{FF2B5EF4-FFF2-40B4-BE49-F238E27FC236}">
                    <a16:creationId xmlns:a16="http://schemas.microsoft.com/office/drawing/2014/main" id="{AEB3CE28-3923-3C4E-B064-B7F0BA975A57}"/>
                  </a:ext>
                </a:extLst>
              </p:cNvPr>
              <p:cNvSpPr txBox="1">
                <a:spLocks noChangeArrowheads="1"/>
              </p:cNvSpPr>
              <p:nvPr/>
            </p:nvSpPr>
            <p:spPr bwMode="auto">
              <a:xfrm>
                <a:off x="2949" y="2395"/>
                <a:ext cx="21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kern="0" dirty="0">
                    <a:solidFill>
                      <a:srgbClr val="000000"/>
                    </a:solidFill>
                  </a:rPr>
                  <a:t>z</a:t>
                </a:r>
              </a:p>
            </p:txBody>
          </p:sp>
        </p:grpSp>
        <p:sp>
          <p:nvSpPr>
            <p:cNvPr id="659" name="Text Box 62">
              <a:extLst>
                <a:ext uri="{FF2B5EF4-FFF2-40B4-BE49-F238E27FC236}">
                  <a16:creationId xmlns:a16="http://schemas.microsoft.com/office/drawing/2014/main" id="{701B1242-762A-7549-8469-E0E6A324702A}"/>
                </a:ext>
              </a:extLst>
            </p:cNvPr>
            <p:cNvSpPr txBox="1">
              <a:spLocks noChangeArrowheads="1"/>
            </p:cNvSpPr>
            <p:nvPr/>
          </p:nvSpPr>
          <p:spPr bwMode="auto">
            <a:xfrm>
              <a:off x="3493" y="1568"/>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2</a:t>
              </a:r>
              <a:endParaRPr lang="en-US" kern="0" dirty="0">
                <a:solidFill>
                  <a:srgbClr val="000000"/>
                </a:solidFill>
              </a:endParaRPr>
            </a:p>
          </p:txBody>
        </p:sp>
        <p:sp>
          <p:nvSpPr>
            <p:cNvPr id="660" name="Text Box 63">
              <a:extLst>
                <a:ext uri="{FF2B5EF4-FFF2-40B4-BE49-F238E27FC236}">
                  <a16:creationId xmlns:a16="http://schemas.microsoft.com/office/drawing/2014/main" id="{92C7415C-205B-0141-A835-E28CCFE34A27}"/>
                </a:ext>
              </a:extLst>
            </p:cNvPr>
            <p:cNvSpPr txBox="1">
              <a:spLocks noChangeArrowheads="1"/>
            </p:cNvSpPr>
            <p:nvPr/>
          </p:nvSpPr>
          <p:spPr bwMode="auto">
            <a:xfrm>
              <a:off x="3841" y="1787"/>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2</a:t>
              </a:r>
              <a:endParaRPr lang="en-US" kern="0" dirty="0">
                <a:solidFill>
                  <a:srgbClr val="000000"/>
                </a:solidFill>
              </a:endParaRPr>
            </a:p>
          </p:txBody>
        </p:sp>
        <p:sp>
          <p:nvSpPr>
            <p:cNvPr id="661" name="Text Box 64">
              <a:extLst>
                <a:ext uri="{FF2B5EF4-FFF2-40B4-BE49-F238E27FC236}">
                  <a16:creationId xmlns:a16="http://schemas.microsoft.com/office/drawing/2014/main" id="{F0F0E459-A754-BC42-AAB4-E313BB45E849}"/>
                </a:ext>
              </a:extLst>
            </p:cNvPr>
            <p:cNvSpPr txBox="1">
              <a:spLocks noChangeArrowheads="1"/>
            </p:cNvSpPr>
            <p:nvPr/>
          </p:nvSpPr>
          <p:spPr bwMode="auto">
            <a:xfrm>
              <a:off x="3406" y="20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1</a:t>
              </a:r>
              <a:endParaRPr lang="en-US" kern="0" dirty="0">
                <a:solidFill>
                  <a:srgbClr val="000000"/>
                </a:solidFill>
              </a:endParaRPr>
            </a:p>
          </p:txBody>
        </p:sp>
        <p:sp>
          <p:nvSpPr>
            <p:cNvPr id="662" name="Text Box 65">
              <a:extLst>
                <a:ext uri="{FF2B5EF4-FFF2-40B4-BE49-F238E27FC236}">
                  <a16:creationId xmlns:a16="http://schemas.microsoft.com/office/drawing/2014/main" id="{5A0B6924-9D83-BD4A-8CFE-9500663C144B}"/>
                </a:ext>
              </a:extLst>
            </p:cNvPr>
            <p:cNvSpPr txBox="1">
              <a:spLocks noChangeArrowheads="1"/>
            </p:cNvSpPr>
            <p:nvPr/>
          </p:nvSpPr>
          <p:spPr bwMode="auto">
            <a:xfrm>
              <a:off x="4225" y="188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3</a:t>
              </a:r>
              <a:endParaRPr lang="en-US" kern="0" dirty="0">
                <a:solidFill>
                  <a:srgbClr val="000000"/>
                </a:solidFill>
              </a:endParaRPr>
            </a:p>
          </p:txBody>
        </p:sp>
        <p:sp>
          <p:nvSpPr>
            <p:cNvPr id="663" name="Text Box 66">
              <a:extLst>
                <a:ext uri="{FF2B5EF4-FFF2-40B4-BE49-F238E27FC236}">
                  <a16:creationId xmlns:a16="http://schemas.microsoft.com/office/drawing/2014/main" id="{6E3E3D55-9237-C845-9A8D-D340C3E115D1}"/>
                </a:ext>
              </a:extLst>
            </p:cNvPr>
            <p:cNvSpPr txBox="1">
              <a:spLocks noChangeArrowheads="1"/>
            </p:cNvSpPr>
            <p:nvPr/>
          </p:nvSpPr>
          <p:spPr bwMode="auto">
            <a:xfrm>
              <a:off x="4162" y="2234"/>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1</a:t>
              </a:r>
              <a:endParaRPr lang="en-US" kern="0" dirty="0">
                <a:solidFill>
                  <a:srgbClr val="000000"/>
                </a:solidFill>
              </a:endParaRPr>
            </a:p>
          </p:txBody>
        </p:sp>
        <p:sp>
          <p:nvSpPr>
            <p:cNvPr id="664" name="Text Box 67">
              <a:extLst>
                <a:ext uri="{FF2B5EF4-FFF2-40B4-BE49-F238E27FC236}">
                  <a16:creationId xmlns:a16="http://schemas.microsoft.com/office/drawing/2014/main" id="{D025C99C-DFC7-0A4F-8AAA-17320A7C5C47}"/>
                </a:ext>
              </a:extLst>
            </p:cNvPr>
            <p:cNvSpPr txBox="1">
              <a:spLocks noChangeArrowheads="1"/>
            </p:cNvSpPr>
            <p:nvPr/>
          </p:nvSpPr>
          <p:spPr bwMode="auto">
            <a:xfrm>
              <a:off x="4522" y="1805"/>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1</a:t>
              </a:r>
              <a:endParaRPr lang="en-US" kern="0" dirty="0">
                <a:solidFill>
                  <a:srgbClr val="000000"/>
                </a:solidFill>
              </a:endParaRPr>
            </a:p>
          </p:txBody>
        </p:sp>
        <p:sp>
          <p:nvSpPr>
            <p:cNvPr id="665" name="Text Box 68">
              <a:extLst>
                <a:ext uri="{FF2B5EF4-FFF2-40B4-BE49-F238E27FC236}">
                  <a16:creationId xmlns:a16="http://schemas.microsoft.com/office/drawing/2014/main" id="{30F29813-395E-A44E-BB9F-87C86902AF0B}"/>
                </a:ext>
              </a:extLst>
            </p:cNvPr>
            <p:cNvSpPr txBox="1">
              <a:spLocks noChangeArrowheads="1"/>
            </p:cNvSpPr>
            <p:nvPr/>
          </p:nvSpPr>
          <p:spPr bwMode="auto">
            <a:xfrm>
              <a:off x="4882" y="2069"/>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2</a:t>
              </a:r>
              <a:endParaRPr lang="en-US" kern="0" dirty="0">
                <a:solidFill>
                  <a:srgbClr val="000000"/>
                </a:solidFill>
              </a:endParaRPr>
            </a:p>
          </p:txBody>
        </p:sp>
        <p:sp>
          <p:nvSpPr>
            <p:cNvPr id="666" name="Text Box 69">
              <a:extLst>
                <a:ext uri="{FF2B5EF4-FFF2-40B4-BE49-F238E27FC236}">
                  <a16:creationId xmlns:a16="http://schemas.microsoft.com/office/drawing/2014/main" id="{2B974974-7BCD-014C-BD76-E756B6797CED}"/>
                </a:ext>
              </a:extLst>
            </p:cNvPr>
            <p:cNvSpPr txBox="1">
              <a:spLocks noChangeArrowheads="1"/>
            </p:cNvSpPr>
            <p:nvPr/>
          </p:nvSpPr>
          <p:spPr bwMode="auto">
            <a:xfrm>
              <a:off x="4855" y="1532"/>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5</a:t>
              </a:r>
              <a:endParaRPr lang="en-US" kern="0" dirty="0">
                <a:solidFill>
                  <a:srgbClr val="000000"/>
                </a:solidFill>
              </a:endParaRPr>
            </a:p>
          </p:txBody>
        </p:sp>
        <p:sp>
          <p:nvSpPr>
            <p:cNvPr id="667" name="Text Box 70">
              <a:extLst>
                <a:ext uri="{FF2B5EF4-FFF2-40B4-BE49-F238E27FC236}">
                  <a16:creationId xmlns:a16="http://schemas.microsoft.com/office/drawing/2014/main" id="{F094EC90-E0AA-CB45-95E4-B52B0E9BC42E}"/>
                </a:ext>
              </a:extLst>
            </p:cNvPr>
            <p:cNvSpPr txBox="1">
              <a:spLocks noChangeArrowheads="1"/>
            </p:cNvSpPr>
            <p:nvPr/>
          </p:nvSpPr>
          <p:spPr bwMode="auto">
            <a:xfrm>
              <a:off x="4120" y="1382"/>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3</a:t>
              </a:r>
              <a:endParaRPr lang="en-US" kern="0" dirty="0">
                <a:solidFill>
                  <a:srgbClr val="000000"/>
                </a:solidFill>
              </a:endParaRPr>
            </a:p>
          </p:txBody>
        </p:sp>
        <p:sp>
          <p:nvSpPr>
            <p:cNvPr id="668" name="Text Box 71">
              <a:extLst>
                <a:ext uri="{FF2B5EF4-FFF2-40B4-BE49-F238E27FC236}">
                  <a16:creationId xmlns:a16="http://schemas.microsoft.com/office/drawing/2014/main" id="{CBA2DE5C-9821-9E47-AB4D-09462934E67F}"/>
                </a:ext>
              </a:extLst>
            </p:cNvPr>
            <p:cNvSpPr txBox="1">
              <a:spLocks noChangeArrowheads="1"/>
            </p:cNvSpPr>
            <p:nvPr/>
          </p:nvSpPr>
          <p:spPr bwMode="auto">
            <a:xfrm>
              <a:off x="3769" y="1115"/>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5</a:t>
              </a:r>
              <a:endParaRPr lang="en-US" kern="0" dirty="0">
                <a:solidFill>
                  <a:srgbClr val="000000"/>
                </a:solidFill>
              </a:endParaRPr>
            </a:p>
          </p:txBody>
        </p:sp>
      </p:grpSp>
      <p:sp>
        <p:nvSpPr>
          <p:cNvPr id="682" name="Text Box 72">
            <a:extLst>
              <a:ext uri="{FF2B5EF4-FFF2-40B4-BE49-F238E27FC236}">
                <a16:creationId xmlns:a16="http://schemas.microsoft.com/office/drawing/2014/main" id="{36F192F0-85DA-A647-A8F9-5CBF1CE818A0}"/>
              </a:ext>
            </a:extLst>
          </p:cNvPr>
          <p:cNvSpPr txBox="1">
            <a:spLocks noChangeArrowheads="1"/>
          </p:cNvSpPr>
          <p:nvPr/>
        </p:nvSpPr>
        <p:spPr bwMode="auto">
          <a:xfrm>
            <a:off x="1411748" y="3898081"/>
            <a:ext cx="2480807"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800" dirty="0">
                <a:solidFill>
                  <a:prstClr val="black"/>
                </a:solidFill>
                <a:latin typeface="Calibri" panose="020F0502020204030204"/>
              </a:rPr>
              <a:t>graph: </a:t>
            </a:r>
            <a:r>
              <a:rPr lang="en-US" sz="2800" i="1" dirty="0">
                <a:solidFill>
                  <a:prstClr val="black"/>
                </a:solidFill>
                <a:latin typeface="Calibri" panose="020F0502020204030204"/>
              </a:rPr>
              <a:t>G = (N,E)</a:t>
            </a:r>
          </a:p>
          <a:p>
            <a:endParaRPr lang="en-US" sz="2800" dirty="0">
              <a:solidFill>
                <a:prstClr val="black"/>
              </a:solidFill>
              <a:latin typeface="Calibri" panose="020F0502020204030204"/>
            </a:endParaRPr>
          </a:p>
        </p:txBody>
      </p:sp>
      <p:sp>
        <p:nvSpPr>
          <p:cNvPr id="2" name="TextBox 1">
            <a:extLst>
              <a:ext uri="{FF2B5EF4-FFF2-40B4-BE49-F238E27FC236}">
                <a16:creationId xmlns:a16="http://schemas.microsoft.com/office/drawing/2014/main" id="{0D50443A-E126-1D4D-BD75-6130D04D9E32}"/>
              </a:ext>
            </a:extLst>
          </p:cNvPr>
          <p:cNvSpPr txBox="1"/>
          <p:nvPr/>
        </p:nvSpPr>
        <p:spPr>
          <a:xfrm>
            <a:off x="5456905" y="1415845"/>
            <a:ext cx="5884606" cy="2677656"/>
          </a:xfrm>
          <a:prstGeom prst="rect">
            <a:avLst/>
          </a:prstGeom>
          <a:noFill/>
        </p:spPr>
        <p:txBody>
          <a:bodyPr wrap="square" rtlCol="0">
            <a:spAutoFit/>
          </a:bodyPr>
          <a:lstStyle/>
          <a:p>
            <a:r>
              <a:rPr lang="en-US" sz="2400" i="1" dirty="0">
                <a:solidFill>
                  <a:prstClr val="black"/>
                </a:solidFill>
              </a:rPr>
              <a:t>c</a:t>
            </a:r>
            <a:r>
              <a:rPr lang="en-US" sz="2400" i="1" baseline="-25000" dirty="0">
                <a:solidFill>
                  <a:prstClr val="black"/>
                </a:solidFill>
              </a:rPr>
              <a:t>a,b</a:t>
            </a:r>
            <a:r>
              <a:rPr lang="en-US" sz="2400" i="1" dirty="0">
                <a:solidFill>
                  <a:prstClr val="black"/>
                </a:solidFill>
              </a:rPr>
              <a:t>: </a:t>
            </a:r>
            <a:r>
              <a:rPr lang="en-US" sz="2400" dirty="0">
                <a:solidFill>
                  <a:prstClr val="black"/>
                </a:solidFill>
              </a:rPr>
              <a:t>cost of </a:t>
            </a:r>
            <a:r>
              <a:rPr lang="en-US" sz="2400" i="1" dirty="0">
                <a:solidFill>
                  <a:srgbClr val="0000A8"/>
                </a:solidFill>
              </a:rPr>
              <a:t>direct</a:t>
            </a:r>
            <a:r>
              <a:rPr lang="en-US" sz="2400" dirty="0">
                <a:solidFill>
                  <a:prstClr val="black"/>
                </a:solidFill>
              </a:rPr>
              <a:t> link connecting </a:t>
            </a:r>
            <a:r>
              <a:rPr lang="en-US" sz="2400" i="1" dirty="0">
                <a:solidFill>
                  <a:prstClr val="black"/>
                </a:solidFill>
              </a:rPr>
              <a:t>a</a:t>
            </a:r>
            <a:r>
              <a:rPr lang="en-US" sz="2400" dirty="0">
                <a:solidFill>
                  <a:prstClr val="black"/>
                </a:solidFill>
              </a:rPr>
              <a:t> and </a:t>
            </a:r>
            <a:r>
              <a:rPr lang="en-US" sz="2400" i="1" dirty="0">
                <a:solidFill>
                  <a:prstClr val="black"/>
                </a:solidFill>
              </a:rPr>
              <a:t>b</a:t>
            </a:r>
          </a:p>
          <a:p>
            <a:r>
              <a:rPr lang="en-US" sz="2400" dirty="0">
                <a:solidFill>
                  <a:prstClr val="black"/>
                </a:solidFill>
              </a:rPr>
              <a:t>             </a:t>
            </a:r>
            <a:r>
              <a:rPr lang="en-US" sz="2400" i="1" dirty="0">
                <a:solidFill>
                  <a:prstClr val="black"/>
                </a:solidFill>
              </a:rPr>
              <a:t>e.g., c</a:t>
            </a:r>
            <a:r>
              <a:rPr lang="en-US" sz="2400" i="1" baseline="-25000" dirty="0">
                <a:solidFill>
                  <a:prstClr val="black"/>
                </a:solidFill>
              </a:rPr>
              <a:t>w,z </a:t>
            </a:r>
            <a:r>
              <a:rPr lang="en-US" sz="2400" dirty="0">
                <a:solidFill>
                  <a:prstClr val="black"/>
                </a:solidFill>
              </a:rPr>
              <a:t>= 5, </a:t>
            </a:r>
            <a:r>
              <a:rPr lang="en-US" sz="2400" i="1" dirty="0">
                <a:solidFill>
                  <a:prstClr val="black"/>
                </a:solidFill>
              </a:rPr>
              <a:t>c</a:t>
            </a:r>
            <a:r>
              <a:rPr lang="en-US" sz="2400" i="1" baseline="-25000" dirty="0">
                <a:solidFill>
                  <a:prstClr val="black"/>
                </a:solidFill>
              </a:rPr>
              <a:t>u,z </a:t>
            </a:r>
            <a:r>
              <a:rPr lang="en-US" sz="2400" dirty="0">
                <a:solidFill>
                  <a:prstClr val="black"/>
                </a:solidFill>
              </a:rPr>
              <a:t>= </a:t>
            </a:r>
            <a:r>
              <a:rPr lang="en-US" sz="2400" dirty="0">
                <a:solidFill>
                  <a:prstClr val="black"/>
                </a:solidFill>
                <a:cs typeface="Arial" charset="0"/>
              </a:rPr>
              <a:t>∞</a:t>
            </a:r>
            <a:endParaRPr lang="en-US" sz="2400" dirty="0">
              <a:solidFill>
                <a:prstClr val="black"/>
              </a:solidFill>
            </a:endParaRPr>
          </a:p>
          <a:p>
            <a:endParaRPr lang="en-US" sz="2400" dirty="0">
              <a:solidFill>
                <a:prstClr val="black"/>
              </a:solidFill>
            </a:endParaRPr>
          </a:p>
          <a:p>
            <a:pPr marL="801688" lvl="1"/>
            <a:r>
              <a:rPr lang="en-US" sz="2400" dirty="0">
                <a:solidFill>
                  <a:prstClr val="black"/>
                </a:solidFill>
              </a:rPr>
              <a:t>cost defined by network operator: could always be 1, or inversely related to bandwidth, or inversely related to congestion</a:t>
            </a:r>
          </a:p>
        </p:txBody>
      </p:sp>
      <p:sp>
        <p:nvSpPr>
          <p:cNvPr id="76" name="Text Box 72">
            <a:extLst>
              <a:ext uri="{FF2B5EF4-FFF2-40B4-BE49-F238E27FC236}">
                <a16:creationId xmlns:a16="http://schemas.microsoft.com/office/drawing/2014/main" id="{BFBE2A81-FFD1-7B4E-9584-A27B7DB3EE76}"/>
              </a:ext>
            </a:extLst>
          </p:cNvPr>
          <p:cNvSpPr txBox="1">
            <a:spLocks noChangeArrowheads="1"/>
          </p:cNvSpPr>
          <p:nvPr/>
        </p:nvSpPr>
        <p:spPr bwMode="auto">
          <a:xfrm>
            <a:off x="657801" y="4537178"/>
            <a:ext cx="511447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800" i="1" dirty="0">
                <a:solidFill>
                  <a:prstClr val="black"/>
                </a:solidFill>
                <a:latin typeface="Calibri" panose="020F0502020204030204"/>
              </a:rPr>
              <a:t>N: </a:t>
            </a:r>
            <a:r>
              <a:rPr lang="en-US" sz="2800" dirty="0">
                <a:solidFill>
                  <a:prstClr val="black"/>
                </a:solidFill>
                <a:latin typeface="Calibri" panose="020F0502020204030204"/>
              </a:rPr>
              <a:t>set of routers = { </a:t>
            </a:r>
            <a:r>
              <a:rPr lang="en-US" sz="2800" i="1" dirty="0">
                <a:solidFill>
                  <a:prstClr val="black"/>
                </a:solidFill>
                <a:latin typeface="Calibri" panose="020F0502020204030204"/>
              </a:rPr>
              <a:t>u, v, w, x, y, z </a:t>
            </a:r>
            <a:r>
              <a:rPr lang="en-US" sz="2800" dirty="0">
                <a:solidFill>
                  <a:prstClr val="black"/>
                </a:solidFill>
                <a:latin typeface="Calibri" panose="020F0502020204030204"/>
              </a:rPr>
              <a:t>}</a:t>
            </a:r>
          </a:p>
        </p:txBody>
      </p:sp>
      <p:sp>
        <p:nvSpPr>
          <p:cNvPr id="77" name="Text Box 72">
            <a:extLst>
              <a:ext uri="{FF2B5EF4-FFF2-40B4-BE49-F238E27FC236}">
                <a16:creationId xmlns:a16="http://schemas.microsoft.com/office/drawing/2014/main" id="{EE3DED54-15B8-EA4D-AA68-CD285B8DE31C}"/>
              </a:ext>
            </a:extLst>
          </p:cNvPr>
          <p:cNvSpPr txBox="1">
            <a:spLocks noChangeArrowheads="1"/>
          </p:cNvSpPr>
          <p:nvPr/>
        </p:nvSpPr>
        <p:spPr bwMode="auto">
          <a:xfrm>
            <a:off x="657801" y="5106769"/>
            <a:ext cx="1101275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800" i="1" dirty="0">
                <a:solidFill>
                  <a:prstClr val="black"/>
                </a:solidFill>
                <a:latin typeface="Calibri" panose="020F0502020204030204"/>
              </a:rPr>
              <a:t>E: </a:t>
            </a:r>
            <a:r>
              <a:rPr lang="en-US" sz="2800" dirty="0">
                <a:solidFill>
                  <a:prstClr val="black"/>
                </a:solidFill>
                <a:latin typeface="Calibri" panose="020F0502020204030204"/>
              </a:rPr>
              <a:t>set of links =</a:t>
            </a:r>
            <a:r>
              <a:rPr lang="en-US" sz="3200" dirty="0">
                <a:solidFill>
                  <a:prstClr val="black"/>
                </a:solidFill>
                <a:latin typeface="Calibri" panose="020F0502020204030204"/>
              </a:rPr>
              <a:t>{</a:t>
            </a:r>
            <a:r>
              <a:rPr lang="en-US" sz="3600" dirty="0">
                <a:solidFill>
                  <a:prstClr val="black"/>
                </a:solidFill>
                <a:latin typeface="Calibri" panose="020F0502020204030204"/>
              </a:rPr>
              <a:t> </a:t>
            </a:r>
            <a:r>
              <a:rPr lang="en-US" sz="2800" dirty="0">
                <a:solidFill>
                  <a:prstClr val="black"/>
                </a:solidFill>
                <a:latin typeface="Calibri" panose="020F0502020204030204"/>
              </a:rPr>
              <a:t>(</a:t>
            </a:r>
            <a:r>
              <a:rPr lang="en-US" sz="2800" i="1" dirty="0">
                <a:solidFill>
                  <a:prstClr val="black"/>
                </a:solidFill>
                <a:latin typeface="Calibri" panose="020F0502020204030204"/>
              </a:rPr>
              <a:t>u,v), (</a:t>
            </a:r>
            <a:r>
              <a:rPr lang="en-US" sz="2800" i="1" dirty="0" err="1">
                <a:solidFill>
                  <a:prstClr val="black"/>
                </a:solidFill>
                <a:latin typeface="Calibri" panose="020F0502020204030204"/>
              </a:rPr>
              <a:t>u,x</a:t>
            </a:r>
            <a:r>
              <a:rPr lang="en-US" sz="2800" i="1" dirty="0" smtClean="0">
                <a:solidFill>
                  <a:prstClr val="black"/>
                </a:solidFill>
                <a:latin typeface="Calibri" panose="020F0502020204030204"/>
              </a:rPr>
              <a:t>), (</a:t>
            </a:r>
            <a:r>
              <a:rPr lang="en-US" sz="2800" i="1" dirty="0" err="1" smtClean="0">
                <a:solidFill>
                  <a:prstClr val="black"/>
                </a:solidFill>
                <a:latin typeface="Calibri" panose="020F0502020204030204"/>
              </a:rPr>
              <a:t>u,w</a:t>
            </a:r>
            <a:r>
              <a:rPr lang="en-US" sz="2800" i="1" dirty="0" smtClean="0">
                <a:solidFill>
                  <a:prstClr val="black"/>
                </a:solidFill>
                <a:latin typeface="Calibri" panose="020F0502020204030204"/>
              </a:rPr>
              <a:t>), </a:t>
            </a:r>
            <a:r>
              <a:rPr lang="en-US" sz="2800" i="1" dirty="0">
                <a:solidFill>
                  <a:prstClr val="black"/>
                </a:solidFill>
                <a:latin typeface="Calibri" panose="020F0502020204030204"/>
              </a:rPr>
              <a:t>(v,x), (v,w), (x,w), (x,y), (w,y), (w,z), (y,z</a:t>
            </a:r>
            <a:r>
              <a:rPr lang="en-US" sz="2800" dirty="0">
                <a:solidFill>
                  <a:prstClr val="black"/>
                </a:solidFill>
                <a:latin typeface="Calibri" panose="020F0502020204030204"/>
              </a:rPr>
              <a:t>) </a:t>
            </a:r>
            <a:r>
              <a:rPr lang="en-US" sz="3200" dirty="0">
                <a:solidFill>
                  <a:prstClr val="black"/>
                </a:solidFill>
                <a:latin typeface="Calibri" panose="020F0502020204030204"/>
              </a:rPr>
              <a:t>}</a:t>
            </a:r>
            <a:endParaRPr lang="en-US" sz="2800" dirty="0">
              <a:solidFill>
                <a:prstClr val="black"/>
              </a:solidFill>
              <a:latin typeface="Calibri" panose="020F0502020204030204"/>
            </a:endParaRPr>
          </a:p>
        </p:txBody>
      </p:sp>
    </p:spTree>
    <p:extLst>
      <p:ext uri="{BB962C8B-B14F-4D97-AF65-F5344CB8AC3E}">
        <p14:creationId xmlns:p14="http://schemas.microsoft.com/office/powerpoint/2010/main" val="1012409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6"/>
                                        </p:tgtEl>
                                        <p:attrNameLst>
                                          <p:attrName>style.visibility</p:attrName>
                                        </p:attrNameLst>
                                      </p:cBhvr>
                                      <p:to>
                                        <p:strVal val="visible"/>
                                      </p:to>
                                    </p:set>
                                    <p:animEffect transition="in" filter="dissolve">
                                      <p:cBhvr>
                                        <p:cTn id="7" dur="500"/>
                                        <p:tgtEl>
                                          <p:spTgt spid="7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7"/>
                                        </p:tgtEl>
                                        <p:attrNameLst>
                                          <p:attrName>style.visibility</p:attrName>
                                        </p:attrNameLst>
                                      </p:cBhvr>
                                      <p:to>
                                        <p:strVal val="visible"/>
                                      </p:to>
                                    </p:set>
                                    <p:animEffect transition="in" filter="dissolve">
                                      <p:cBhvr>
                                        <p:cTn id="12" dur="500"/>
                                        <p:tgtEl>
                                          <p:spTgt spid="7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dissolve">
                                      <p:cBhvr>
                                        <p:cTn id="1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6" grpId="0"/>
      <p:bldP spid="77"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B27BFF1-5DCE-D642-8EFE-FACB1C97EEE0}"/>
              </a:ext>
            </a:extLst>
          </p:cNvPr>
          <p:cNvSpPr>
            <a:spLocks noGrp="1"/>
          </p:cNvSpPr>
          <p:nvPr>
            <p:ph type="title"/>
          </p:nvPr>
        </p:nvSpPr>
        <p:spPr>
          <a:xfrm>
            <a:off x="838200" y="348585"/>
            <a:ext cx="8320548" cy="894622"/>
          </a:xfrm>
        </p:spPr>
        <p:txBody>
          <a:bodyPr/>
          <a:lstStyle/>
          <a:p>
            <a:r>
              <a:rPr lang="en-US" dirty="0"/>
              <a:t>Routing algorithm classification</a:t>
            </a:r>
          </a:p>
        </p:txBody>
      </p:sp>
      <p:sp>
        <p:nvSpPr>
          <p:cNvPr id="546" name="Slide Number Placeholder 4">
            <a:extLst>
              <a:ext uri="{FF2B5EF4-FFF2-40B4-BE49-F238E27FC236}">
                <a16:creationId xmlns:a16="http://schemas.microsoft.com/office/drawing/2014/main" id="{5DC8F37A-7230-5148-88D9-265AE5AD394E}"/>
              </a:ext>
            </a:extLst>
          </p:cNvPr>
          <p:cNvSpPr>
            <a:spLocks noGrp="1"/>
          </p:cNvSpPr>
          <p:nvPr>
            <p:ph type="sldNum" sz="quarter" idx="4"/>
          </p:nvPr>
        </p:nvSpPr>
        <p:spPr>
          <a:xfrm>
            <a:off x="9219616" y="6443089"/>
            <a:ext cx="2743200" cy="365125"/>
          </a:xfrm>
        </p:spPr>
        <p:txBody>
          <a:bodyPr/>
          <a:lstStyle/>
          <a:p>
            <a:pPr>
              <a:defRPr/>
            </a:pPr>
            <a:r>
              <a:rPr lang="en-US" dirty="0">
                <a:solidFill>
                  <a:prstClr val="white">
                    <a:lumMod val="50000"/>
                  </a:prstClr>
                </a:solidFill>
              </a:rPr>
              <a:t>Network Layer: 5-</a:t>
            </a:r>
            <a:fld id="{C4204591-24BD-A542-B9D5-F8D8A88D2FEE}" type="slidenum">
              <a:rPr lang="en-US" smtClean="0">
                <a:solidFill>
                  <a:prstClr val="white">
                    <a:lumMod val="50000"/>
                  </a:prstClr>
                </a:solidFill>
              </a:rPr>
              <a:pPr>
                <a:defRPr/>
              </a:pPr>
              <a:t>41</a:t>
            </a:fld>
            <a:endParaRPr lang="en-US" dirty="0">
              <a:solidFill>
                <a:prstClr val="white">
                  <a:lumMod val="50000"/>
                </a:prstClr>
              </a:solidFill>
            </a:endParaRPr>
          </a:p>
        </p:txBody>
      </p:sp>
      <p:cxnSp>
        <p:nvCxnSpPr>
          <p:cNvPr id="4" name="Straight Arrow Connector 3">
            <a:extLst>
              <a:ext uri="{FF2B5EF4-FFF2-40B4-BE49-F238E27FC236}">
                <a16:creationId xmlns:a16="http://schemas.microsoft.com/office/drawing/2014/main" id="{E9732A1C-C52A-0B46-B26E-4DBD9B488928}"/>
              </a:ext>
            </a:extLst>
          </p:cNvPr>
          <p:cNvCxnSpPr/>
          <p:nvPr/>
        </p:nvCxnSpPr>
        <p:spPr>
          <a:xfrm>
            <a:off x="6091084" y="1312606"/>
            <a:ext cx="0" cy="5043948"/>
          </a:xfrm>
          <a:prstGeom prst="straightConnector1">
            <a:avLst/>
          </a:prstGeom>
          <a:ln w="25400">
            <a:solidFill>
              <a:srgbClr val="0000A8"/>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28A2EBE1-BFA0-B248-ACFC-90011EBC34CE}"/>
              </a:ext>
            </a:extLst>
          </p:cNvPr>
          <p:cNvCxnSpPr>
            <a:cxnSpLocks/>
          </p:cNvCxnSpPr>
          <p:nvPr/>
        </p:nvCxnSpPr>
        <p:spPr>
          <a:xfrm flipH="1">
            <a:off x="235974" y="3441290"/>
            <a:ext cx="11665974" cy="0"/>
          </a:xfrm>
          <a:prstGeom prst="straightConnector1">
            <a:avLst/>
          </a:prstGeom>
          <a:ln w="25400">
            <a:solidFill>
              <a:srgbClr val="0000A8"/>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506C293B-8D3D-2544-91D8-2533CD0AF99D}"/>
              </a:ext>
            </a:extLst>
          </p:cNvPr>
          <p:cNvSpPr txBox="1"/>
          <p:nvPr/>
        </p:nvSpPr>
        <p:spPr>
          <a:xfrm>
            <a:off x="4542504" y="6312310"/>
            <a:ext cx="3581237" cy="369332"/>
          </a:xfrm>
          <a:prstGeom prst="rect">
            <a:avLst/>
          </a:prstGeom>
          <a:noFill/>
        </p:spPr>
        <p:txBody>
          <a:bodyPr wrap="none" rtlCol="0">
            <a:spAutoFit/>
          </a:bodyPr>
          <a:lstStyle/>
          <a:p>
            <a:r>
              <a:rPr lang="en-US" i="1" dirty="0">
                <a:solidFill>
                  <a:prstClr val="black"/>
                </a:solidFill>
              </a:rPr>
              <a:t>global or decentralized information?</a:t>
            </a:r>
          </a:p>
        </p:txBody>
      </p:sp>
      <p:grpSp>
        <p:nvGrpSpPr>
          <p:cNvPr id="10" name="Group 9">
            <a:extLst>
              <a:ext uri="{FF2B5EF4-FFF2-40B4-BE49-F238E27FC236}">
                <a16:creationId xmlns:a16="http://schemas.microsoft.com/office/drawing/2014/main" id="{F2D47406-80F8-9441-A2E0-BD72AA9E3AE7}"/>
              </a:ext>
            </a:extLst>
          </p:cNvPr>
          <p:cNvGrpSpPr/>
          <p:nvPr/>
        </p:nvGrpSpPr>
        <p:grpSpPr>
          <a:xfrm>
            <a:off x="3996813" y="1474838"/>
            <a:ext cx="4513007" cy="1209368"/>
            <a:chOff x="3996813" y="1474838"/>
            <a:chExt cx="4513007" cy="1209368"/>
          </a:xfrm>
        </p:grpSpPr>
        <p:sp>
          <p:nvSpPr>
            <p:cNvPr id="9" name="Rectangle 8">
              <a:extLst>
                <a:ext uri="{FF2B5EF4-FFF2-40B4-BE49-F238E27FC236}">
                  <a16:creationId xmlns:a16="http://schemas.microsoft.com/office/drawing/2014/main" id="{34F40CFC-1B50-144E-A43A-6F638CE78029}"/>
                </a:ext>
              </a:extLst>
            </p:cNvPr>
            <p:cNvSpPr/>
            <p:nvPr/>
          </p:nvSpPr>
          <p:spPr>
            <a:xfrm>
              <a:off x="5987845" y="1519084"/>
              <a:ext cx="221226" cy="116512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81" name="Rectangle 3">
              <a:extLst>
                <a:ext uri="{FF2B5EF4-FFF2-40B4-BE49-F238E27FC236}">
                  <a16:creationId xmlns:a16="http://schemas.microsoft.com/office/drawing/2014/main" id="{396DD204-2A01-8E4D-BC4B-E0BD86B248A0}"/>
                </a:ext>
              </a:extLst>
            </p:cNvPr>
            <p:cNvSpPr txBox="1">
              <a:spLocks noChangeArrowheads="1"/>
            </p:cNvSpPr>
            <p:nvPr/>
          </p:nvSpPr>
          <p:spPr>
            <a:xfrm>
              <a:off x="3996813" y="1474838"/>
              <a:ext cx="4513007" cy="120936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spcBef>
                  <a:spcPts val="400"/>
                </a:spcBef>
                <a:buFont typeface="Wingdings" pitchFamily="2" charset="2"/>
                <a:buNone/>
              </a:pPr>
              <a:r>
                <a:rPr lang="en-US" dirty="0">
                  <a:solidFill>
                    <a:srgbClr val="C00000"/>
                  </a:solidFill>
                </a:rPr>
                <a:t>global: </a:t>
              </a:r>
              <a:r>
                <a:rPr lang="en-US" sz="2400" dirty="0">
                  <a:solidFill>
                    <a:prstClr val="black"/>
                  </a:solidFill>
                </a:rPr>
                <a:t>all routers have </a:t>
              </a:r>
              <a:r>
                <a:rPr lang="en-US" sz="2400" i="1" dirty="0">
                  <a:solidFill>
                    <a:prstClr val="black"/>
                  </a:solidFill>
                </a:rPr>
                <a:t>complete</a:t>
              </a:r>
              <a:r>
                <a:rPr lang="en-US" sz="2400" dirty="0">
                  <a:solidFill>
                    <a:prstClr val="black"/>
                  </a:solidFill>
                </a:rPr>
                <a:t> topology, link cost info</a:t>
              </a:r>
            </a:p>
            <a:p>
              <a:pPr>
                <a:spcBef>
                  <a:spcPts val="400"/>
                </a:spcBef>
                <a:buFont typeface="Arial" panose="020B0604020202020204" pitchFamily="34" charset="0"/>
                <a:buChar char="•"/>
              </a:pPr>
              <a:r>
                <a:rPr lang="en-US" altLang="ja-JP" sz="2400" dirty="0">
                  <a:solidFill>
                    <a:srgbClr val="000099"/>
                  </a:solidFill>
                </a:rPr>
                <a:t>“link state” </a:t>
              </a:r>
              <a:r>
                <a:rPr lang="en-US" altLang="ja-JP" sz="2400" dirty="0">
                  <a:solidFill>
                    <a:prstClr val="black"/>
                  </a:solidFill>
                </a:rPr>
                <a:t>algorithms</a:t>
              </a:r>
            </a:p>
            <a:p>
              <a:pPr>
                <a:buFont typeface="Wingdings" charset="0"/>
                <a:buNone/>
              </a:pPr>
              <a:endParaRPr lang="en-US" sz="2400" dirty="0">
                <a:solidFill>
                  <a:srgbClr val="000099"/>
                </a:solidFill>
                <a:latin typeface="Gill Sans MT" charset="0"/>
              </a:endParaRPr>
            </a:p>
          </p:txBody>
        </p:sp>
      </p:grpSp>
      <p:grpSp>
        <p:nvGrpSpPr>
          <p:cNvPr id="12" name="Group 11">
            <a:extLst>
              <a:ext uri="{FF2B5EF4-FFF2-40B4-BE49-F238E27FC236}">
                <a16:creationId xmlns:a16="http://schemas.microsoft.com/office/drawing/2014/main" id="{2E6E0791-AA52-904B-8ABE-26FDED6C5706}"/>
              </a:ext>
            </a:extLst>
          </p:cNvPr>
          <p:cNvGrpSpPr/>
          <p:nvPr/>
        </p:nvGrpSpPr>
        <p:grpSpPr>
          <a:xfrm>
            <a:off x="3465869" y="4326195"/>
            <a:ext cx="6179575" cy="2458065"/>
            <a:chOff x="3465869" y="4326195"/>
            <a:chExt cx="6179575" cy="2458065"/>
          </a:xfrm>
        </p:grpSpPr>
        <p:sp>
          <p:nvSpPr>
            <p:cNvPr id="11" name="Rectangle 10">
              <a:extLst>
                <a:ext uri="{FF2B5EF4-FFF2-40B4-BE49-F238E27FC236}">
                  <a16:creationId xmlns:a16="http://schemas.microsoft.com/office/drawing/2014/main" id="{F51E5A78-7BA0-F648-A6EF-E28CE96CE5C2}"/>
                </a:ext>
              </a:extLst>
            </p:cNvPr>
            <p:cNvSpPr/>
            <p:nvPr/>
          </p:nvSpPr>
          <p:spPr>
            <a:xfrm>
              <a:off x="6002594" y="4365523"/>
              <a:ext cx="147483" cy="179930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82" name="Rectangle 3">
              <a:extLst>
                <a:ext uri="{FF2B5EF4-FFF2-40B4-BE49-F238E27FC236}">
                  <a16:creationId xmlns:a16="http://schemas.microsoft.com/office/drawing/2014/main" id="{3400BCC6-9926-3649-91F6-F0B8B87FE1A0}"/>
                </a:ext>
              </a:extLst>
            </p:cNvPr>
            <p:cNvSpPr txBox="1">
              <a:spLocks noChangeArrowheads="1"/>
            </p:cNvSpPr>
            <p:nvPr/>
          </p:nvSpPr>
          <p:spPr>
            <a:xfrm>
              <a:off x="3465869" y="4326195"/>
              <a:ext cx="6179575" cy="245806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spcBef>
                  <a:spcPts val="400"/>
                </a:spcBef>
                <a:buFont typeface="Wingdings" pitchFamily="2" charset="2"/>
                <a:buNone/>
              </a:pPr>
              <a:r>
                <a:rPr lang="en-US" dirty="0">
                  <a:solidFill>
                    <a:srgbClr val="C00000"/>
                  </a:solidFill>
                </a:rPr>
                <a:t>decentralized: </a:t>
              </a:r>
              <a:r>
                <a:rPr lang="en-US" sz="2400" dirty="0">
                  <a:solidFill>
                    <a:prstClr val="black"/>
                  </a:solidFill>
                </a:rPr>
                <a:t>iterative process of computation, exchange of info with neighbors</a:t>
              </a:r>
            </a:p>
            <a:p>
              <a:pPr marL="407988" indent="-233363">
                <a:spcBef>
                  <a:spcPts val="400"/>
                </a:spcBef>
                <a:buClr>
                  <a:srgbClr val="0000A8"/>
                </a:buClr>
                <a:buFont typeface="Arial" panose="020B0604020202020204" pitchFamily="34" charset="0"/>
                <a:buChar char="•"/>
              </a:pPr>
              <a:r>
                <a:rPr lang="en-US" sz="2400" dirty="0">
                  <a:solidFill>
                    <a:prstClr val="black"/>
                  </a:solidFill>
                </a:rPr>
                <a:t>routers initially only know link costs to attached neighbors</a:t>
              </a:r>
            </a:p>
            <a:p>
              <a:pPr marL="407988" indent="-233363">
                <a:spcBef>
                  <a:spcPts val="400"/>
                </a:spcBef>
                <a:buClr>
                  <a:srgbClr val="0000A8"/>
                </a:buClr>
                <a:buFont typeface="Arial" panose="020B0604020202020204" pitchFamily="34" charset="0"/>
                <a:buChar char="•"/>
              </a:pPr>
              <a:r>
                <a:rPr lang="en-US" altLang="ja-JP" sz="2400" dirty="0">
                  <a:solidFill>
                    <a:srgbClr val="000099"/>
                  </a:solidFill>
                </a:rPr>
                <a:t>“distance vector” </a:t>
              </a:r>
              <a:r>
                <a:rPr lang="en-US" altLang="ja-JP" sz="2400" dirty="0">
                  <a:solidFill>
                    <a:prstClr val="black"/>
                  </a:solidFill>
                </a:rPr>
                <a:t>algorithms</a:t>
              </a:r>
              <a:endParaRPr lang="en-US" sz="2400" dirty="0">
                <a:solidFill>
                  <a:prstClr val="black"/>
                </a:solidFill>
              </a:endParaRPr>
            </a:p>
          </p:txBody>
        </p:sp>
      </p:grpSp>
      <p:sp>
        <p:nvSpPr>
          <p:cNvPr id="91" name="TextBox 90">
            <a:extLst>
              <a:ext uri="{FF2B5EF4-FFF2-40B4-BE49-F238E27FC236}">
                <a16:creationId xmlns:a16="http://schemas.microsoft.com/office/drawing/2014/main" id="{9CA84E65-C3D2-EE42-B4E7-C5FF4CE4FA7B}"/>
              </a:ext>
            </a:extLst>
          </p:cNvPr>
          <p:cNvSpPr txBox="1"/>
          <p:nvPr/>
        </p:nvSpPr>
        <p:spPr>
          <a:xfrm>
            <a:off x="250724" y="2823539"/>
            <a:ext cx="1253612" cy="923330"/>
          </a:xfrm>
          <a:prstGeom prst="rect">
            <a:avLst/>
          </a:prstGeom>
          <a:noFill/>
        </p:spPr>
        <p:txBody>
          <a:bodyPr wrap="square" rtlCol="0">
            <a:spAutoFit/>
          </a:bodyPr>
          <a:lstStyle/>
          <a:p>
            <a:r>
              <a:rPr lang="en-US" i="1" dirty="0">
                <a:solidFill>
                  <a:prstClr val="black"/>
                </a:solidFill>
              </a:rPr>
              <a:t>How </a:t>
            </a:r>
            <a:r>
              <a:rPr lang="en-US" i="1">
                <a:solidFill>
                  <a:prstClr val="black"/>
                </a:solidFill>
              </a:rPr>
              <a:t>fast do </a:t>
            </a:r>
            <a:r>
              <a:rPr lang="en-US" i="1" dirty="0">
                <a:solidFill>
                  <a:prstClr val="black"/>
                </a:solidFill>
              </a:rPr>
              <a:t>routes change?</a:t>
            </a:r>
          </a:p>
        </p:txBody>
      </p:sp>
      <p:sp>
        <p:nvSpPr>
          <p:cNvPr id="94" name="Rectangle 93">
            <a:extLst>
              <a:ext uri="{FF2B5EF4-FFF2-40B4-BE49-F238E27FC236}">
                <a16:creationId xmlns:a16="http://schemas.microsoft.com/office/drawing/2014/main" id="{4D26FE6B-7647-B846-9799-98FEB9D0A654}"/>
              </a:ext>
            </a:extLst>
          </p:cNvPr>
          <p:cNvSpPr/>
          <p:nvPr/>
        </p:nvSpPr>
        <p:spPr>
          <a:xfrm>
            <a:off x="10171471" y="1184788"/>
            <a:ext cx="176981" cy="10323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17" name="Group 16">
            <a:extLst>
              <a:ext uri="{FF2B5EF4-FFF2-40B4-BE49-F238E27FC236}">
                <a16:creationId xmlns:a16="http://schemas.microsoft.com/office/drawing/2014/main" id="{A4812886-28EC-D241-90C7-5E720368CE84}"/>
              </a:ext>
            </a:extLst>
          </p:cNvPr>
          <p:cNvGrpSpPr/>
          <p:nvPr/>
        </p:nvGrpSpPr>
        <p:grpSpPr>
          <a:xfrm>
            <a:off x="8740391" y="2620951"/>
            <a:ext cx="3451609" cy="2373608"/>
            <a:chOff x="8740391" y="2620951"/>
            <a:chExt cx="3451609" cy="2373608"/>
          </a:xfrm>
        </p:grpSpPr>
        <p:sp>
          <p:nvSpPr>
            <p:cNvPr id="15" name="Rectangle 14">
              <a:extLst>
                <a:ext uri="{FF2B5EF4-FFF2-40B4-BE49-F238E27FC236}">
                  <a16:creationId xmlns:a16="http://schemas.microsoft.com/office/drawing/2014/main" id="{9F87E6BF-15DE-A246-9A08-7C8063E9BE3B}"/>
                </a:ext>
              </a:extLst>
            </p:cNvPr>
            <p:cNvSpPr/>
            <p:nvPr/>
          </p:nvSpPr>
          <p:spPr>
            <a:xfrm>
              <a:off x="8922775" y="3314699"/>
              <a:ext cx="2580968" cy="21016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96" name="Rectangle 4">
              <a:extLst>
                <a:ext uri="{FF2B5EF4-FFF2-40B4-BE49-F238E27FC236}">
                  <a16:creationId xmlns:a16="http://schemas.microsoft.com/office/drawing/2014/main" id="{A5264CD0-EF94-D444-B0AF-8FAAE7055B9A}"/>
                </a:ext>
              </a:extLst>
            </p:cNvPr>
            <p:cNvSpPr txBox="1">
              <a:spLocks noChangeArrowheads="1"/>
            </p:cNvSpPr>
            <p:nvPr/>
          </p:nvSpPr>
          <p:spPr>
            <a:xfrm>
              <a:off x="8740391" y="2620951"/>
              <a:ext cx="3451609" cy="23736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7150" indent="-57150">
                <a:buFont typeface="Wingdings" charset="0"/>
                <a:buNone/>
                <a:defRPr/>
              </a:pPr>
              <a:r>
                <a:rPr lang="en-US" dirty="0">
                  <a:solidFill>
                    <a:srgbClr val="CC0000"/>
                  </a:solidFill>
                </a:rPr>
                <a:t>dynamic</a:t>
              </a:r>
              <a:r>
                <a:rPr lang="en-US" sz="2400" i="1" dirty="0">
                  <a:solidFill>
                    <a:srgbClr val="CC0000"/>
                  </a:solidFill>
                </a:rPr>
                <a:t>: </a:t>
              </a:r>
              <a:r>
                <a:rPr lang="en-US" sz="2400" dirty="0">
                  <a:solidFill>
                    <a:prstClr val="black"/>
                  </a:solidFill>
                </a:rPr>
                <a:t>routes change more quickly</a:t>
              </a:r>
            </a:p>
            <a:p>
              <a:pPr marL="349250" lvl="1" indent="-233363">
                <a:spcBef>
                  <a:spcPts val="400"/>
                </a:spcBef>
                <a:defRPr/>
              </a:pPr>
              <a:r>
                <a:rPr lang="en-US" dirty="0">
                  <a:solidFill>
                    <a:prstClr val="black"/>
                  </a:solidFill>
                </a:rPr>
                <a:t>periodic updates or in response to link cost changes</a:t>
              </a:r>
            </a:p>
          </p:txBody>
        </p:sp>
      </p:grpSp>
      <p:grpSp>
        <p:nvGrpSpPr>
          <p:cNvPr id="16" name="Group 15">
            <a:extLst>
              <a:ext uri="{FF2B5EF4-FFF2-40B4-BE49-F238E27FC236}">
                <a16:creationId xmlns:a16="http://schemas.microsoft.com/office/drawing/2014/main" id="{73C4129E-0B83-3343-863D-606A39998A89}"/>
              </a:ext>
            </a:extLst>
          </p:cNvPr>
          <p:cNvGrpSpPr/>
          <p:nvPr/>
        </p:nvGrpSpPr>
        <p:grpSpPr>
          <a:xfrm>
            <a:off x="1313787" y="3013586"/>
            <a:ext cx="3022237" cy="1209367"/>
            <a:chOff x="1313787" y="3013586"/>
            <a:chExt cx="3022237" cy="1209367"/>
          </a:xfrm>
        </p:grpSpPr>
        <p:sp>
          <p:nvSpPr>
            <p:cNvPr id="98" name="Rectangle 97">
              <a:extLst>
                <a:ext uri="{FF2B5EF4-FFF2-40B4-BE49-F238E27FC236}">
                  <a16:creationId xmlns:a16="http://schemas.microsoft.com/office/drawing/2014/main" id="{D0862584-87FB-1B45-8C6F-1E2A810A4276}"/>
                </a:ext>
              </a:extLst>
            </p:cNvPr>
            <p:cNvSpPr/>
            <p:nvPr/>
          </p:nvSpPr>
          <p:spPr>
            <a:xfrm>
              <a:off x="1465006" y="3314699"/>
              <a:ext cx="2531807" cy="2249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95" name="Rectangle 3">
              <a:extLst>
                <a:ext uri="{FF2B5EF4-FFF2-40B4-BE49-F238E27FC236}">
                  <a16:creationId xmlns:a16="http://schemas.microsoft.com/office/drawing/2014/main" id="{28CA3E4A-EC8F-1F42-89F5-9571CBDD8106}"/>
                </a:ext>
              </a:extLst>
            </p:cNvPr>
            <p:cNvSpPr txBox="1">
              <a:spLocks noChangeArrowheads="1"/>
            </p:cNvSpPr>
            <p:nvPr/>
          </p:nvSpPr>
          <p:spPr>
            <a:xfrm>
              <a:off x="1313787" y="3013586"/>
              <a:ext cx="3022237" cy="120936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spcBef>
                  <a:spcPts val="400"/>
                </a:spcBef>
                <a:buFont typeface="Wingdings" pitchFamily="2" charset="2"/>
                <a:buNone/>
              </a:pPr>
              <a:r>
                <a:rPr lang="en-US" dirty="0">
                  <a:solidFill>
                    <a:srgbClr val="C00000"/>
                  </a:solidFill>
                </a:rPr>
                <a:t>static: </a:t>
              </a:r>
              <a:r>
                <a:rPr lang="en-US" sz="2400" dirty="0">
                  <a:solidFill>
                    <a:prstClr val="black"/>
                  </a:solidFill>
                </a:rPr>
                <a:t>routes change slowly over time</a:t>
              </a:r>
              <a:endParaRPr lang="en-US" sz="2400" dirty="0">
                <a:solidFill>
                  <a:srgbClr val="000099"/>
                </a:solidFill>
                <a:latin typeface="Gill Sans MT" charset="0"/>
              </a:endParaRPr>
            </a:p>
          </p:txBody>
        </p:sp>
      </p:grpSp>
      <p:sp>
        <p:nvSpPr>
          <p:cNvPr id="18" name="Oval 17">
            <a:extLst>
              <a:ext uri="{FF2B5EF4-FFF2-40B4-BE49-F238E27FC236}">
                <a16:creationId xmlns:a16="http://schemas.microsoft.com/office/drawing/2014/main" id="{9509865B-1C67-3041-AB1E-A62EE542E28D}"/>
              </a:ext>
            </a:extLst>
          </p:cNvPr>
          <p:cNvSpPr/>
          <p:nvPr/>
        </p:nvSpPr>
        <p:spPr>
          <a:xfrm>
            <a:off x="4365523" y="2064775"/>
            <a:ext cx="1622322" cy="737419"/>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02" name="Oval 101">
            <a:extLst>
              <a:ext uri="{FF2B5EF4-FFF2-40B4-BE49-F238E27FC236}">
                <a16:creationId xmlns:a16="http://schemas.microsoft.com/office/drawing/2014/main" id="{66F27EF8-DDA8-E744-B654-79FCE215090E}"/>
              </a:ext>
            </a:extLst>
          </p:cNvPr>
          <p:cNvSpPr/>
          <p:nvPr/>
        </p:nvSpPr>
        <p:spPr>
          <a:xfrm>
            <a:off x="3883742" y="5624052"/>
            <a:ext cx="2281083" cy="737419"/>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Tree>
    <p:extLst>
      <p:ext uri="{BB962C8B-B14F-4D97-AF65-F5344CB8AC3E}">
        <p14:creationId xmlns:p14="http://schemas.microsoft.com/office/powerpoint/2010/main" val="1918507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dissolve">
                                      <p:cBhvr>
                                        <p:cTn id="12" dur="500"/>
                                        <p:tgtEl>
                                          <p:spTgt spid="1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dissolve">
                                      <p:cBhvr>
                                        <p:cTn id="17" dur="500"/>
                                        <p:tgtEl>
                                          <p:spTgt spid="12"/>
                                        </p:tgtEl>
                                      </p:cBhvr>
                                    </p:animEffect>
                                  </p:childTnLst>
                                </p:cTn>
                              </p:par>
                              <p:par>
                                <p:cTn id="18" presetID="9" presetClass="exit" presetSubtype="0" fill="hold" grpId="1" nodeType="withEffect">
                                  <p:stCondLst>
                                    <p:cond delay="0"/>
                                  </p:stCondLst>
                                  <p:childTnLst>
                                    <p:animEffect transition="out" filter="dissolve">
                                      <p:cBhvr>
                                        <p:cTn id="19" dur="500"/>
                                        <p:tgtEl>
                                          <p:spTgt spid="18"/>
                                        </p:tgtEl>
                                      </p:cBhvr>
                                    </p:animEffect>
                                    <p:set>
                                      <p:cBhvr>
                                        <p:cTn id="20" dur="1" fill="hold">
                                          <p:stCondLst>
                                            <p:cond delay="499"/>
                                          </p:stCondLst>
                                        </p:cTn>
                                        <p:tgtEl>
                                          <p:spTgt spid="18"/>
                                        </p:tgtEl>
                                        <p:attrNameLst>
                                          <p:attrName>style.visibility</p:attrName>
                                        </p:attrNameLst>
                                      </p:cBhvr>
                                      <p:to>
                                        <p:strVal val="hidden"/>
                                      </p:to>
                                    </p:se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102"/>
                                        </p:tgtEl>
                                        <p:attrNameLst>
                                          <p:attrName>style.visibility</p:attrName>
                                        </p:attrNameLst>
                                      </p:cBhvr>
                                      <p:to>
                                        <p:strVal val="visible"/>
                                      </p:to>
                                    </p:set>
                                    <p:animEffect transition="in" filter="dissolve">
                                      <p:cBhvr>
                                        <p:cTn id="25" dur="500"/>
                                        <p:tgtEl>
                                          <p:spTgt spid="10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16"/>
                                        </p:tgtEl>
                                        <p:attrNameLst>
                                          <p:attrName>style.visibility</p:attrName>
                                        </p:attrNameLst>
                                      </p:cBhvr>
                                      <p:to>
                                        <p:strVal val="visible"/>
                                      </p:to>
                                    </p:set>
                                    <p:animEffect transition="in" filter="dissolve">
                                      <p:cBhvr>
                                        <p:cTn id="30" dur="500"/>
                                        <p:tgtEl>
                                          <p:spTgt spid="16"/>
                                        </p:tgtEl>
                                      </p:cBhvr>
                                    </p:animEffect>
                                  </p:childTnLst>
                                </p:cTn>
                              </p:par>
                              <p:par>
                                <p:cTn id="31" presetID="9" presetClass="exit" presetSubtype="0" fill="hold" grpId="1" nodeType="withEffect">
                                  <p:stCondLst>
                                    <p:cond delay="0"/>
                                  </p:stCondLst>
                                  <p:childTnLst>
                                    <p:animEffect transition="out" filter="dissolve">
                                      <p:cBhvr>
                                        <p:cTn id="32" dur="500"/>
                                        <p:tgtEl>
                                          <p:spTgt spid="102"/>
                                        </p:tgtEl>
                                      </p:cBhvr>
                                    </p:animEffect>
                                    <p:set>
                                      <p:cBhvr>
                                        <p:cTn id="33" dur="1" fill="hold">
                                          <p:stCondLst>
                                            <p:cond delay="499"/>
                                          </p:stCondLst>
                                        </p:cTn>
                                        <p:tgtEl>
                                          <p:spTgt spid="102"/>
                                        </p:tgtEl>
                                        <p:attrNameLst>
                                          <p:attrName>style.visibility</p:attrName>
                                        </p:attrNameLst>
                                      </p:cBhvr>
                                      <p:to>
                                        <p:strVal val="hidden"/>
                                      </p:to>
                                    </p:se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nodeType="clickEffect">
                                  <p:stCondLst>
                                    <p:cond delay="0"/>
                                  </p:stCondLst>
                                  <p:childTnLst>
                                    <p:set>
                                      <p:cBhvr>
                                        <p:cTn id="37" dur="1" fill="hold">
                                          <p:stCondLst>
                                            <p:cond delay="0"/>
                                          </p:stCondLst>
                                        </p:cTn>
                                        <p:tgtEl>
                                          <p:spTgt spid="17"/>
                                        </p:tgtEl>
                                        <p:attrNameLst>
                                          <p:attrName>style.visibility</p:attrName>
                                        </p:attrNameLst>
                                      </p:cBhvr>
                                      <p:to>
                                        <p:strVal val="visible"/>
                                      </p:to>
                                    </p:set>
                                    <p:animEffect transition="in" filter="dissolve">
                                      <p:cBhvr>
                                        <p:cTn id="38"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8" grpId="1" animBg="1"/>
      <p:bldP spid="102" grpId="0" animBg="1"/>
      <p:bldP spid="102" grpId="1"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“control plane”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761675" y="4144564"/>
            <a:ext cx="5066531" cy="193776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9575" indent="-293688">
              <a:buClr>
                <a:prstClr val="white">
                  <a:lumMod val="75000"/>
                </a:prstClr>
              </a:buClr>
            </a:pPr>
            <a:r>
              <a:rPr lang="en-US" altLang="en-US" sz="3200" dirty="0">
                <a:solidFill>
                  <a:prstClr val="white">
                    <a:lumMod val="75000"/>
                  </a:prstClr>
                </a:solidFill>
                <a:ea typeface="ＭＳ Ｐゴシック" panose="020B0600070205080204" pitchFamily="34" charset="-128"/>
                <a:cs typeface="ＭＳ Ｐゴシック" panose="020B0600070205080204" pitchFamily="34" charset="-128"/>
              </a:rPr>
              <a:t>network management, configuration </a:t>
            </a:r>
          </a:p>
          <a:p>
            <a:pPr marL="685800" lvl="1" indent="-219075">
              <a:buClr>
                <a:prstClr val="white">
                  <a:lumMod val="75000"/>
                </a:prstClr>
              </a:buClr>
            </a:pPr>
            <a:r>
              <a:rPr lang="en-US" altLang="en-US" sz="2800" dirty="0">
                <a:solidFill>
                  <a:prstClr val="white">
                    <a:lumMod val="75000"/>
                  </a:prstClr>
                </a:solidFill>
                <a:ea typeface="ＭＳ Ｐゴシック" panose="020B0600070205080204" pitchFamily="34" charset="-128"/>
                <a:cs typeface="ＭＳ Ｐゴシック" panose="020B0600070205080204" pitchFamily="34" charset="-128"/>
              </a:rPr>
              <a:t>SNMP</a:t>
            </a:r>
          </a:p>
          <a:p>
            <a:pPr marL="685800" lvl="1" indent="-219075">
              <a:buClr>
                <a:prstClr val="white">
                  <a:lumMod val="75000"/>
                </a:prstClr>
              </a:buClr>
            </a:pPr>
            <a:r>
              <a:rPr lang="en-US" altLang="en-US" sz="2800" dirty="0">
                <a:solidFill>
                  <a:prstClr val="white">
                    <a:lumMod val="75000"/>
                  </a:prstClr>
                </a:solidFill>
                <a:ea typeface="ＭＳ Ｐゴシック" panose="020B0600070205080204" pitchFamily="34" charset="-128"/>
                <a:cs typeface="ＭＳ Ｐゴシック" panose="020B0600070205080204" pitchFamily="34" charset="-128"/>
              </a:rPr>
              <a:t>NETCONF/YANG</a:t>
            </a:r>
          </a:p>
          <a:p>
            <a:pPr lvl="1"/>
            <a:endParaRPr lang="en-US" altLang="en-US" dirty="0">
              <a:solidFill>
                <a:prstClr val="black"/>
              </a:solidFill>
            </a:endParaRPr>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622456" y="1361615"/>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prstClr val="white">
                  <a:lumMod val="75000"/>
                </a:prstClr>
              </a:buClr>
            </a:pPr>
            <a:r>
              <a:rPr lang="en-US" altLang="en-US" sz="3200" dirty="0">
                <a:solidFill>
                  <a:prstClr val="white">
                    <a:lumMod val="75000"/>
                  </a:prstClr>
                </a:solidFill>
                <a:ea typeface="ＭＳ Ｐゴシック" panose="020B0600070205080204" pitchFamily="34" charset="-128"/>
                <a:cs typeface="Arial" panose="020B0604020202020204" pitchFamily="34" charset="0"/>
              </a:rPr>
              <a:t>introduction</a:t>
            </a:r>
          </a:p>
          <a:p>
            <a:pPr marL="285750" indent="-274638">
              <a:spcBef>
                <a:spcPts val="600"/>
              </a:spcBef>
              <a:buClr>
                <a:srgbClr val="0000A8"/>
              </a:buClr>
            </a:pPr>
            <a:r>
              <a:rPr lang="en-US" altLang="en-US" sz="3600" dirty="0">
                <a:solidFill>
                  <a:prstClr val="black"/>
                </a:solidFill>
                <a:ea typeface="ＭＳ Ｐゴシック" panose="020B0600070205080204" pitchFamily="34" charset="-128"/>
                <a:cs typeface="Arial" panose="020B0604020202020204" pitchFamily="34" charset="0"/>
              </a:rPr>
              <a:t>routing protocols</a:t>
            </a:r>
          </a:p>
          <a:p>
            <a:pPr marL="746125" lvl="1" indent="-273050">
              <a:spcBef>
                <a:spcPts val="600"/>
              </a:spcBef>
              <a:buFont typeface="Wingdings" pitchFamily="2" charset="2"/>
              <a:buChar char="§"/>
            </a:pPr>
            <a:r>
              <a:rPr lang="en-US" altLang="en-US" sz="3200" dirty="0">
                <a:solidFill>
                  <a:srgbClr val="C00000"/>
                </a:solidFill>
                <a:ea typeface="ＭＳ Ｐゴシック" panose="020B0600070205080204" pitchFamily="34" charset="-128"/>
                <a:cs typeface="Arial" panose="020B0604020202020204" pitchFamily="34" charset="0"/>
              </a:rPr>
              <a:t>link state</a:t>
            </a:r>
          </a:p>
          <a:p>
            <a:pPr marL="746125" lvl="1" indent="-273050">
              <a:spcBef>
                <a:spcPts val="600"/>
              </a:spcBef>
              <a:buClr>
                <a:prstClr val="white">
                  <a:lumMod val="75000"/>
                </a:prstClr>
              </a:buClr>
              <a:buFont typeface="Wingdings" pitchFamily="2" charset="2"/>
              <a:buChar char="§"/>
            </a:pPr>
            <a:r>
              <a:rPr lang="en-US" altLang="en-US" sz="3200" dirty="0">
                <a:solidFill>
                  <a:prstClr val="white">
                    <a:lumMod val="75000"/>
                  </a:prstClr>
                </a:solidFill>
                <a:ea typeface="ＭＳ Ｐゴシック" panose="020B0600070205080204" pitchFamily="34" charset="-128"/>
                <a:cs typeface="Arial" panose="020B0604020202020204" pitchFamily="34" charset="0"/>
              </a:rPr>
              <a:t>distance vector</a:t>
            </a:r>
          </a:p>
          <a:p>
            <a:pPr marL="285750" indent="-285750">
              <a:spcBef>
                <a:spcPts val="600"/>
              </a:spcBef>
              <a:buClr>
                <a:prstClr val="white">
                  <a:lumMod val="75000"/>
                </a:prstClr>
              </a:buClr>
            </a:pPr>
            <a:r>
              <a:rPr lang="en-US" altLang="en-US" sz="3200" dirty="0">
                <a:solidFill>
                  <a:prstClr val="white">
                    <a:lumMod val="75000"/>
                  </a:prstClr>
                </a:solidFill>
                <a:ea typeface="ＭＳ Ｐゴシック" panose="020B0600070205080204" pitchFamily="34" charset="-128"/>
                <a:cs typeface="Arial" panose="020B0604020202020204" pitchFamily="34" charset="0"/>
              </a:rPr>
              <a:t>intra-ISP routing: OSPF</a:t>
            </a:r>
          </a:p>
          <a:p>
            <a:pPr marL="285750" indent="-285750">
              <a:spcBef>
                <a:spcPts val="600"/>
              </a:spcBef>
              <a:buClr>
                <a:prstClr val="white">
                  <a:lumMod val="75000"/>
                </a:prstClr>
              </a:buClr>
            </a:pPr>
            <a:r>
              <a:rPr lang="en-US" altLang="en-US" sz="3200" dirty="0">
                <a:solidFill>
                  <a:prstClr val="white">
                    <a:lumMod val="75000"/>
                  </a:prstClr>
                </a:solidFill>
                <a:ea typeface="ＭＳ Ｐゴシック" panose="020B0600070205080204" pitchFamily="34" charset="-128"/>
                <a:cs typeface="Arial" panose="020B0604020202020204" pitchFamily="34" charset="0"/>
              </a:rPr>
              <a:t>routing among ISPs: BGP</a:t>
            </a:r>
          </a:p>
          <a:p>
            <a:pPr marL="285750" indent="-285750">
              <a:spcBef>
                <a:spcPts val="600"/>
              </a:spcBef>
              <a:buClr>
                <a:prstClr val="white">
                  <a:lumMod val="75000"/>
                </a:prstClr>
              </a:buClr>
            </a:pPr>
            <a:r>
              <a:rPr lang="en-US" altLang="en-US" sz="3200" dirty="0">
                <a:solidFill>
                  <a:prstClr val="white">
                    <a:lumMod val="75000"/>
                  </a:prstClr>
                </a:solidFill>
                <a:ea typeface="ＭＳ Ｐゴシック" panose="020B0600070205080204" pitchFamily="34" charset="-128"/>
                <a:cs typeface="Arial" panose="020B0604020202020204" pitchFamily="34" charset="0"/>
              </a:rPr>
              <a:t>SDN control plane</a:t>
            </a:r>
          </a:p>
          <a:p>
            <a:pPr marL="285750" indent="-285750">
              <a:spcBef>
                <a:spcPts val="600"/>
              </a:spcBef>
              <a:buClr>
                <a:prstClr val="white">
                  <a:lumMod val="75000"/>
                </a:prstClr>
              </a:buClr>
            </a:pPr>
            <a:r>
              <a:rPr lang="en-US" altLang="en-US" sz="3200" dirty="0">
                <a:solidFill>
                  <a:prstClr val="white">
                    <a:lumMod val="75000"/>
                  </a:prstClr>
                </a:solidFill>
                <a:ea typeface="ＭＳ Ｐゴシック" panose="020B0600070205080204" pitchFamily="34" charset="-128"/>
                <a:cs typeface="ＭＳ Ｐゴシック" panose="020B0600070205080204" pitchFamily="34" charset="-128"/>
              </a:rPr>
              <a:t>Internet Control Message Protocol </a:t>
            </a:r>
          </a:p>
          <a:p>
            <a:pPr marL="466725" indent="-409575">
              <a:spcBef>
                <a:spcPts val="600"/>
              </a:spcBef>
              <a:buFont typeface="Wingdings" pitchFamily="2" charset="2"/>
              <a:buNone/>
            </a:pPr>
            <a:endParaRPr lang="en-US" altLang="en-US" sz="3200" dirty="0">
              <a:solidFill>
                <a:prstClr val="black"/>
              </a:solidFill>
              <a:ea typeface="ＭＳ Ｐゴシック" panose="020B0600070205080204" pitchFamily="34" charset="-128"/>
              <a:cs typeface="Arial" panose="020B0604020202020204" pitchFamily="34" charset="0"/>
            </a:endParaRPr>
          </a:p>
        </p:txBody>
      </p:sp>
      <p:sp>
        <p:nvSpPr>
          <p:cNvPr id="11" name="Slide Number Placeholder 4">
            <a:extLst>
              <a:ext uri="{FF2B5EF4-FFF2-40B4-BE49-F238E27FC236}">
                <a16:creationId xmlns:a16="http://schemas.microsoft.com/office/drawing/2014/main" id="{60E442AF-0FD6-9040-9BFF-CE4BE886AA41}"/>
              </a:ext>
            </a:extLst>
          </p:cNvPr>
          <p:cNvSpPr>
            <a:spLocks noGrp="1"/>
          </p:cNvSpPr>
          <p:nvPr>
            <p:ph type="sldNum" sz="quarter" idx="4"/>
          </p:nvPr>
        </p:nvSpPr>
        <p:spPr>
          <a:xfrm>
            <a:off x="9219616" y="6443089"/>
            <a:ext cx="2743200" cy="365125"/>
          </a:xfrm>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42</a:t>
            </a:fld>
            <a:endParaRPr lang="en-US" dirty="0">
              <a:solidFill>
                <a:prstClr val="white">
                  <a:lumMod val="50000"/>
                </a:prstClr>
              </a:solidFill>
            </a:endParaRPr>
          </a:p>
        </p:txBody>
      </p:sp>
    </p:spTree>
    <p:extLst>
      <p:ext uri="{BB962C8B-B14F-4D97-AF65-F5344CB8AC3E}">
        <p14:creationId xmlns:p14="http://schemas.microsoft.com/office/powerpoint/2010/main" val="18199905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B27BFF1-5DCE-D642-8EFE-FACB1C97EEE0}"/>
              </a:ext>
            </a:extLst>
          </p:cNvPr>
          <p:cNvSpPr>
            <a:spLocks noGrp="1"/>
          </p:cNvSpPr>
          <p:nvPr>
            <p:ph type="title"/>
          </p:nvPr>
        </p:nvSpPr>
        <p:spPr>
          <a:xfrm>
            <a:off x="838200" y="348585"/>
            <a:ext cx="9839632" cy="894622"/>
          </a:xfrm>
        </p:spPr>
        <p:txBody>
          <a:bodyPr/>
          <a:lstStyle/>
          <a:p>
            <a:r>
              <a:rPr lang="en-US" b="0" dirty="0">
                <a:latin typeface="+mn-lt"/>
              </a:rPr>
              <a:t>Dijkstra’s link-state routing algorithm</a:t>
            </a:r>
          </a:p>
        </p:txBody>
      </p:sp>
      <p:sp>
        <p:nvSpPr>
          <p:cNvPr id="546" name="Slide Number Placeholder 4">
            <a:extLst>
              <a:ext uri="{FF2B5EF4-FFF2-40B4-BE49-F238E27FC236}">
                <a16:creationId xmlns:a16="http://schemas.microsoft.com/office/drawing/2014/main" id="{5DC8F37A-7230-5148-88D9-265AE5AD394E}"/>
              </a:ext>
            </a:extLst>
          </p:cNvPr>
          <p:cNvSpPr>
            <a:spLocks noGrp="1"/>
          </p:cNvSpPr>
          <p:nvPr>
            <p:ph type="sldNum" sz="quarter" idx="4"/>
          </p:nvPr>
        </p:nvSpPr>
        <p:spPr>
          <a:xfrm>
            <a:off x="9219616" y="6443089"/>
            <a:ext cx="2743200" cy="365125"/>
          </a:xfrm>
        </p:spPr>
        <p:txBody>
          <a:bodyPr/>
          <a:lstStyle/>
          <a:p>
            <a:pPr>
              <a:defRPr/>
            </a:pPr>
            <a:r>
              <a:rPr lang="en-US" dirty="0">
                <a:solidFill>
                  <a:prstClr val="white">
                    <a:lumMod val="50000"/>
                  </a:prstClr>
                </a:solidFill>
              </a:rPr>
              <a:t>Network Layer: 5-</a:t>
            </a:r>
            <a:fld id="{C4204591-24BD-A542-B9D5-F8D8A88D2FEE}" type="slidenum">
              <a:rPr lang="en-US" smtClean="0">
                <a:solidFill>
                  <a:prstClr val="white">
                    <a:lumMod val="50000"/>
                  </a:prstClr>
                </a:solidFill>
              </a:rPr>
              <a:pPr>
                <a:defRPr/>
              </a:pPr>
              <a:t>43</a:t>
            </a:fld>
            <a:endParaRPr lang="en-US" dirty="0">
              <a:solidFill>
                <a:prstClr val="white">
                  <a:lumMod val="50000"/>
                </a:prstClr>
              </a:solidFill>
            </a:endParaRPr>
          </a:p>
        </p:txBody>
      </p:sp>
      <p:sp>
        <p:nvSpPr>
          <p:cNvPr id="23" name="Rectangle 3">
            <a:extLst>
              <a:ext uri="{FF2B5EF4-FFF2-40B4-BE49-F238E27FC236}">
                <a16:creationId xmlns:a16="http://schemas.microsoft.com/office/drawing/2014/main" id="{AE9CCC8F-9B64-9843-9FF6-322BE507C6B3}"/>
              </a:ext>
            </a:extLst>
          </p:cNvPr>
          <p:cNvSpPr txBox="1">
            <a:spLocks noChangeArrowheads="1"/>
          </p:cNvSpPr>
          <p:nvPr/>
        </p:nvSpPr>
        <p:spPr>
          <a:xfrm>
            <a:off x="750989" y="1541236"/>
            <a:ext cx="5708805" cy="490378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solidFill>
                  <a:srgbClr val="0000A8"/>
                </a:solidFill>
              </a:rPr>
              <a:t>centralized: </a:t>
            </a:r>
            <a:r>
              <a:rPr lang="en-US" dirty="0">
                <a:solidFill>
                  <a:prstClr val="black"/>
                </a:solidFill>
              </a:rPr>
              <a:t>network topology, link costs known to </a:t>
            </a:r>
            <a:r>
              <a:rPr lang="en-US" i="1" dirty="0">
                <a:solidFill>
                  <a:prstClr val="black"/>
                </a:solidFill>
              </a:rPr>
              <a:t>all</a:t>
            </a:r>
            <a:r>
              <a:rPr lang="en-US" dirty="0">
                <a:solidFill>
                  <a:prstClr val="black"/>
                </a:solidFill>
              </a:rPr>
              <a:t> nodes</a:t>
            </a:r>
          </a:p>
          <a:p>
            <a:pPr lvl="1"/>
            <a:r>
              <a:rPr lang="en-US" dirty="0">
                <a:solidFill>
                  <a:prstClr val="black"/>
                </a:solidFill>
              </a:rPr>
              <a:t>accomplished via “</a:t>
            </a:r>
            <a:r>
              <a:rPr lang="en-US" altLang="ja-JP" dirty="0">
                <a:solidFill>
                  <a:prstClr val="black"/>
                </a:solidFill>
              </a:rPr>
              <a:t>link state broadcast” </a:t>
            </a:r>
          </a:p>
          <a:p>
            <a:pPr lvl="1"/>
            <a:r>
              <a:rPr lang="en-US" dirty="0">
                <a:solidFill>
                  <a:prstClr val="black"/>
                </a:solidFill>
              </a:rPr>
              <a:t>all nodes have same info</a:t>
            </a:r>
          </a:p>
          <a:p>
            <a:r>
              <a:rPr lang="en-US" dirty="0">
                <a:solidFill>
                  <a:prstClr val="black"/>
                </a:solidFill>
              </a:rPr>
              <a:t>computes least cost paths from one node (“</a:t>
            </a:r>
            <a:r>
              <a:rPr lang="en-US" altLang="ja-JP" dirty="0">
                <a:solidFill>
                  <a:prstClr val="black"/>
                </a:solidFill>
              </a:rPr>
              <a:t>source”) to all other nodes</a:t>
            </a:r>
          </a:p>
          <a:p>
            <a:pPr lvl="1"/>
            <a:r>
              <a:rPr lang="en-US" dirty="0">
                <a:solidFill>
                  <a:prstClr val="black"/>
                </a:solidFill>
              </a:rPr>
              <a:t>gives </a:t>
            </a:r>
            <a:r>
              <a:rPr lang="en-US" i="1" dirty="0">
                <a:solidFill>
                  <a:srgbClr val="000099"/>
                </a:solidFill>
              </a:rPr>
              <a:t>forwarding table</a:t>
            </a:r>
            <a:r>
              <a:rPr lang="en-US" dirty="0">
                <a:solidFill>
                  <a:prstClr val="black"/>
                </a:solidFill>
              </a:rPr>
              <a:t> for that node</a:t>
            </a:r>
          </a:p>
          <a:p>
            <a:r>
              <a:rPr lang="en-US" dirty="0">
                <a:solidFill>
                  <a:srgbClr val="0000A8"/>
                </a:solidFill>
              </a:rPr>
              <a:t>iterative: </a:t>
            </a:r>
            <a:r>
              <a:rPr lang="en-US" dirty="0">
                <a:solidFill>
                  <a:prstClr val="black"/>
                </a:solidFill>
              </a:rPr>
              <a:t>after </a:t>
            </a:r>
            <a:r>
              <a:rPr lang="en-US" i="1" dirty="0">
                <a:solidFill>
                  <a:prstClr val="black"/>
                </a:solidFill>
              </a:rPr>
              <a:t>k</a:t>
            </a:r>
            <a:r>
              <a:rPr lang="en-US" dirty="0">
                <a:solidFill>
                  <a:prstClr val="black"/>
                </a:solidFill>
              </a:rPr>
              <a:t> iterations, know least cost path to </a:t>
            </a:r>
            <a:r>
              <a:rPr lang="en-US" i="1" dirty="0">
                <a:solidFill>
                  <a:prstClr val="black"/>
                </a:solidFill>
              </a:rPr>
              <a:t>k </a:t>
            </a:r>
            <a:r>
              <a:rPr lang="en-US" dirty="0">
                <a:solidFill>
                  <a:prstClr val="black"/>
                </a:solidFill>
              </a:rPr>
              <a:t>destinations</a:t>
            </a:r>
          </a:p>
        </p:txBody>
      </p:sp>
      <p:grpSp>
        <p:nvGrpSpPr>
          <p:cNvPr id="5" name="Group 4">
            <a:extLst>
              <a:ext uri="{FF2B5EF4-FFF2-40B4-BE49-F238E27FC236}">
                <a16:creationId xmlns:a16="http://schemas.microsoft.com/office/drawing/2014/main" id="{87E67AF1-7D2F-A84A-A994-30B5519FB522}"/>
              </a:ext>
            </a:extLst>
          </p:cNvPr>
          <p:cNvGrpSpPr/>
          <p:nvPr/>
        </p:nvGrpSpPr>
        <p:grpSpPr>
          <a:xfrm>
            <a:off x="7315200" y="1524000"/>
            <a:ext cx="4441371" cy="4882184"/>
            <a:chOff x="7315200" y="1524000"/>
            <a:chExt cx="4441371" cy="4882184"/>
          </a:xfrm>
        </p:grpSpPr>
        <p:sp>
          <p:nvSpPr>
            <p:cNvPr id="24" name="Rectangle 4">
              <a:extLst>
                <a:ext uri="{FF2B5EF4-FFF2-40B4-BE49-F238E27FC236}">
                  <a16:creationId xmlns:a16="http://schemas.microsoft.com/office/drawing/2014/main" id="{D11D1E9D-A4E0-2D4D-8EB8-EB3C738C058E}"/>
                </a:ext>
              </a:extLst>
            </p:cNvPr>
            <p:cNvSpPr txBox="1">
              <a:spLocks noChangeArrowheads="1"/>
            </p:cNvSpPr>
            <p:nvPr/>
          </p:nvSpPr>
          <p:spPr>
            <a:xfrm>
              <a:off x="7387774" y="2168014"/>
              <a:ext cx="4310742" cy="423817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indent="-273050">
                <a:lnSpc>
                  <a:spcPct val="85000"/>
                </a:lnSpc>
                <a:spcBef>
                  <a:spcPts val="600"/>
                </a:spcBef>
              </a:pPr>
              <a:r>
                <a:rPr lang="en-US" i="1" dirty="0">
                  <a:solidFill>
                    <a:srgbClr val="000099"/>
                  </a:solidFill>
                </a:rPr>
                <a:t>c</a:t>
              </a:r>
              <a:r>
                <a:rPr lang="en-US" i="1" baseline="-25000" dirty="0">
                  <a:solidFill>
                    <a:srgbClr val="000099"/>
                  </a:solidFill>
                </a:rPr>
                <a:t>x,y</a:t>
              </a:r>
              <a:r>
                <a:rPr lang="en-US" i="1" dirty="0">
                  <a:solidFill>
                    <a:srgbClr val="000099"/>
                  </a:solidFill>
                </a:rPr>
                <a:t>:</a:t>
              </a:r>
              <a:r>
                <a:rPr lang="en-US" sz="2400" i="1" dirty="0">
                  <a:solidFill>
                    <a:prstClr val="black"/>
                  </a:solidFill>
                </a:rPr>
                <a:t> </a:t>
              </a:r>
              <a:r>
                <a:rPr lang="en-US" sz="2400" u="sng" dirty="0">
                  <a:solidFill>
                    <a:prstClr val="black"/>
                  </a:solidFill>
                </a:rPr>
                <a:t>direct</a:t>
              </a:r>
              <a:r>
                <a:rPr lang="en-US" sz="2400" dirty="0">
                  <a:solidFill>
                    <a:prstClr val="black"/>
                  </a:solidFill>
                </a:rPr>
                <a:t> link cost from node </a:t>
              </a:r>
              <a:r>
                <a:rPr lang="en-US" sz="2400" i="1" dirty="0">
                  <a:solidFill>
                    <a:prstClr val="black"/>
                  </a:solidFill>
                </a:rPr>
                <a:t>x</a:t>
              </a:r>
              <a:r>
                <a:rPr lang="en-US" sz="2400" dirty="0">
                  <a:solidFill>
                    <a:prstClr val="black"/>
                  </a:solidFill>
                </a:rPr>
                <a:t> to </a:t>
              </a:r>
              <a:r>
                <a:rPr lang="en-US" sz="2400" i="1" dirty="0">
                  <a:solidFill>
                    <a:prstClr val="black"/>
                  </a:solidFill>
                </a:rPr>
                <a:t>y</a:t>
              </a:r>
              <a:r>
                <a:rPr lang="en-US" sz="2400" dirty="0">
                  <a:solidFill>
                    <a:prstClr val="black"/>
                  </a:solidFill>
                </a:rPr>
                <a:t>;  = ∞ if not direct neighbors</a:t>
              </a:r>
            </a:p>
            <a:p>
              <a:pPr marL="403225" indent="-273050">
                <a:lnSpc>
                  <a:spcPct val="85000"/>
                </a:lnSpc>
                <a:spcBef>
                  <a:spcPts val="600"/>
                </a:spcBef>
              </a:pPr>
              <a:r>
                <a:rPr lang="en-US" i="1" dirty="0">
                  <a:solidFill>
                    <a:srgbClr val="000099"/>
                  </a:solidFill>
                </a:rPr>
                <a:t>D(v):</a:t>
              </a:r>
              <a:r>
                <a:rPr lang="en-US" sz="2400" i="1" dirty="0">
                  <a:solidFill>
                    <a:prstClr val="black"/>
                  </a:solidFill>
                </a:rPr>
                <a:t> current</a:t>
              </a:r>
              <a:r>
                <a:rPr lang="en-US" sz="2400" dirty="0">
                  <a:solidFill>
                    <a:prstClr val="black"/>
                  </a:solidFill>
                </a:rPr>
                <a:t> estimate of cost of least-cost-path from source to destination </a:t>
              </a:r>
              <a:r>
                <a:rPr lang="en-US" sz="2400" i="1" dirty="0">
                  <a:solidFill>
                    <a:prstClr val="black"/>
                  </a:solidFill>
                </a:rPr>
                <a:t>v</a:t>
              </a:r>
            </a:p>
            <a:p>
              <a:pPr marL="403225" indent="-273050">
                <a:lnSpc>
                  <a:spcPct val="85000"/>
                </a:lnSpc>
                <a:spcBef>
                  <a:spcPts val="600"/>
                </a:spcBef>
              </a:pPr>
              <a:r>
                <a:rPr lang="en-US" i="1" dirty="0">
                  <a:solidFill>
                    <a:srgbClr val="000099"/>
                  </a:solidFill>
                </a:rPr>
                <a:t>p(v):</a:t>
              </a:r>
              <a:r>
                <a:rPr lang="en-US" sz="2400" i="1" dirty="0">
                  <a:solidFill>
                    <a:prstClr val="black"/>
                  </a:solidFill>
                </a:rPr>
                <a:t> </a:t>
              </a:r>
              <a:r>
                <a:rPr lang="en-US" sz="2400" dirty="0">
                  <a:solidFill>
                    <a:prstClr val="black"/>
                  </a:solidFill>
                </a:rPr>
                <a:t>predecessor node along path from source to </a:t>
              </a:r>
              <a:r>
                <a:rPr lang="en-US" sz="2400" i="1" dirty="0">
                  <a:solidFill>
                    <a:prstClr val="black"/>
                  </a:solidFill>
                </a:rPr>
                <a:t>v</a:t>
              </a:r>
            </a:p>
            <a:p>
              <a:pPr marL="403225" indent="-273050">
                <a:lnSpc>
                  <a:spcPct val="85000"/>
                </a:lnSpc>
                <a:spcBef>
                  <a:spcPts val="600"/>
                </a:spcBef>
              </a:pPr>
              <a:r>
                <a:rPr lang="en-US" i="1" dirty="0">
                  <a:solidFill>
                    <a:srgbClr val="000099"/>
                  </a:solidFill>
                </a:rPr>
                <a:t>N</a:t>
              </a:r>
              <a:r>
                <a:rPr lang="en-US" i="1" dirty="0">
                  <a:solidFill>
                    <a:srgbClr val="000099"/>
                  </a:solidFill>
                  <a:cs typeface="Arial" charset="0"/>
                </a:rPr>
                <a:t>'</a:t>
              </a:r>
              <a:r>
                <a:rPr lang="en-US" i="1" dirty="0">
                  <a:solidFill>
                    <a:srgbClr val="000099"/>
                  </a:solidFill>
                </a:rPr>
                <a:t>:</a:t>
              </a:r>
              <a:r>
                <a:rPr lang="en-US" sz="2400" i="1" dirty="0">
                  <a:solidFill>
                    <a:prstClr val="black"/>
                  </a:solidFill>
                </a:rPr>
                <a:t> </a:t>
              </a:r>
              <a:r>
                <a:rPr lang="en-US" sz="2400" dirty="0">
                  <a:solidFill>
                    <a:prstClr val="black"/>
                  </a:solidFill>
                </a:rPr>
                <a:t>set of nodes whose least-cost-path </a:t>
              </a:r>
              <a:r>
                <a:rPr lang="en-US" sz="2400" i="1" dirty="0">
                  <a:solidFill>
                    <a:prstClr val="black"/>
                  </a:solidFill>
                </a:rPr>
                <a:t>definitively</a:t>
              </a:r>
              <a:r>
                <a:rPr lang="en-US" sz="2400" dirty="0">
                  <a:solidFill>
                    <a:prstClr val="black"/>
                  </a:solidFill>
                </a:rPr>
                <a:t> known</a:t>
              </a:r>
            </a:p>
            <a:p>
              <a:pPr>
                <a:lnSpc>
                  <a:spcPct val="75000"/>
                </a:lnSpc>
              </a:pPr>
              <a:endParaRPr lang="en-US" dirty="0">
                <a:solidFill>
                  <a:prstClr val="black"/>
                </a:solidFill>
                <a:latin typeface="Gill Sans MT" charset="0"/>
              </a:endParaRPr>
            </a:p>
          </p:txBody>
        </p:sp>
        <p:sp>
          <p:nvSpPr>
            <p:cNvPr id="2" name="Rectangle 1">
              <a:extLst>
                <a:ext uri="{FF2B5EF4-FFF2-40B4-BE49-F238E27FC236}">
                  <a16:creationId xmlns:a16="http://schemas.microsoft.com/office/drawing/2014/main" id="{575BF574-1695-D54B-8932-9F284CCA9BE5}"/>
                </a:ext>
              </a:extLst>
            </p:cNvPr>
            <p:cNvSpPr/>
            <p:nvPr/>
          </p:nvSpPr>
          <p:spPr>
            <a:xfrm>
              <a:off x="7315200" y="1828800"/>
              <a:ext cx="4441371" cy="4339771"/>
            </a:xfrm>
            <a:prstGeom prst="rect">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 name="TextBox 2">
              <a:extLst>
                <a:ext uri="{FF2B5EF4-FFF2-40B4-BE49-F238E27FC236}">
                  <a16:creationId xmlns:a16="http://schemas.microsoft.com/office/drawing/2014/main" id="{C2AE01A3-6135-9744-BC6A-3A4D19D0FA06}"/>
                </a:ext>
              </a:extLst>
            </p:cNvPr>
            <p:cNvSpPr txBox="1"/>
            <p:nvPr/>
          </p:nvSpPr>
          <p:spPr>
            <a:xfrm>
              <a:off x="7823199" y="1524000"/>
              <a:ext cx="1608967" cy="584775"/>
            </a:xfrm>
            <a:prstGeom prst="rect">
              <a:avLst/>
            </a:prstGeom>
            <a:solidFill>
              <a:schemeClr val="bg1"/>
            </a:solidFill>
          </p:spPr>
          <p:txBody>
            <a:bodyPr wrap="none" rtlCol="0">
              <a:spAutoFit/>
            </a:bodyPr>
            <a:lstStyle/>
            <a:p>
              <a:r>
                <a:rPr lang="en-US" sz="3200" dirty="0">
                  <a:solidFill>
                    <a:srgbClr val="C00000"/>
                  </a:solidFill>
                </a:rPr>
                <a:t>notation</a:t>
              </a:r>
            </a:p>
          </p:txBody>
        </p:sp>
      </p:grpSp>
    </p:spTree>
    <p:extLst>
      <p:ext uri="{BB962C8B-B14F-4D97-AF65-F5344CB8AC3E}">
        <p14:creationId xmlns:p14="http://schemas.microsoft.com/office/powerpoint/2010/main" val="6871915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
                                            <p:txEl>
                                              <p:pRg st="0" end="0"/>
                                            </p:txEl>
                                          </p:spTgt>
                                        </p:tgtEl>
                                        <p:attrNameLst>
                                          <p:attrName>style.visibility</p:attrName>
                                        </p:attrNameLst>
                                      </p:cBhvr>
                                      <p:to>
                                        <p:strVal val="visible"/>
                                      </p:to>
                                    </p:set>
                                    <p:animEffect transition="in" filter="dissolve">
                                      <p:cBhvr>
                                        <p:cTn id="7" dur="500"/>
                                        <p:tgtEl>
                                          <p:spTgt spid="23">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3">
                                            <p:txEl>
                                              <p:pRg st="1" end="1"/>
                                            </p:txEl>
                                          </p:spTgt>
                                        </p:tgtEl>
                                        <p:attrNameLst>
                                          <p:attrName>style.visibility</p:attrName>
                                        </p:attrNameLst>
                                      </p:cBhvr>
                                      <p:to>
                                        <p:strVal val="visible"/>
                                      </p:to>
                                    </p:set>
                                    <p:animEffect transition="in" filter="dissolve">
                                      <p:cBhvr>
                                        <p:cTn id="10" dur="500"/>
                                        <p:tgtEl>
                                          <p:spTgt spid="23">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23">
                                            <p:txEl>
                                              <p:pRg st="2" end="2"/>
                                            </p:txEl>
                                          </p:spTgt>
                                        </p:tgtEl>
                                        <p:attrNameLst>
                                          <p:attrName>style.visibility</p:attrName>
                                        </p:attrNameLst>
                                      </p:cBhvr>
                                      <p:to>
                                        <p:strVal val="visible"/>
                                      </p:to>
                                    </p:set>
                                    <p:animEffect transition="in" filter="dissolve">
                                      <p:cBhvr>
                                        <p:cTn id="13" dur="500"/>
                                        <p:tgtEl>
                                          <p:spTgt spid="23">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23">
                                            <p:txEl>
                                              <p:pRg st="3" end="3"/>
                                            </p:txEl>
                                          </p:spTgt>
                                        </p:tgtEl>
                                        <p:attrNameLst>
                                          <p:attrName>style.visibility</p:attrName>
                                        </p:attrNameLst>
                                      </p:cBhvr>
                                      <p:to>
                                        <p:strVal val="visible"/>
                                      </p:to>
                                    </p:set>
                                    <p:animEffect transition="in" filter="dissolve">
                                      <p:cBhvr>
                                        <p:cTn id="18" dur="500"/>
                                        <p:tgtEl>
                                          <p:spTgt spid="23">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23">
                                            <p:txEl>
                                              <p:pRg st="4" end="4"/>
                                            </p:txEl>
                                          </p:spTgt>
                                        </p:tgtEl>
                                        <p:attrNameLst>
                                          <p:attrName>style.visibility</p:attrName>
                                        </p:attrNameLst>
                                      </p:cBhvr>
                                      <p:to>
                                        <p:strVal val="visible"/>
                                      </p:to>
                                    </p:set>
                                    <p:animEffect transition="in" filter="dissolve">
                                      <p:cBhvr>
                                        <p:cTn id="21" dur="500"/>
                                        <p:tgtEl>
                                          <p:spTgt spid="23">
                                            <p:txEl>
                                              <p:pRg st="4" end="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23">
                                            <p:txEl>
                                              <p:pRg st="5" end="5"/>
                                            </p:txEl>
                                          </p:spTgt>
                                        </p:tgtEl>
                                        <p:attrNameLst>
                                          <p:attrName>style.visibility</p:attrName>
                                        </p:attrNameLst>
                                      </p:cBhvr>
                                      <p:to>
                                        <p:strVal val="visible"/>
                                      </p:to>
                                    </p:set>
                                    <p:animEffect transition="in" filter="dissolve">
                                      <p:cBhvr>
                                        <p:cTn id="26" dur="500"/>
                                        <p:tgtEl>
                                          <p:spTgt spid="23">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5"/>
                                        </p:tgtEl>
                                        <p:attrNameLst>
                                          <p:attrName>style.visibility</p:attrName>
                                        </p:attrNameLst>
                                      </p:cBhvr>
                                      <p:to>
                                        <p:strVal val="visible"/>
                                      </p:to>
                                    </p:set>
                                    <p:animEffect transition="in" filter="dissolve">
                                      <p:cBhvr>
                                        <p:cTn id="31"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build="p"/>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oup 11">
            <a:extLst>
              <a:ext uri="{FF2B5EF4-FFF2-40B4-BE49-F238E27FC236}">
                <a16:creationId xmlns:a16="http://schemas.microsoft.com/office/drawing/2014/main" id="{7D1BF78F-2764-A548-ABF1-4B1E42A705DA}"/>
              </a:ext>
            </a:extLst>
          </p:cNvPr>
          <p:cNvGrpSpPr/>
          <p:nvPr/>
        </p:nvGrpSpPr>
        <p:grpSpPr>
          <a:xfrm>
            <a:off x="1088571" y="3643090"/>
            <a:ext cx="1669144" cy="2786743"/>
            <a:chOff x="391885" y="3599543"/>
            <a:chExt cx="1669144" cy="2786743"/>
          </a:xfrm>
        </p:grpSpPr>
        <p:sp>
          <p:nvSpPr>
            <p:cNvPr id="4" name="Oval 3">
              <a:extLst>
                <a:ext uri="{FF2B5EF4-FFF2-40B4-BE49-F238E27FC236}">
                  <a16:creationId xmlns:a16="http://schemas.microsoft.com/office/drawing/2014/main" id="{2D7BEC2C-0D8F-4B40-94FB-EBBC0F3C072B}"/>
                </a:ext>
              </a:extLst>
            </p:cNvPr>
            <p:cNvSpPr/>
            <p:nvPr/>
          </p:nvSpPr>
          <p:spPr>
            <a:xfrm>
              <a:off x="391885" y="3599543"/>
              <a:ext cx="1480458" cy="278674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5" name="Rectangle 4">
              <a:extLst>
                <a:ext uri="{FF2B5EF4-FFF2-40B4-BE49-F238E27FC236}">
                  <a16:creationId xmlns:a16="http://schemas.microsoft.com/office/drawing/2014/main" id="{D65DE2F2-C2A0-5A4A-BDC1-ACDB6130E0FD}"/>
                </a:ext>
              </a:extLst>
            </p:cNvPr>
            <p:cNvSpPr/>
            <p:nvPr/>
          </p:nvSpPr>
          <p:spPr>
            <a:xfrm>
              <a:off x="1161143" y="3715658"/>
              <a:ext cx="899886" cy="25835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10" name="Straight Arrow Connector 9">
              <a:extLst>
                <a:ext uri="{FF2B5EF4-FFF2-40B4-BE49-F238E27FC236}">
                  <a16:creationId xmlns:a16="http://schemas.microsoft.com/office/drawing/2014/main" id="{599703E9-6EB8-4942-9B41-791473B66075}"/>
                </a:ext>
              </a:extLst>
            </p:cNvPr>
            <p:cNvCxnSpPr>
              <a:cxnSpLocks/>
            </p:cNvCxnSpPr>
            <p:nvPr/>
          </p:nvCxnSpPr>
          <p:spPr>
            <a:xfrm>
              <a:off x="1377950" y="3679825"/>
              <a:ext cx="144237" cy="107497"/>
            </a:xfrm>
            <a:prstGeom prst="straightConnector1">
              <a:avLst/>
            </a:prstGeom>
            <a:ln w="381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sp>
        <p:nvSpPr>
          <p:cNvPr id="6" name="Title 5">
            <a:extLst>
              <a:ext uri="{FF2B5EF4-FFF2-40B4-BE49-F238E27FC236}">
                <a16:creationId xmlns:a16="http://schemas.microsoft.com/office/drawing/2014/main" id="{5B27BFF1-5DCE-D642-8EFE-FACB1C97EEE0}"/>
              </a:ext>
            </a:extLst>
          </p:cNvPr>
          <p:cNvSpPr>
            <a:spLocks noGrp="1"/>
          </p:cNvSpPr>
          <p:nvPr>
            <p:ph type="title"/>
          </p:nvPr>
        </p:nvSpPr>
        <p:spPr>
          <a:xfrm>
            <a:off x="838200" y="348585"/>
            <a:ext cx="9839632" cy="894622"/>
          </a:xfrm>
        </p:spPr>
        <p:txBody>
          <a:bodyPr/>
          <a:lstStyle/>
          <a:p>
            <a:r>
              <a:rPr lang="en-US" b="0" dirty="0">
                <a:latin typeface="+mn-lt"/>
              </a:rPr>
              <a:t>Dijkstra’s link-state routing algorithm</a:t>
            </a:r>
          </a:p>
        </p:txBody>
      </p:sp>
      <p:sp>
        <p:nvSpPr>
          <p:cNvPr id="546" name="Slide Number Placeholder 4">
            <a:extLst>
              <a:ext uri="{FF2B5EF4-FFF2-40B4-BE49-F238E27FC236}">
                <a16:creationId xmlns:a16="http://schemas.microsoft.com/office/drawing/2014/main" id="{5DC8F37A-7230-5148-88D9-265AE5AD394E}"/>
              </a:ext>
            </a:extLst>
          </p:cNvPr>
          <p:cNvSpPr>
            <a:spLocks noGrp="1"/>
          </p:cNvSpPr>
          <p:nvPr>
            <p:ph type="sldNum" sz="quarter" idx="4"/>
          </p:nvPr>
        </p:nvSpPr>
        <p:spPr>
          <a:xfrm>
            <a:off x="9219616" y="6443089"/>
            <a:ext cx="2743200" cy="365125"/>
          </a:xfrm>
        </p:spPr>
        <p:txBody>
          <a:bodyPr/>
          <a:lstStyle/>
          <a:p>
            <a:pPr>
              <a:defRPr/>
            </a:pPr>
            <a:r>
              <a:rPr lang="en-US" dirty="0">
                <a:solidFill>
                  <a:prstClr val="white">
                    <a:lumMod val="50000"/>
                  </a:prstClr>
                </a:solidFill>
              </a:rPr>
              <a:t>Network Layer: 5-</a:t>
            </a:r>
            <a:fld id="{C4204591-24BD-A542-B9D5-F8D8A88D2FEE}" type="slidenum">
              <a:rPr lang="en-US" smtClean="0">
                <a:solidFill>
                  <a:prstClr val="white">
                    <a:lumMod val="50000"/>
                  </a:prstClr>
                </a:solidFill>
              </a:rPr>
              <a:pPr>
                <a:defRPr/>
              </a:pPr>
              <a:t>44</a:t>
            </a:fld>
            <a:endParaRPr lang="en-US" dirty="0">
              <a:solidFill>
                <a:prstClr val="white">
                  <a:lumMod val="50000"/>
                </a:prstClr>
              </a:solidFill>
            </a:endParaRPr>
          </a:p>
        </p:txBody>
      </p:sp>
      <p:sp>
        <p:nvSpPr>
          <p:cNvPr id="8" name="Text Box 3">
            <a:extLst>
              <a:ext uri="{FF2B5EF4-FFF2-40B4-BE49-F238E27FC236}">
                <a16:creationId xmlns:a16="http://schemas.microsoft.com/office/drawing/2014/main" id="{E360F75D-37CB-A045-9AC4-50629DAD82D8}"/>
              </a:ext>
            </a:extLst>
          </p:cNvPr>
          <p:cNvSpPr txBox="1">
            <a:spLocks noChangeArrowheads="1"/>
          </p:cNvSpPr>
          <p:nvPr/>
        </p:nvSpPr>
        <p:spPr bwMode="auto">
          <a:xfrm>
            <a:off x="2157412" y="1225689"/>
            <a:ext cx="9799235" cy="24191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90000"/>
              </a:lnSpc>
            </a:pPr>
            <a:r>
              <a:rPr lang="en-US" sz="2000" dirty="0">
                <a:solidFill>
                  <a:prstClr val="black"/>
                </a:solidFill>
                <a:latin typeface="Calibri" panose="020F0502020204030204"/>
              </a:rPr>
              <a:t>1  </a:t>
            </a:r>
            <a:r>
              <a:rPr lang="en-US" i="1" dirty="0">
                <a:solidFill>
                  <a:srgbClr val="0000A8"/>
                </a:solidFill>
                <a:latin typeface="Calibri" panose="020F0502020204030204"/>
              </a:rPr>
              <a:t>Initialization:</a:t>
            </a:r>
            <a:r>
              <a:rPr lang="en-US" dirty="0">
                <a:solidFill>
                  <a:srgbClr val="0000A8"/>
                </a:solidFill>
                <a:latin typeface="Calibri" panose="020F0502020204030204"/>
              </a:rPr>
              <a:t> </a:t>
            </a:r>
          </a:p>
          <a:p>
            <a:pPr>
              <a:lnSpc>
                <a:spcPct val="90000"/>
              </a:lnSpc>
            </a:pPr>
            <a:r>
              <a:rPr lang="en-US" dirty="0">
                <a:solidFill>
                  <a:prstClr val="black"/>
                </a:solidFill>
                <a:latin typeface="Calibri" panose="020F0502020204030204"/>
              </a:rPr>
              <a:t>2   </a:t>
            </a:r>
            <a:r>
              <a:rPr lang="en-US" i="1" dirty="0">
                <a:solidFill>
                  <a:prstClr val="black"/>
                </a:solidFill>
                <a:latin typeface="Calibri" panose="020F0502020204030204"/>
              </a:rPr>
              <a:t> N</a:t>
            </a:r>
            <a:r>
              <a:rPr lang="en-US" i="1" dirty="0">
                <a:solidFill>
                  <a:prstClr val="black"/>
                </a:solidFill>
                <a:latin typeface="Calibri" panose="020F0502020204030204"/>
                <a:cs typeface="Arial" charset="0"/>
              </a:rPr>
              <a:t>'</a:t>
            </a:r>
            <a:r>
              <a:rPr lang="en-US" i="1" dirty="0">
                <a:solidFill>
                  <a:prstClr val="black"/>
                </a:solidFill>
                <a:latin typeface="Calibri" panose="020F0502020204030204"/>
              </a:rPr>
              <a:t> </a:t>
            </a:r>
            <a:r>
              <a:rPr lang="en-US" dirty="0">
                <a:solidFill>
                  <a:prstClr val="black"/>
                </a:solidFill>
                <a:latin typeface="Calibri" panose="020F0502020204030204"/>
              </a:rPr>
              <a:t>= {</a:t>
            </a:r>
            <a:r>
              <a:rPr lang="en-US" i="1" dirty="0">
                <a:solidFill>
                  <a:prstClr val="black"/>
                </a:solidFill>
                <a:latin typeface="Calibri" panose="020F0502020204030204"/>
              </a:rPr>
              <a:t>u</a:t>
            </a:r>
            <a:r>
              <a:rPr lang="en-US" dirty="0">
                <a:solidFill>
                  <a:prstClr val="black"/>
                </a:solidFill>
                <a:latin typeface="Calibri" panose="020F0502020204030204"/>
              </a:rPr>
              <a:t>}                               </a:t>
            </a:r>
            <a:r>
              <a:rPr lang="en-US" sz="1600" dirty="0">
                <a:solidFill>
                  <a:prstClr val="black"/>
                </a:solidFill>
                <a:latin typeface="Arial" panose="020B0604020202020204" pitchFamily="34" charset="0"/>
                <a:cs typeface="Arial" panose="020B0604020202020204" pitchFamily="34" charset="0"/>
              </a:rPr>
              <a:t>/* compute </a:t>
            </a:r>
            <a:r>
              <a:rPr lang="en-US" sz="1600" dirty="0">
                <a:solidFill>
                  <a:prstClr val="black"/>
                </a:solidFill>
              </a:rPr>
              <a:t>least cost path from u </a:t>
            </a:r>
            <a:r>
              <a:rPr lang="en-US" altLang="ja-JP" sz="1600" dirty="0">
                <a:solidFill>
                  <a:prstClr val="black"/>
                </a:solidFill>
              </a:rPr>
              <a:t>to all other nodes */</a:t>
            </a:r>
            <a:endParaRPr lang="en-US" dirty="0">
              <a:solidFill>
                <a:prstClr val="black"/>
              </a:solidFill>
              <a:latin typeface="Calibri" panose="020F0502020204030204"/>
            </a:endParaRPr>
          </a:p>
          <a:p>
            <a:pPr>
              <a:lnSpc>
                <a:spcPct val="90000"/>
              </a:lnSpc>
            </a:pPr>
            <a:r>
              <a:rPr lang="en-US" dirty="0">
                <a:solidFill>
                  <a:prstClr val="black"/>
                </a:solidFill>
                <a:latin typeface="Calibri" panose="020F0502020204030204"/>
              </a:rPr>
              <a:t>3    for all nodes </a:t>
            </a:r>
            <a:r>
              <a:rPr lang="en-US" i="1" dirty="0">
                <a:solidFill>
                  <a:prstClr val="black"/>
                </a:solidFill>
                <a:latin typeface="Calibri" panose="020F0502020204030204"/>
              </a:rPr>
              <a:t>v</a:t>
            </a:r>
            <a:r>
              <a:rPr lang="en-US" dirty="0">
                <a:solidFill>
                  <a:prstClr val="black"/>
                </a:solidFill>
                <a:latin typeface="Calibri" panose="020F0502020204030204"/>
              </a:rPr>
              <a:t> </a:t>
            </a:r>
          </a:p>
          <a:p>
            <a:pPr>
              <a:lnSpc>
                <a:spcPct val="90000"/>
              </a:lnSpc>
            </a:pPr>
            <a:r>
              <a:rPr lang="en-US" dirty="0">
                <a:solidFill>
                  <a:prstClr val="black"/>
                </a:solidFill>
                <a:latin typeface="Calibri" panose="020F0502020204030204"/>
              </a:rPr>
              <a:t>4      if </a:t>
            </a:r>
            <a:r>
              <a:rPr lang="en-US" i="1" dirty="0">
                <a:solidFill>
                  <a:prstClr val="black"/>
                </a:solidFill>
                <a:latin typeface="Calibri" panose="020F0502020204030204"/>
              </a:rPr>
              <a:t>v</a:t>
            </a:r>
            <a:r>
              <a:rPr lang="en-US" dirty="0">
                <a:solidFill>
                  <a:prstClr val="black"/>
                </a:solidFill>
                <a:latin typeface="Calibri" panose="020F0502020204030204"/>
              </a:rPr>
              <a:t> adjacent to </a:t>
            </a:r>
            <a:r>
              <a:rPr lang="en-US" i="1" dirty="0">
                <a:solidFill>
                  <a:prstClr val="black"/>
                </a:solidFill>
                <a:latin typeface="Calibri" panose="020F0502020204030204"/>
              </a:rPr>
              <a:t>u</a:t>
            </a:r>
            <a:r>
              <a:rPr lang="en-US" dirty="0">
                <a:solidFill>
                  <a:prstClr val="black"/>
                </a:solidFill>
                <a:latin typeface="Calibri" panose="020F0502020204030204"/>
              </a:rPr>
              <a:t>            </a:t>
            </a:r>
            <a:r>
              <a:rPr lang="en-US" sz="1800" dirty="0">
                <a:solidFill>
                  <a:prstClr val="black"/>
                </a:solidFill>
                <a:latin typeface="Calibri" panose="020F0502020204030204"/>
              </a:rPr>
              <a:t>/* </a:t>
            </a:r>
            <a:r>
              <a:rPr lang="en-US" sz="1800" i="1" dirty="0">
                <a:solidFill>
                  <a:prstClr val="black"/>
                </a:solidFill>
                <a:latin typeface="Calibri" panose="020F0502020204030204"/>
              </a:rPr>
              <a:t>u </a:t>
            </a:r>
            <a:r>
              <a:rPr lang="en-US" sz="1800" dirty="0">
                <a:solidFill>
                  <a:prstClr val="black"/>
                </a:solidFill>
                <a:latin typeface="Calibri" panose="020F0502020204030204"/>
              </a:rPr>
              <a:t>initially</a:t>
            </a:r>
            <a:r>
              <a:rPr lang="en-US" sz="1800" i="1" dirty="0">
                <a:solidFill>
                  <a:prstClr val="black"/>
                </a:solidFill>
                <a:latin typeface="Calibri" panose="020F0502020204030204"/>
              </a:rPr>
              <a:t> </a:t>
            </a:r>
            <a:r>
              <a:rPr lang="en-US" sz="1800" dirty="0">
                <a:solidFill>
                  <a:prstClr val="black"/>
                </a:solidFill>
                <a:latin typeface="Calibri" panose="020F0502020204030204"/>
              </a:rPr>
              <a:t>knows direct-path-cost only to  direct neighbors    */</a:t>
            </a:r>
            <a:endParaRPr lang="en-US" dirty="0">
              <a:solidFill>
                <a:prstClr val="black"/>
              </a:solidFill>
              <a:latin typeface="Calibri" panose="020F0502020204030204"/>
            </a:endParaRPr>
          </a:p>
          <a:p>
            <a:pPr>
              <a:lnSpc>
                <a:spcPct val="90000"/>
              </a:lnSpc>
            </a:pPr>
            <a:r>
              <a:rPr lang="en-US" dirty="0">
                <a:solidFill>
                  <a:prstClr val="black"/>
                </a:solidFill>
                <a:latin typeface="Calibri" panose="020F0502020204030204"/>
              </a:rPr>
              <a:t>5          then </a:t>
            </a:r>
            <a:r>
              <a:rPr lang="en-US" i="1" dirty="0">
                <a:solidFill>
                  <a:prstClr val="black"/>
                </a:solidFill>
                <a:latin typeface="Calibri" panose="020F0502020204030204"/>
              </a:rPr>
              <a:t>D(v) = c</a:t>
            </a:r>
            <a:r>
              <a:rPr lang="en-US" i="1" baseline="-25000" dirty="0">
                <a:solidFill>
                  <a:prstClr val="black"/>
                </a:solidFill>
                <a:latin typeface="Calibri" panose="020F0502020204030204"/>
              </a:rPr>
              <a:t>u,v      </a:t>
            </a:r>
            <a:r>
              <a:rPr lang="en-US" sz="1800" baseline="-25000" dirty="0">
                <a:solidFill>
                  <a:prstClr val="black"/>
                </a:solidFill>
                <a:latin typeface="Calibri" panose="020F0502020204030204"/>
              </a:rPr>
              <a:t>             </a:t>
            </a:r>
            <a:r>
              <a:rPr lang="en-US" sz="1800" dirty="0">
                <a:solidFill>
                  <a:prstClr val="black"/>
                </a:solidFill>
                <a:latin typeface="Calibri" panose="020F0502020204030204"/>
              </a:rPr>
              <a:t>/* but may not be </a:t>
            </a:r>
            <a:r>
              <a:rPr lang="en-US" sz="1800" i="1" dirty="0">
                <a:solidFill>
                  <a:prstClr val="black"/>
                </a:solidFill>
                <a:latin typeface="Calibri" panose="020F0502020204030204"/>
              </a:rPr>
              <a:t>minimum</a:t>
            </a:r>
            <a:r>
              <a:rPr lang="en-US" sz="1800" dirty="0">
                <a:solidFill>
                  <a:prstClr val="black"/>
                </a:solidFill>
                <a:latin typeface="Calibri" panose="020F0502020204030204"/>
              </a:rPr>
              <a:t> cost!                                                    */</a:t>
            </a:r>
          </a:p>
          <a:p>
            <a:pPr>
              <a:lnSpc>
                <a:spcPct val="90000"/>
              </a:lnSpc>
            </a:pPr>
            <a:r>
              <a:rPr lang="en-US" dirty="0">
                <a:solidFill>
                  <a:prstClr val="black"/>
                </a:solidFill>
                <a:latin typeface="Calibri" panose="020F0502020204030204"/>
              </a:rPr>
              <a:t>6      else </a:t>
            </a:r>
            <a:r>
              <a:rPr lang="en-US" i="1" dirty="0">
                <a:solidFill>
                  <a:prstClr val="black"/>
                </a:solidFill>
                <a:latin typeface="Calibri" panose="020F0502020204030204"/>
              </a:rPr>
              <a:t>D(v) </a:t>
            </a:r>
            <a:r>
              <a:rPr lang="en-US" dirty="0">
                <a:solidFill>
                  <a:prstClr val="black"/>
                </a:solidFill>
                <a:latin typeface="Calibri" panose="020F0502020204030204"/>
              </a:rPr>
              <a:t>= </a:t>
            </a:r>
            <a:r>
              <a:rPr lang="en-US" dirty="0">
                <a:solidFill>
                  <a:prstClr val="black"/>
                </a:solidFill>
                <a:latin typeface="Calibri" panose="020F0502020204030204"/>
                <a:cs typeface="Arial" charset="0"/>
              </a:rPr>
              <a:t>∞</a:t>
            </a:r>
            <a:r>
              <a:rPr lang="en-US" dirty="0">
                <a:solidFill>
                  <a:prstClr val="black"/>
                </a:solidFill>
                <a:latin typeface="Calibri" panose="020F0502020204030204"/>
              </a:rPr>
              <a:t> </a:t>
            </a:r>
          </a:p>
          <a:p>
            <a:pPr>
              <a:lnSpc>
                <a:spcPct val="90000"/>
              </a:lnSpc>
            </a:pPr>
            <a:r>
              <a:rPr lang="en-US" dirty="0">
                <a:solidFill>
                  <a:prstClr val="black"/>
                </a:solidFill>
                <a:latin typeface="Calibri" panose="020F0502020204030204"/>
              </a:rPr>
              <a:t>7 </a:t>
            </a:r>
          </a:p>
        </p:txBody>
      </p:sp>
      <p:sp>
        <p:nvSpPr>
          <p:cNvPr id="16" name="Text Box 3">
            <a:extLst>
              <a:ext uri="{FF2B5EF4-FFF2-40B4-BE49-F238E27FC236}">
                <a16:creationId xmlns:a16="http://schemas.microsoft.com/office/drawing/2014/main" id="{E6A5B365-6E84-8F48-A98B-CE54B371702B}"/>
              </a:ext>
            </a:extLst>
          </p:cNvPr>
          <p:cNvSpPr txBox="1">
            <a:spLocks noChangeArrowheads="1"/>
          </p:cNvSpPr>
          <p:nvPr/>
        </p:nvSpPr>
        <p:spPr bwMode="auto">
          <a:xfrm>
            <a:off x="2179184" y="3194942"/>
            <a:ext cx="3075073"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endParaRPr lang="en-US" dirty="0">
              <a:solidFill>
                <a:prstClr val="black"/>
              </a:solidFill>
              <a:latin typeface="Calibri" panose="020F0502020204030204"/>
            </a:endParaRPr>
          </a:p>
          <a:p>
            <a:r>
              <a:rPr lang="en-US" dirty="0">
                <a:solidFill>
                  <a:srgbClr val="0000A8"/>
                </a:solidFill>
                <a:latin typeface="Calibri" panose="020F0502020204030204"/>
              </a:rPr>
              <a:t>8   </a:t>
            </a:r>
            <a:r>
              <a:rPr lang="en-US" i="1" dirty="0">
                <a:solidFill>
                  <a:srgbClr val="0000A8"/>
                </a:solidFill>
                <a:latin typeface="Calibri" panose="020F0502020204030204"/>
              </a:rPr>
              <a:t>Loop </a:t>
            </a:r>
            <a:endParaRPr lang="en-US" dirty="0">
              <a:solidFill>
                <a:srgbClr val="0000A8"/>
              </a:solidFill>
              <a:latin typeface="Calibri" panose="020F0502020204030204"/>
            </a:endParaRPr>
          </a:p>
          <a:p>
            <a:r>
              <a:rPr lang="en-US" dirty="0">
                <a:solidFill>
                  <a:prstClr val="black"/>
                </a:solidFill>
                <a:latin typeface="Calibri" panose="020F0502020204030204"/>
              </a:rPr>
              <a:t>9     </a:t>
            </a:r>
          </a:p>
          <a:p>
            <a:r>
              <a:rPr lang="en-US" dirty="0">
                <a:solidFill>
                  <a:prstClr val="black"/>
                </a:solidFill>
                <a:latin typeface="Calibri" panose="020F0502020204030204"/>
              </a:rPr>
              <a:t>10    </a:t>
            </a:r>
          </a:p>
          <a:p>
            <a:r>
              <a:rPr lang="en-US" dirty="0">
                <a:solidFill>
                  <a:prstClr val="black"/>
                </a:solidFill>
                <a:latin typeface="Calibri" panose="020F0502020204030204"/>
              </a:rPr>
              <a:t>11</a:t>
            </a:r>
          </a:p>
          <a:p>
            <a:r>
              <a:rPr lang="en-US" dirty="0">
                <a:solidFill>
                  <a:prstClr val="black"/>
                </a:solidFill>
                <a:latin typeface="Calibri" panose="020F0502020204030204"/>
              </a:rPr>
              <a:t>12</a:t>
            </a:r>
            <a:endParaRPr lang="en-US" b="1" dirty="0">
              <a:solidFill>
                <a:srgbClr val="CC0000"/>
              </a:solidFill>
              <a:latin typeface="Calibri" panose="020F0502020204030204"/>
            </a:endParaRPr>
          </a:p>
          <a:p>
            <a:r>
              <a:rPr lang="en-US" dirty="0">
                <a:solidFill>
                  <a:prstClr val="black"/>
                </a:solidFill>
                <a:latin typeface="Calibri" panose="020F0502020204030204"/>
              </a:rPr>
              <a:t>13</a:t>
            </a:r>
          </a:p>
          <a:p>
            <a:r>
              <a:rPr lang="en-US" dirty="0">
                <a:solidFill>
                  <a:prstClr val="black"/>
                </a:solidFill>
                <a:latin typeface="Calibri" panose="020F0502020204030204"/>
              </a:rPr>
              <a:t>14</a:t>
            </a:r>
          </a:p>
          <a:p>
            <a:r>
              <a:rPr lang="en-US" b="1" dirty="0">
                <a:solidFill>
                  <a:srgbClr val="0000A8"/>
                </a:solidFill>
                <a:latin typeface="Calibri" panose="020F0502020204030204"/>
              </a:rPr>
              <a:t>15  </a:t>
            </a:r>
            <a:r>
              <a:rPr lang="en-US" i="1" dirty="0">
                <a:solidFill>
                  <a:srgbClr val="0000A8"/>
                </a:solidFill>
                <a:latin typeface="Calibri" panose="020F0502020204030204"/>
              </a:rPr>
              <a:t>until all nodes in N</a:t>
            </a:r>
            <a:r>
              <a:rPr lang="en-US" i="1" dirty="0">
                <a:solidFill>
                  <a:srgbClr val="0000A8"/>
                </a:solidFill>
                <a:latin typeface="Calibri" panose="020F0502020204030204"/>
                <a:cs typeface="Arial" charset="0"/>
              </a:rPr>
              <a:t>'</a:t>
            </a:r>
            <a:r>
              <a:rPr lang="en-US" dirty="0">
                <a:solidFill>
                  <a:srgbClr val="0000A8"/>
                </a:solidFill>
                <a:latin typeface="Calibri" panose="020F0502020204030204"/>
              </a:rPr>
              <a:t> </a:t>
            </a:r>
          </a:p>
        </p:txBody>
      </p:sp>
      <p:sp>
        <p:nvSpPr>
          <p:cNvPr id="17" name="Text Box 3">
            <a:extLst>
              <a:ext uri="{FF2B5EF4-FFF2-40B4-BE49-F238E27FC236}">
                <a16:creationId xmlns:a16="http://schemas.microsoft.com/office/drawing/2014/main" id="{C3FDD5E0-11CC-FC44-8118-718358E5438B}"/>
              </a:ext>
            </a:extLst>
          </p:cNvPr>
          <p:cNvSpPr txBox="1">
            <a:spLocks noChangeArrowheads="1"/>
          </p:cNvSpPr>
          <p:nvPr/>
        </p:nvSpPr>
        <p:spPr bwMode="auto">
          <a:xfrm>
            <a:off x="2767012" y="3546934"/>
            <a:ext cx="7463582" cy="2657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endParaRPr lang="en-US" dirty="0">
              <a:solidFill>
                <a:prstClr val="black"/>
              </a:solidFill>
              <a:latin typeface="Calibri" panose="020F0502020204030204"/>
            </a:endParaRPr>
          </a:p>
          <a:p>
            <a:r>
              <a:rPr lang="en-US" dirty="0">
                <a:solidFill>
                  <a:prstClr val="black"/>
                </a:solidFill>
                <a:latin typeface="Calibri" panose="020F0502020204030204"/>
              </a:rPr>
              <a:t>find </a:t>
            </a:r>
            <a:r>
              <a:rPr lang="en-US" i="1" dirty="0">
                <a:solidFill>
                  <a:prstClr val="black"/>
                </a:solidFill>
                <a:latin typeface="Calibri" panose="020F0502020204030204"/>
              </a:rPr>
              <a:t>w</a:t>
            </a:r>
            <a:r>
              <a:rPr lang="en-US" dirty="0">
                <a:solidFill>
                  <a:prstClr val="black"/>
                </a:solidFill>
                <a:latin typeface="Calibri" panose="020F0502020204030204"/>
              </a:rPr>
              <a:t> not in </a:t>
            </a:r>
            <a:r>
              <a:rPr lang="en-US" i="1" dirty="0">
                <a:solidFill>
                  <a:prstClr val="black"/>
                </a:solidFill>
                <a:latin typeface="Calibri" panose="020F0502020204030204"/>
              </a:rPr>
              <a:t>N</a:t>
            </a:r>
            <a:r>
              <a:rPr lang="en-US" i="1" dirty="0">
                <a:solidFill>
                  <a:prstClr val="black"/>
                </a:solidFill>
                <a:latin typeface="Calibri" panose="020F0502020204030204"/>
                <a:cs typeface="Arial" charset="0"/>
              </a:rPr>
              <a:t>'</a:t>
            </a:r>
            <a:r>
              <a:rPr lang="en-US" i="1" dirty="0">
                <a:solidFill>
                  <a:prstClr val="black"/>
                </a:solidFill>
                <a:latin typeface="Calibri" panose="020F0502020204030204"/>
              </a:rPr>
              <a:t> </a:t>
            </a:r>
            <a:r>
              <a:rPr lang="en-US" dirty="0">
                <a:solidFill>
                  <a:prstClr val="black"/>
                </a:solidFill>
                <a:latin typeface="Calibri" panose="020F0502020204030204"/>
              </a:rPr>
              <a:t>such that </a:t>
            </a:r>
            <a:r>
              <a:rPr lang="en-US" i="1" dirty="0">
                <a:solidFill>
                  <a:prstClr val="black"/>
                </a:solidFill>
                <a:latin typeface="Calibri" panose="020F0502020204030204"/>
              </a:rPr>
              <a:t>D(w) </a:t>
            </a:r>
            <a:r>
              <a:rPr lang="en-US" dirty="0">
                <a:solidFill>
                  <a:prstClr val="black"/>
                </a:solidFill>
                <a:latin typeface="Calibri" panose="020F0502020204030204"/>
              </a:rPr>
              <a:t>is a minimum </a:t>
            </a:r>
          </a:p>
          <a:p>
            <a:r>
              <a:rPr lang="en-US" dirty="0">
                <a:solidFill>
                  <a:prstClr val="black"/>
                </a:solidFill>
                <a:latin typeface="Calibri" panose="020F0502020204030204"/>
              </a:rPr>
              <a:t>add </a:t>
            </a:r>
            <a:r>
              <a:rPr lang="en-US" i="1" dirty="0">
                <a:solidFill>
                  <a:prstClr val="black"/>
                </a:solidFill>
                <a:latin typeface="Calibri" panose="020F0502020204030204"/>
              </a:rPr>
              <a:t>w</a:t>
            </a:r>
            <a:r>
              <a:rPr lang="en-US" dirty="0">
                <a:solidFill>
                  <a:prstClr val="black"/>
                </a:solidFill>
                <a:latin typeface="Calibri" panose="020F0502020204030204"/>
              </a:rPr>
              <a:t> to </a:t>
            </a:r>
            <a:r>
              <a:rPr lang="en-US" i="1" dirty="0">
                <a:solidFill>
                  <a:prstClr val="black"/>
                </a:solidFill>
                <a:latin typeface="Calibri" panose="020F0502020204030204"/>
              </a:rPr>
              <a:t>N</a:t>
            </a:r>
            <a:r>
              <a:rPr lang="en-US" i="1" dirty="0">
                <a:solidFill>
                  <a:prstClr val="black"/>
                </a:solidFill>
                <a:latin typeface="Calibri" panose="020F0502020204030204"/>
                <a:cs typeface="Arial" charset="0"/>
              </a:rPr>
              <a:t>'</a:t>
            </a:r>
            <a:r>
              <a:rPr lang="en-US" i="1" dirty="0">
                <a:solidFill>
                  <a:prstClr val="black"/>
                </a:solidFill>
                <a:latin typeface="Calibri" panose="020F0502020204030204"/>
              </a:rPr>
              <a:t> </a:t>
            </a:r>
          </a:p>
          <a:p>
            <a:r>
              <a:rPr lang="en-US" dirty="0">
                <a:solidFill>
                  <a:prstClr val="black"/>
                </a:solidFill>
                <a:latin typeface="Calibri" panose="020F0502020204030204"/>
              </a:rPr>
              <a:t>update </a:t>
            </a:r>
            <a:r>
              <a:rPr lang="en-US" i="1" dirty="0">
                <a:solidFill>
                  <a:prstClr val="black"/>
                </a:solidFill>
                <a:latin typeface="Calibri" panose="020F0502020204030204"/>
              </a:rPr>
              <a:t>D(v) </a:t>
            </a:r>
            <a:r>
              <a:rPr lang="en-US" dirty="0">
                <a:solidFill>
                  <a:prstClr val="black"/>
                </a:solidFill>
                <a:latin typeface="Calibri" panose="020F0502020204030204"/>
              </a:rPr>
              <a:t>for all</a:t>
            </a:r>
            <a:r>
              <a:rPr lang="en-US" i="1" dirty="0">
                <a:solidFill>
                  <a:prstClr val="black"/>
                </a:solidFill>
                <a:latin typeface="Calibri" panose="020F0502020204030204"/>
              </a:rPr>
              <a:t> v </a:t>
            </a:r>
            <a:r>
              <a:rPr lang="en-US" dirty="0">
                <a:solidFill>
                  <a:prstClr val="black"/>
                </a:solidFill>
                <a:latin typeface="Calibri" panose="020F0502020204030204"/>
              </a:rPr>
              <a:t>adjacent to </a:t>
            </a:r>
            <a:r>
              <a:rPr lang="en-US" i="1" dirty="0">
                <a:solidFill>
                  <a:prstClr val="black"/>
                </a:solidFill>
                <a:latin typeface="Calibri" panose="020F0502020204030204"/>
              </a:rPr>
              <a:t>w</a:t>
            </a:r>
            <a:r>
              <a:rPr lang="en-US" dirty="0">
                <a:solidFill>
                  <a:prstClr val="black"/>
                </a:solidFill>
                <a:latin typeface="Calibri" panose="020F0502020204030204"/>
              </a:rPr>
              <a:t> and not in </a:t>
            </a:r>
            <a:r>
              <a:rPr lang="en-US" i="1" dirty="0">
                <a:solidFill>
                  <a:prstClr val="black"/>
                </a:solidFill>
                <a:latin typeface="Calibri" panose="020F0502020204030204"/>
              </a:rPr>
              <a:t>N</a:t>
            </a:r>
            <a:r>
              <a:rPr lang="en-US" i="1" dirty="0">
                <a:solidFill>
                  <a:prstClr val="black"/>
                </a:solidFill>
                <a:latin typeface="Calibri" panose="020F0502020204030204"/>
                <a:cs typeface="Arial" charset="0"/>
              </a:rPr>
              <a:t>'</a:t>
            </a:r>
            <a:r>
              <a:rPr lang="en-US" i="1" dirty="0">
                <a:solidFill>
                  <a:prstClr val="black"/>
                </a:solidFill>
                <a:latin typeface="Calibri" panose="020F0502020204030204"/>
              </a:rPr>
              <a:t> </a:t>
            </a:r>
            <a:r>
              <a:rPr lang="en-US" dirty="0">
                <a:solidFill>
                  <a:prstClr val="black"/>
                </a:solidFill>
                <a:latin typeface="Calibri" panose="020F0502020204030204"/>
              </a:rPr>
              <a:t>: </a:t>
            </a:r>
          </a:p>
          <a:p>
            <a:r>
              <a:rPr lang="en-US" b="1" i="1" dirty="0">
                <a:solidFill>
                  <a:srgbClr val="CC0000"/>
                </a:solidFill>
                <a:latin typeface="Calibri" panose="020F0502020204030204"/>
              </a:rPr>
              <a:t>     D(v) = </a:t>
            </a:r>
            <a:r>
              <a:rPr lang="en-US" b="1" dirty="0">
                <a:solidFill>
                  <a:srgbClr val="CC0000"/>
                </a:solidFill>
                <a:latin typeface="Calibri" panose="020F0502020204030204"/>
              </a:rPr>
              <a:t>min</a:t>
            </a:r>
            <a:r>
              <a:rPr lang="en-US" b="1" i="1" dirty="0">
                <a:solidFill>
                  <a:srgbClr val="CC0000"/>
                </a:solidFill>
                <a:latin typeface="Calibri" panose="020F0502020204030204"/>
              </a:rPr>
              <a:t> </a:t>
            </a:r>
            <a:r>
              <a:rPr lang="en-US" b="1" dirty="0">
                <a:solidFill>
                  <a:srgbClr val="CC0000"/>
                </a:solidFill>
                <a:latin typeface="Calibri" panose="020F0502020204030204"/>
              </a:rPr>
              <a:t>( </a:t>
            </a:r>
            <a:r>
              <a:rPr lang="en-US" b="1" i="1" dirty="0">
                <a:solidFill>
                  <a:srgbClr val="CC0000"/>
                </a:solidFill>
                <a:latin typeface="Calibri" panose="020F0502020204030204"/>
              </a:rPr>
              <a:t>D(v),  D(w) + c</a:t>
            </a:r>
            <a:r>
              <a:rPr lang="en-US" b="1" i="1" baseline="-25000" dirty="0">
                <a:solidFill>
                  <a:srgbClr val="CC0000"/>
                </a:solidFill>
                <a:latin typeface="Calibri" panose="020F0502020204030204"/>
              </a:rPr>
              <a:t>w,v  </a:t>
            </a:r>
            <a:r>
              <a:rPr lang="en-US" b="1" dirty="0">
                <a:solidFill>
                  <a:srgbClr val="CC0000"/>
                </a:solidFill>
                <a:latin typeface="Calibri" panose="020F0502020204030204"/>
              </a:rPr>
              <a:t>)</a:t>
            </a:r>
            <a:r>
              <a:rPr lang="en-US" b="1" i="1" dirty="0">
                <a:solidFill>
                  <a:srgbClr val="CC0000"/>
                </a:solidFill>
                <a:latin typeface="Calibri" panose="020F0502020204030204"/>
              </a:rPr>
              <a:t> </a:t>
            </a:r>
          </a:p>
          <a:p>
            <a:pPr>
              <a:spcBef>
                <a:spcPts val="400"/>
              </a:spcBef>
            </a:pPr>
            <a:r>
              <a:rPr lang="en-US" sz="2000" dirty="0">
                <a:solidFill>
                  <a:prstClr val="black"/>
                </a:solidFill>
                <a:latin typeface="Calibri" panose="020F0502020204030204"/>
              </a:rPr>
              <a:t>/* new least-path-cost to </a:t>
            </a:r>
            <a:r>
              <a:rPr lang="en-US" sz="2000" i="1" dirty="0">
                <a:solidFill>
                  <a:prstClr val="black"/>
                </a:solidFill>
                <a:latin typeface="Calibri" panose="020F0502020204030204"/>
              </a:rPr>
              <a:t>v </a:t>
            </a:r>
            <a:r>
              <a:rPr lang="en-US" sz="2000" dirty="0">
                <a:solidFill>
                  <a:prstClr val="black"/>
                </a:solidFill>
                <a:latin typeface="Calibri" panose="020F0502020204030204"/>
              </a:rPr>
              <a:t>is either old least-cost-path to</a:t>
            </a:r>
            <a:r>
              <a:rPr lang="en-US" sz="2000" i="1" dirty="0">
                <a:solidFill>
                  <a:prstClr val="black"/>
                </a:solidFill>
                <a:latin typeface="Calibri" panose="020F0502020204030204"/>
              </a:rPr>
              <a:t> v </a:t>
            </a:r>
            <a:r>
              <a:rPr lang="en-US" sz="2000" dirty="0">
                <a:solidFill>
                  <a:prstClr val="black"/>
                </a:solidFill>
                <a:latin typeface="Calibri" panose="020F0502020204030204"/>
              </a:rPr>
              <a:t>or known </a:t>
            </a:r>
          </a:p>
          <a:p>
            <a:pPr>
              <a:spcBef>
                <a:spcPts val="400"/>
              </a:spcBef>
            </a:pPr>
            <a:r>
              <a:rPr lang="en-US" sz="2000" dirty="0">
                <a:solidFill>
                  <a:prstClr val="black"/>
                </a:solidFill>
                <a:latin typeface="Calibri" panose="020F0502020204030204"/>
              </a:rPr>
              <a:t>least-cost-path to </a:t>
            </a:r>
            <a:r>
              <a:rPr lang="en-US" sz="2000" i="1" dirty="0">
                <a:solidFill>
                  <a:prstClr val="black"/>
                </a:solidFill>
                <a:latin typeface="Calibri" panose="020F0502020204030204"/>
              </a:rPr>
              <a:t>w</a:t>
            </a:r>
            <a:r>
              <a:rPr lang="en-US" sz="2000" dirty="0">
                <a:solidFill>
                  <a:prstClr val="black"/>
                </a:solidFill>
                <a:latin typeface="Calibri" panose="020F0502020204030204"/>
              </a:rPr>
              <a:t> plus direct-cost from </a:t>
            </a:r>
            <a:r>
              <a:rPr lang="en-US" sz="2000" i="1" dirty="0">
                <a:solidFill>
                  <a:prstClr val="black"/>
                </a:solidFill>
                <a:latin typeface="Calibri" panose="020F0502020204030204"/>
              </a:rPr>
              <a:t>w</a:t>
            </a:r>
            <a:r>
              <a:rPr lang="en-US" sz="2000" dirty="0">
                <a:solidFill>
                  <a:prstClr val="black"/>
                </a:solidFill>
                <a:latin typeface="Calibri" panose="020F0502020204030204"/>
              </a:rPr>
              <a:t> to </a:t>
            </a:r>
            <a:r>
              <a:rPr lang="en-US" sz="2000" i="1" dirty="0">
                <a:solidFill>
                  <a:prstClr val="black"/>
                </a:solidFill>
                <a:latin typeface="Calibri" panose="020F0502020204030204"/>
              </a:rPr>
              <a:t>v</a:t>
            </a:r>
            <a:r>
              <a:rPr lang="en-US" sz="2000" dirty="0">
                <a:solidFill>
                  <a:prstClr val="black"/>
                </a:solidFill>
                <a:latin typeface="Calibri" panose="020F0502020204030204"/>
              </a:rPr>
              <a:t> */ </a:t>
            </a:r>
          </a:p>
        </p:txBody>
      </p:sp>
    </p:spTree>
    <p:extLst>
      <p:ext uri="{BB962C8B-B14F-4D97-AF65-F5344CB8AC3E}">
        <p14:creationId xmlns:p14="http://schemas.microsoft.com/office/powerpoint/2010/main" val="7375375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dissolve">
                                      <p:cBhvr>
                                        <p:cTn id="12" dur="500"/>
                                        <p:tgtEl>
                                          <p:spTgt spid="16"/>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dissolve">
                                      <p:cBhvr>
                                        <p:cTn id="16" dur="500"/>
                                        <p:tgtEl>
                                          <p:spTgt spid="12"/>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dissolve">
                                      <p:cBhvr>
                                        <p:cTn id="21"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6" grpId="0"/>
      <p:bldP spid="17"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2" name="Group 51">
            <a:extLst>
              <a:ext uri="{FF2B5EF4-FFF2-40B4-BE49-F238E27FC236}">
                <a16:creationId xmlns:a16="http://schemas.microsoft.com/office/drawing/2014/main" id="{3DC340D0-8A95-8143-AD57-B872A9C6CD43}"/>
              </a:ext>
            </a:extLst>
          </p:cNvPr>
          <p:cNvGrpSpPr/>
          <p:nvPr/>
        </p:nvGrpSpPr>
        <p:grpSpPr>
          <a:xfrm>
            <a:off x="5701792" y="4279392"/>
            <a:ext cx="918006" cy="1764574"/>
            <a:chOff x="4618299" y="5972536"/>
            <a:chExt cx="2734563" cy="1944547"/>
          </a:xfrm>
        </p:grpSpPr>
        <p:sp>
          <p:nvSpPr>
            <p:cNvPr id="46" name="Rectangle 45">
              <a:extLst>
                <a:ext uri="{FF2B5EF4-FFF2-40B4-BE49-F238E27FC236}">
                  <a16:creationId xmlns:a16="http://schemas.microsoft.com/office/drawing/2014/main" id="{C27F7A7B-99F0-6C4B-B48D-B877DEAB2FD6}"/>
                </a:ext>
              </a:extLst>
            </p:cNvPr>
            <p:cNvSpPr/>
            <p:nvPr/>
          </p:nvSpPr>
          <p:spPr>
            <a:xfrm>
              <a:off x="4618299" y="5972536"/>
              <a:ext cx="2511706" cy="1944547"/>
            </a:xfrm>
            <a:prstGeom prst="rect">
              <a:avLst/>
            </a:prstGeom>
            <a:noFill/>
            <a:ln w="254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566" name="Rectangle 565">
              <a:extLst>
                <a:ext uri="{FF2B5EF4-FFF2-40B4-BE49-F238E27FC236}">
                  <a16:creationId xmlns:a16="http://schemas.microsoft.com/office/drawing/2014/main" id="{01376935-088F-E14B-99BC-C62CE0D1A8D3}"/>
                </a:ext>
              </a:extLst>
            </p:cNvPr>
            <p:cNvSpPr/>
            <p:nvPr/>
          </p:nvSpPr>
          <p:spPr>
            <a:xfrm>
              <a:off x="6852056" y="6129160"/>
              <a:ext cx="500806" cy="167457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567" name="Straight Arrow Connector 566">
              <a:extLst>
                <a:ext uri="{FF2B5EF4-FFF2-40B4-BE49-F238E27FC236}">
                  <a16:creationId xmlns:a16="http://schemas.microsoft.com/office/drawing/2014/main" id="{EE536074-780C-B94B-BB7B-5519ED0B8ED5}"/>
                </a:ext>
              </a:extLst>
            </p:cNvPr>
            <p:cNvCxnSpPr>
              <a:cxnSpLocks/>
            </p:cNvCxnSpPr>
            <p:nvPr/>
          </p:nvCxnSpPr>
          <p:spPr>
            <a:xfrm>
              <a:off x="7131754" y="6015734"/>
              <a:ext cx="0" cy="235302"/>
            </a:xfrm>
            <a:prstGeom prst="straightConnector1">
              <a:avLst/>
            </a:prstGeom>
            <a:ln w="25400">
              <a:solidFill>
                <a:srgbClr val="0000A8"/>
              </a:solidFill>
              <a:tailEnd type="triangle"/>
            </a:ln>
          </p:spPr>
          <p:style>
            <a:lnRef idx="1">
              <a:schemeClr val="accent1"/>
            </a:lnRef>
            <a:fillRef idx="0">
              <a:schemeClr val="accent1"/>
            </a:fillRef>
            <a:effectRef idx="0">
              <a:schemeClr val="accent1"/>
            </a:effectRef>
            <a:fontRef idx="minor">
              <a:schemeClr val="tx1"/>
            </a:fontRef>
          </p:style>
        </p:cxnSp>
      </p:grpSp>
      <p:sp>
        <p:nvSpPr>
          <p:cNvPr id="6" name="Title 5">
            <a:extLst>
              <a:ext uri="{FF2B5EF4-FFF2-40B4-BE49-F238E27FC236}">
                <a16:creationId xmlns:a16="http://schemas.microsoft.com/office/drawing/2014/main" id="{5B27BFF1-5DCE-D642-8EFE-FACB1C97EEE0}"/>
              </a:ext>
            </a:extLst>
          </p:cNvPr>
          <p:cNvSpPr>
            <a:spLocks noGrp="1"/>
          </p:cNvSpPr>
          <p:nvPr>
            <p:ph type="title"/>
          </p:nvPr>
        </p:nvSpPr>
        <p:spPr>
          <a:xfrm>
            <a:off x="838199" y="354060"/>
            <a:ext cx="11179629" cy="894622"/>
          </a:xfrm>
        </p:spPr>
        <p:txBody>
          <a:bodyPr/>
          <a:lstStyle/>
          <a:p>
            <a:r>
              <a:rPr lang="en-US" b="0" dirty="0">
                <a:latin typeface="+mn-lt"/>
              </a:rPr>
              <a:t>Dijkstra’s algorithm: an example</a:t>
            </a:r>
          </a:p>
        </p:txBody>
      </p:sp>
      <p:sp>
        <p:nvSpPr>
          <p:cNvPr id="546" name="Slide Number Placeholder 4">
            <a:extLst>
              <a:ext uri="{FF2B5EF4-FFF2-40B4-BE49-F238E27FC236}">
                <a16:creationId xmlns:a16="http://schemas.microsoft.com/office/drawing/2014/main" id="{5DC8F37A-7230-5148-88D9-265AE5AD394E}"/>
              </a:ext>
            </a:extLst>
          </p:cNvPr>
          <p:cNvSpPr>
            <a:spLocks noGrp="1"/>
          </p:cNvSpPr>
          <p:nvPr>
            <p:ph type="sldNum" sz="quarter" idx="4"/>
          </p:nvPr>
        </p:nvSpPr>
        <p:spPr>
          <a:xfrm>
            <a:off x="9219616" y="6443089"/>
            <a:ext cx="2743200" cy="365125"/>
          </a:xfrm>
        </p:spPr>
        <p:txBody>
          <a:bodyPr/>
          <a:lstStyle/>
          <a:p>
            <a:pPr>
              <a:defRPr/>
            </a:pPr>
            <a:r>
              <a:rPr lang="en-US" dirty="0">
                <a:solidFill>
                  <a:prstClr val="white">
                    <a:lumMod val="50000"/>
                  </a:prstClr>
                </a:solidFill>
              </a:rPr>
              <a:t>Network Layer: 5-</a:t>
            </a:r>
            <a:fld id="{C4204591-24BD-A542-B9D5-F8D8A88D2FEE}" type="slidenum">
              <a:rPr lang="en-US" smtClean="0">
                <a:solidFill>
                  <a:prstClr val="white">
                    <a:lumMod val="50000"/>
                  </a:prstClr>
                </a:solidFill>
              </a:rPr>
              <a:pPr>
                <a:defRPr/>
              </a:pPr>
              <a:t>45</a:t>
            </a:fld>
            <a:endParaRPr lang="en-US" dirty="0">
              <a:solidFill>
                <a:prstClr val="white">
                  <a:lumMod val="50000"/>
                </a:prstClr>
              </a:solidFill>
            </a:endParaRPr>
          </a:p>
        </p:txBody>
      </p:sp>
      <p:sp>
        <p:nvSpPr>
          <p:cNvPr id="246" name="Text Box 3">
            <a:extLst>
              <a:ext uri="{FF2B5EF4-FFF2-40B4-BE49-F238E27FC236}">
                <a16:creationId xmlns:a16="http://schemas.microsoft.com/office/drawing/2014/main" id="{B903AE0C-4346-CF44-9481-037FB37A3981}"/>
              </a:ext>
            </a:extLst>
          </p:cNvPr>
          <p:cNvSpPr txBox="1">
            <a:spLocks noChangeArrowheads="1"/>
          </p:cNvSpPr>
          <p:nvPr/>
        </p:nvSpPr>
        <p:spPr bwMode="auto">
          <a:xfrm>
            <a:off x="1397181" y="1647825"/>
            <a:ext cx="706437" cy="2225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Step</a:t>
            </a:r>
          </a:p>
          <a:p>
            <a:pPr algn="r" eaLnBrk="0" fontAlgn="base" hangingPunct="0">
              <a:spcBef>
                <a:spcPct val="0"/>
              </a:spcBef>
              <a:spcAft>
                <a:spcPct val="0"/>
              </a:spcAft>
              <a:defRPr/>
            </a:pPr>
            <a:r>
              <a:rPr lang="en-US" sz="2000" kern="0" dirty="0">
                <a:solidFill>
                  <a:srgbClr val="000000"/>
                </a:solidFill>
              </a:rPr>
              <a:t>0</a:t>
            </a:r>
          </a:p>
          <a:p>
            <a:pPr algn="r" eaLnBrk="0" fontAlgn="base" hangingPunct="0">
              <a:spcBef>
                <a:spcPct val="0"/>
              </a:spcBef>
              <a:spcAft>
                <a:spcPct val="0"/>
              </a:spcAft>
              <a:defRPr/>
            </a:pPr>
            <a:r>
              <a:rPr lang="en-US" sz="2000" kern="0" dirty="0">
                <a:solidFill>
                  <a:srgbClr val="000000"/>
                </a:solidFill>
              </a:rPr>
              <a:t>1</a:t>
            </a:r>
          </a:p>
          <a:p>
            <a:pPr algn="r" eaLnBrk="0" fontAlgn="base" hangingPunct="0">
              <a:spcBef>
                <a:spcPct val="0"/>
              </a:spcBef>
              <a:spcAft>
                <a:spcPct val="0"/>
              </a:spcAft>
              <a:defRPr/>
            </a:pPr>
            <a:r>
              <a:rPr lang="en-US" sz="2000" kern="0" dirty="0">
                <a:solidFill>
                  <a:srgbClr val="000000"/>
                </a:solidFill>
              </a:rPr>
              <a:t>2</a:t>
            </a:r>
          </a:p>
          <a:p>
            <a:pPr algn="r" eaLnBrk="0" fontAlgn="base" hangingPunct="0">
              <a:spcBef>
                <a:spcPct val="0"/>
              </a:spcBef>
              <a:spcAft>
                <a:spcPct val="0"/>
              </a:spcAft>
              <a:defRPr/>
            </a:pPr>
            <a:r>
              <a:rPr lang="en-US" sz="2000" kern="0" dirty="0">
                <a:solidFill>
                  <a:srgbClr val="000000"/>
                </a:solidFill>
              </a:rPr>
              <a:t>3</a:t>
            </a:r>
          </a:p>
          <a:p>
            <a:pPr algn="r" eaLnBrk="0" fontAlgn="base" hangingPunct="0">
              <a:spcBef>
                <a:spcPct val="0"/>
              </a:spcBef>
              <a:spcAft>
                <a:spcPct val="0"/>
              </a:spcAft>
              <a:defRPr/>
            </a:pPr>
            <a:r>
              <a:rPr lang="en-US" sz="2000" kern="0" dirty="0">
                <a:solidFill>
                  <a:srgbClr val="000000"/>
                </a:solidFill>
              </a:rPr>
              <a:t>4</a:t>
            </a:r>
          </a:p>
          <a:p>
            <a:pPr algn="r" eaLnBrk="0" fontAlgn="base" hangingPunct="0">
              <a:spcBef>
                <a:spcPct val="0"/>
              </a:spcBef>
              <a:spcAft>
                <a:spcPct val="0"/>
              </a:spcAft>
              <a:defRPr/>
            </a:pPr>
            <a:r>
              <a:rPr lang="en-US" sz="2000" kern="0" dirty="0">
                <a:solidFill>
                  <a:srgbClr val="000000"/>
                </a:solidFill>
              </a:rPr>
              <a:t>5</a:t>
            </a:r>
          </a:p>
        </p:txBody>
      </p:sp>
      <p:sp>
        <p:nvSpPr>
          <p:cNvPr id="247" name="Text Box 4">
            <a:extLst>
              <a:ext uri="{FF2B5EF4-FFF2-40B4-BE49-F238E27FC236}">
                <a16:creationId xmlns:a16="http://schemas.microsoft.com/office/drawing/2014/main" id="{940B6AB4-2B9C-424D-9073-90B490CA145F}"/>
              </a:ext>
            </a:extLst>
          </p:cNvPr>
          <p:cNvSpPr txBox="1">
            <a:spLocks noChangeArrowheads="1"/>
          </p:cNvSpPr>
          <p:nvPr/>
        </p:nvSpPr>
        <p:spPr bwMode="auto">
          <a:xfrm>
            <a:off x="3007285" y="1657350"/>
            <a:ext cx="4203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N</a:t>
            </a:r>
            <a:r>
              <a:rPr lang="en-US" sz="2000" kern="0" dirty="0">
                <a:solidFill>
                  <a:srgbClr val="000000"/>
                </a:solidFill>
                <a:cs typeface="Arial" charset="0"/>
              </a:rPr>
              <a:t>'</a:t>
            </a:r>
          </a:p>
        </p:txBody>
      </p:sp>
      <p:sp>
        <p:nvSpPr>
          <p:cNvPr id="248" name="Text Box 5">
            <a:extLst>
              <a:ext uri="{FF2B5EF4-FFF2-40B4-BE49-F238E27FC236}">
                <a16:creationId xmlns:a16="http://schemas.microsoft.com/office/drawing/2014/main" id="{BFC5A1B4-9A1A-8748-B5FA-043233C160A8}"/>
              </a:ext>
            </a:extLst>
          </p:cNvPr>
          <p:cNvSpPr txBox="1">
            <a:spLocks noChangeArrowheads="1"/>
          </p:cNvSpPr>
          <p:nvPr/>
        </p:nvSpPr>
        <p:spPr bwMode="auto">
          <a:xfrm>
            <a:off x="3932260" y="1626727"/>
            <a:ext cx="118013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D(v),p(v)</a:t>
            </a:r>
          </a:p>
        </p:txBody>
      </p:sp>
      <p:sp>
        <p:nvSpPr>
          <p:cNvPr id="250" name="Text Box 7">
            <a:extLst>
              <a:ext uri="{FF2B5EF4-FFF2-40B4-BE49-F238E27FC236}">
                <a16:creationId xmlns:a16="http://schemas.microsoft.com/office/drawing/2014/main" id="{134AE2AD-F4F6-A646-BCC7-1F2E0A23EDC2}"/>
              </a:ext>
            </a:extLst>
          </p:cNvPr>
          <p:cNvSpPr txBox="1">
            <a:spLocks noChangeArrowheads="1"/>
          </p:cNvSpPr>
          <p:nvPr/>
        </p:nvSpPr>
        <p:spPr bwMode="auto">
          <a:xfrm>
            <a:off x="6534634" y="1626726"/>
            <a:ext cx="118013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D(x),p(x)</a:t>
            </a:r>
          </a:p>
        </p:txBody>
      </p:sp>
      <p:sp>
        <p:nvSpPr>
          <p:cNvPr id="251" name="Text Box 8">
            <a:extLst>
              <a:ext uri="{FF2B5EF4-FFF2-40B4-BE49-F238E27FC236}">
                <a16:creationId xmlns:a16="http://schemas.microsoft.com/office/drawing/2014/main" id="{A27983AD-A090-0449-BF43-DC6600055B40}"/>
              </a:ext>
            </a:extLst>
          </p:cNvPr>
          <p:cNvSpPr txBox="1">
            <a:spLocks noChangeArrowheads="1"/>
          </p:cNvSpPr>
          <p:nvPr/>
        </p:nvSpPr>
        <p:spPr bwMode="auto">
          <a:xfrm>
            <a:off x="7856559" y="1638300"/>
            <a:ext cx="118013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D(y),p(y)</a:t>
            </a:r>
          </a:p>
        </p:txBody>
      </p:sp>
      <p:sp>
        <p:nvSpPr>
          <p:cNvPr id="252" name="Text Box 9">
            <a:extLst>
              <a:ext uri="{FF2B5EF4-FFF2-40B4-BE49-F238E27FC236}">
                <a16:creationId xmlns:a16="http://schemas.microsoft.com/office/drawing/2014/main" id="{297C2219-5295-1C4F-BC52-FD72360100DB}"/>
              </a:ext>
            </a:extLst>
          </p:cNvPr>
          <p:cNvSpPr txBox="1">
            <a:spLocks noChangeArrowheads="1"/>
          </p:cNvSpPr>
          <p:nvPr/>
        </p:nvSpPr>
        <p:spPr bwMode="auto">
          <a:xfrm>
            <a:off x="9163535" y="1638300"/>
            <a:ext cx="118013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D(z),p(z)</a:t>
            </a:r>
          </a:p>
        </p:txBody>
      </p:sp>
      <p:sp>
        <p:nvSpPr>
          <p:cNvPr id="253" name="Line 10">
            <a:extLst>
              <a:ext uri="{FF2B5EF4-FFF2-40B4-BE49-F238E27FC236}">
                <a16:creationId xmlns:a16="http://schemas.microsoft.com/office/drawing/2014/main" id="{D9A0E014-3E4B-AA48-86C7-6D4E4AE592F4}"/>
              </a:ext>
            </a:extLst>
          </p:cNvPr>
          <p:cNvSpPr>
            <a:spLocks noChangeShapeType="1"/>
          </p:cNvSpPr>
          <p:nvPr/>
        </p:nvSpPr>
        <p:spPr bwMode="auto">
          <a:xfrm>
            <a:off x="1519418" y="1998662"/>
            <a:ext cx="8505825" cy="95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259" name="Group 16">
            <a:extLst>
              <a:ext uri="{FF2B5EF4-FFF2-40B4-BE49-F238E27FC236}">
                <a16:creationId xmlns:a16="http://schemas.microsoft.com/office/drawing/2014/main" id="{F6D427A6-9405-2D4E-BC72-78E69E64A628}"/>
              </a:ext>
            </a:extLst>
          </p:cNvPr>
          <p:cNvGrpSpPr>
            <a:grpSpLocks/>
          </p:cNvGrpSpPr>
          <p:nvPr/>
        </p:nvGrpSpPr>
        <p:grpSpPr bwMode="auto">
          <a:xfrm>
            <a:off x="1528762" y="4132366"/>
            <a:ext cx="3571875" cy="2236788"/>
            <a:chOff x="3162" y="1071"/>
            <a:chExt cx="2250" cy="1409"/>
          </a:xfrm>
        </p:grpSpPr>
        <p:sp>
          <p:nvSpPr>
            <p:cNvPr id="260" name="Freeform 17">
              <a:extLst>
                <a:ext uri="{FF2B5EF4-FFF2-40B4-BE49-F238E27FC236}">
                  <a16:creationId xmlns:a16="http://schemas.microsoft.com/office/drawing/2014/main" id="{B59803F6-669E-C147-9AA7-07A510F23C39}"/>
                </a:ext>
              </a:extLst>
            </p:cNvPr>
            <p:cNvSpPr>
              <a:spLocks/>
            </p:cNvSpPr>
            <p:nvPr/>
          </p:nvSpPr>
          <p:spPr bwMode="auto">
            <a:xfrm>
              <a:off x="3162" y="1071"/>
              <a:ext cx="2250" cy="1409"/>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61" name="Freeform 18">
              <a:extLst>
                <a:ext uri="{FF2B5EF4-FFF2-40B4-BE49-F238E27FC236}">
                  <a16:creationId xmlns:a16="http://schemas.microsoft.com/office/drawing/2014/main" id="{4CE8143F-BB5D-1548-A2D1-0B3C05E2D172}"/>
                </a:ext>
              </a:extLst>
            </p:cNvPr>
            <p:cNvSpPr>
              <a:spLocks/>
            </p:cNvSpPr>
            <p:nvPr/>
          </p:nvSpPr>
          <p:spPr bwMode="auto">
            <a:xfrm>
              <a:off x="3498" y="1620"/>
              <a:ext cx="342" cy="186"/>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62" name="Oval 19">
              <a:extLst>
                <a:ext uri="{FF2B5EF4-FFF2-40B4-BE49-F238E27FC236}">
                  <a16:creationId xmlns:a16="http://schemas.microsoft.com/office/drawing/2014/main" id="{CB2328B2-500E-0643-881F-169F140BD4A3}"/>
                </a:ext>
              </a:extLst>
            </p:cNvPr>
            <p:cNvSpPr>
              <a:spLocks noChangeArrowheads="1"/>
            </p:cNvSpPr>
            <p:nvPr/>
          </p:nvSpPr>
          <p:spPr bwMode="auto">
            <a:xfrm>
              <a:off x="3238" y="1862"/>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63" name="Line 20">
              <a:extLst>
                <a:ext uri="{FF2B5EF4-FFF2-40B4-BE49-F238E27FC236}">
                  <a16:creationId xmlns:a16="http://schemas.microsoft.com/office/drawing/2014/main" id="{EC0FDC3E-2336-EF44-B445-144049FF3B49}"/>
                </a:ext>
              </a:extLst>
            </p:cNvPr>
            <p:cNvSpPr>
              <a:spLocks noChangeShapeType="1"/>
            </p:cNvSpPr>
            <p:nvPr/>
          </p:nvSpPr>
          <p:spPr bwMode="auto">
            <a:xfrm>
              <a:off x="3238" y="1855"/>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64" name="Line 21">
              <a:extLst>
                <a:ext uri="{FF2B5EF4-FFF2-40B4-BE49-F238E27FC236}">
                  <a16:creationId xmlns:a16="http://schemas.microsoft.com/office/drawing/2014/main" id="{07B5F04F-0C18-CE48-93A1-4B267BBE4FAF}"/>
                </a:ext>
              </a:extLst>
            </p:cNvPr>
            <p:cNvSpPr>
              <a:spLocks noChangeShapeType="1"/>
            </p:cNvSpPr>
            <p:nvPr/>
          </p:nvSpPr>
          <p:spPr bwMode="auto">
            <a:xfrm>
              <a:off x="3551" y="1855"/>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65" name="Rectangle 22">
              <a:extLst>
                <a:ext uri="{FF2B5EF4-FFF2-40B4-BE49-F238E27FC236}">
                  <a16:creationId xmlns:a16="http://schemas.microsoft.com/office/drawing/2014/main" id="{0C43506A-1E78-F54A-910F-D37EBC1EF67F}"/>
                </a:ext>
              </a:extLst>
            </p:cNvPr>
            <p:cNvSpPr>
              <a:spLocks noChangeArrowheads="1"/>
            </p:cNvSpPr>
            <p:nvPr/>
          </p:nvSpPr>
          <p:spPr bwMode="auto">
            <a:xfrm>
              <a:off x="3238" y="1855"/>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266" name="Oval 23">
              <a:extLst>
                <a:ext uri="{FF2B5EF4-FFF2-40B4-BE49-F238E27FC236}">
                  <a16:creationId xmlns:a16="http://schemas.microsoft.com/office/drawing/2014/main" id="{27A71FF2-F42F-2844-AC5E-37F186F80F5F}"/>
                </a:ext>
              </a:extLst>
            </p:cNvPr>
            <p:cNvSpPr>
              <a:spLocks noChangeArrowheads="1"/>
            </p:cNvSpPr>
            <p:nvPr/>
          </p:nvSpPr>
          <p:spPr bwMode="auto">
            <a:xfrm>
              <a:off x="3235" y="1796"/>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67" name="Oval 24">
              <a:extLst>
                <a:ext uri="{FF2B5EF4-FFF2-40B4-BE49-F238E27FC236}">
                  <a16:creationId xmlns:a16="http://schemas.microsoft.com/office/drawing/2014/main" id="{9C47D8B7-EC1D-C743-87B3-403B84D4AD21}"/>
                </a:ext>
              </a:extLst>
            </p:cNvPr>
            <p:cNvSpPr>
              <a:spLocks noChangeArrowheads="1"/>
            </p:cNvSpPr>
            <p:nvPr/>
          </p:nvSpPr>
          <p:spPr bwMode="auto">
            <a:xfrm>
              <a:off x="3712" y="2249"/>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68" name="Line 25">
              <a:extLst>
                <a:ext uri="{FF2B5EF4-FFF2-40B4-BE49-F238E27FC236}">
                  <a16:creationId xmlns:a16="http://schemas.microsoft.com/office/drawing/2014/main" id="{BEC31F1C-3B0C-3040-AD04-6FCA0D057A34}"/>
                </a:ext>
              </a:extLst>
            </p:cNvPr>
            <p:cNvSpPr>
              <a:spLocks noChangeShapeType="1"/>
            </p:cNvSpPr>
            <p:nvPr/>
          </p:nvSpPr>
          <p:spPr bwMode="auto">
            <a:xfrm>
              <a:off x="3712" y="2242"/>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69" name="Line 26">
              <a:extLst>
                <a:ext uri="{FF2B5EF4-FFF2-40B4-BE49-F238E27FC236}">
                  <a16:creationId xmlns:a16="http://schemas.microsoft.com/office/drawing/2014/main" id="{56212EB3-C962-DA44-8730-7936B2191ABD}"/>
                </a:ext>
              </a:extLst>
            </p:cNvPr>
            <p:cNvSpPr>
              <a:spLocks noChangeShapeType="1"/>
            </p:cNvSpPr>
            <p:nvPr/>
          </p:nvSpPr>
          <p:spPr bwMode="auto">
            <a:xfrm>
              <a:off x="4025" y="2242"/>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70" name="Rectangle 27">
              <a:extLst>
                <a:ext uri="{FF2B5EF4-FFF2-40B4-BE49-F238E27FC236}">
                  <a16:creationId xmlns:a16="http://schemas.microsoft.com/office/drawing/2014/main" id="{70DA0FF6-1A2B-FA4D-8CF4-CF4512C72289}"/>
                </a:ext>
              </a:extLst>
            </p:cNvPr>
            <p:cNvSpPr>
              <a:spLocks noChangeArrowheads="1"/>
            </p:cNvSpPr>
            <p:nvPr/>
          </p:nvSpPr>
          <p:spPr bwMode="auto">
            <a:xfrm>
              <a:off x="3712" y="2242"/>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271" name="Oval 28">
              <a:extLst>
                <a:ext uri="{FF2B5EF4-FFF2-40B4-BE49-F238E27FC236}">
                  <a16:creationId xmlns:a16="http://schemas.microsoft.com/office/drawing/2014/main" id="{91BA553D-89DC-1440-84C3-F0FFE0B7EE06}"/>
                </a:ext>
              </a:extLst>
            </p:cNvPr>
            <p:cNvSpPr>
              <a:spLocks noChangeArrowheads="1"/>
            </p:cNvSpPr>
            <p:nvPr/>
          </p:nvSpPr>
          <p:spPr bwMode="auto">
            <a:xfrm>
              <a:off x="3709" y="2183"/>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72" name="Oval 29">
              <a:extLst>
                <a:ext uri="{FF2B5EF4-FFF2-40B4-BE49-F238E27FC236}">
                  <a16:creationId xmlns:a16="http://schemas.microsoft.com/office/drawing/2014/main" id="{5F155988-DD8E-7949-85F9-F8B730D85581}"/>
                </a:ext>
              </a:extLst>
            </p:cNvPr>
            <p:cNvSpPr>
              <a:spLocks noChangeArrowheads="1"/>
            </p:cNvSpPr>
            <p:nvPr/>
          </p:nvSpPr>
          <p:spPr bwMode="auto">
            <a:xfrm>
              <a:off x="3708" y="1559"/>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73" name="Line 30">
              <a:extLst>
                <a:ext uri="{FF2B5EF4-FFF2-40B4-BE49-F238E27FC236}">
                  <a16:creationId xmlns:a16="http://schemas.microsoft.com/office/drawing/2014/main" id="{007AA526-21E2-1449-A457-DC487F6259BF}"/>
                </a:ext>
              </a:extLst>
            </p:cNvPr>
            <p:cNvSpPr>
              <a:spLocks noChangeShapeType="1"/>
            </p:cNvSpPr>
            <p:nvPr/>
          </p:nvSpPr>
          <p:spPr bwMode="auto">
            <a:xfrm>
              <a:off x="3708" y="1552"/>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74" name="Line 31">
              <a:extLst>
                <a:ext uri="{FF2B5EF4-FFF2-40B4-BE49-F238E27FC236}">
                  <a16:creationId xmlns:a16="http://schemas.microsoft.com/office/drawing/2014/main" id="{A7D6DEE1-2254-2340-92B2-4425F8E4149C}"/>
                </a:ext>
              </a:extLst>
            </p:cNvPr>
            <p:cNvSpPr>
              <a:spLocks noChangeShapeType="1"/>
            </p:cNvSpPr>
            <p:nvPr/>
          </p:nvSpPr>
          <p:spPr bwMode="auto">
            <a:xfrm>
              <a:off x="4021" y="1552"/>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75" name="Rectangle 32">
              <a:extLst>
                <a:ext uri="{FF2B5EF4-FFF2-40B4-BE49-F238E27FC236}">
                  <a16:creationId xmlns:a16="http://schemas.microsoft.com/office/drawing/2014/main" id="{CD0F76A8-F2F6-A040-A641-8C6DD2B4D0BA}"/>
                </a:ext>
              </a:extLst>
            </p:cNvPr>
            <p:cNvSpPr>
              <a:spLocks noChangeArrowheads="1"/>
            </p:cNvSpPr>
            <p:nvPr/>
          </p:nvSpPr>
          <p:spPr bwMode="auto">
            <a:xfrm>
              <a:off x="3708" y="1552"/>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359" name="Oval 33">
              <a:extLst>
                <a:ext uri="{FF2B5EF4-FFF2-40B4-BE49-F238E27FC236}">
                  <a16:creationId xmlns:a16="http://schemas.microsoft.com/office/drawing/2014/main" id="{021DFE64-FE6B-AF4B-A487-798FD40EE4E9}"/>
                </a:ext>
              </a:extLst>
            </p:cNvPr>
            <p:cNvSpPr>
              <a:spLocks noChangeArrowheads="1"/>
            </p:cNvSpPr>
            <p:nvPr/>
          </p:nvSpPr>
          <p:spPr bwMode="auto">
            <a:xfrm>
              <a:off x="3705" y="1493"/>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05" name="Oval 34">
              <a:extLst>
                <a:ext uri="{FF2B5EF4-FFF2-40B4-BE49-F238E27FC236}">
                  <a16:creationId xmlns:a16="http://schemas.microsoft.com/office/drawing/2014/main" id="{D7221543-9DA7-9C4F-BF64-841725D580D9}"/>
                </a:ext>
              </a:extLst>
            </p:cNvPr>
            <p:cNvSpPr>
              <a:spLocks noChangeArrowheads="1"/>
            </p:cNvSpPr>
            <p:nvPr/>
          </p:nvSpPr>
          <p:spPr bwMode="auto">
            <a:xfrm>
              <a:off x="4391" y="1555"/>
              <a:ext cx="312"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06" name="Line 35">
              <a:extLst>
                <a:ext uri="{FF2B5EF4-FFF2-40B4-BE49-F238E27FC236}">
                  <a16:creationId xmlns:a16="http://schemas.microsoft.com/office/drawing/2014/main" id="{3AA9DB23-022C-B843-ACB1-9CD5A8D48918}"/>
                </a:ext>
              </a:extLst>
            </p:cNvPr>
            <p:cNvSpPr>
              <a:spLocks noChangeShapeType="1"/>
            </p:cNvSpPr>
            <p:nvPr/>
          </p:nvSpPr>
          <p:spPr bwMode="auto">
            <a:xfrm>
              <a:off x="4391" y="1548"/>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07" name="Line 36">
              <a:extLst>
                <a:ext uri="{FF2B5EF4-FFF2-40B4-BE49-F238E27FC236}">
                  <a16:creationId xmlns:a16="http://schemas.microsoft.com/office/drawing/2014/main" id="{AAE6AF87-B018-8A44-81E6-B8267ADC39E9}"/>
                </a:ext>
              </a:extLst>
            </p:cNvPr>
            <p:cNvSpPr>
              <a:spLocks noChangeShapeType="1"/>
            </p:cNvSpPr>
            <p:nvPr/>
          </p:nvSpPr>
          <p:spPr bwMode="auto">
            <a:xfrm>
              <a:off x="4703" y="1548"/>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08" name="Rectangle 37">
              <a:extLst>
                <a:ext uri="{FF2B5EF4-FFF2-40B4-BE49-F238E27FC236}">
                  <a16:creationId xmlns:a16="http://schemas.microsoft.com/office/drawing/2014/main" id="{E486C5EC-F3AE-514D-8BFC-C15DDC7BC42F}"/>
                </a:ext>
              </a:extLst>
            </p:cNvPr>
            <p:cNvSpPr>
              <a:spLocks noChangeArrowheads="1"/>
            </p:cNvSpPr>
            <p:nvPr/>
          </p:nvSpPr>
          <p:spPr bwMode="auto">
            <a:xfrm>
              <a:off x="4391" y="1548"/>
              <a:ext cx="309"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413" name="Oval 38">
              <a:extLst>
                <a:ext uri="{FF2B5EF4-FFF2-40B4-BE49-F238E27FC236}">
                  <a16:creationId xmlns:a16="http://schemas.microsoft.com/office/drawing/2014/main" id="{D570042E-655B-9244-B2DE-DD6B84D18E36}"/>
                </a:ext>
              </a:extLst>
            </p:cNvPr>
            <p:cNvSpPr>
              <a:spLocks noChangeArrowheads="1"/>
            </p:cNvSpPr>
            <p:nvPr/>
          </p:nvSpPr>
          <p:spPr bwMode="auto">
            <a:xfrm>
              <a:off x="4394" y="1492"/>
              <a:ext cx="312"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14" name="Oval 39">
              <a:extLst>
                <a:ext uri="{FF2B5EF4-FFF2-40B4-BE49-F238E27FC236}">
                  <a16:creationId xmlns:a16="http://schemas.microsoft.com/office/drawing/2014/main" id="{209FDC48-A133-7C43-A4F4-AEC33B2394DC}"/>
                </a:ext>
              </a:extLst>
            </p:cNvPr>
            <p:cNvSpPr>
              <a:spLocks noChangeArrowheads="1"/>
            </p:cNvSpPr>
            <p:nvPr/>
          </p:nvSpPr>
          <p:spPr bwMode="auto">
            <a:xfrm>
              <a:off x="4401" y="2246"/>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15" name="Line 40">
              <a:extLst>
                <a:ext uri="{FF2B5EF4-FFF2-40B4-BE49-F238E27FC236}">
                  <a16:creationId xmlns:a16="http://schemas.microsoft.com/office/drawing/2014/main" id="{6C737D5E-249D-704B-8624-06BC6AF83FC8}"/>
                </a:ext>
              </a:extLst>
            </p:cNvPr>
            <p:cNvSpPr>
              <a:spLocks noChangeShapeType="1"/>
            </p:cNvSpPr>
            <p:nvPr/>
          </p:nvSpPr>
          <p:spPr bwMode="auto">
            <a:xfrm>
              <a:off x="4401" y="2239"/>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16" name="Line 41">
              <a:extLst>
                <a:ext uri="{FF2B5EF4-FFF2-40B4-BE49-F238E27FC236}">
                  <a16:creationId xmlns:a16="http://schemas.microsoft.com/office/drawing/2014/main" id="{2BB65E91-5543-2A4A-83D1-AF4BD2A561BA}"/>
                </a:ext>
              </a:extLst>
            </p:cNvPr>
            <p:cNvSpPr>
              <a:spLocks noChangeShapeType="1"/>
            </p:cNvSpPr>
            <p:nvPr/>
          </p:nvSpPr>
          <p:spPr bwMode="auto">
            <a:xfrm>
              <a:off x="4714" y="2239"/>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17" name="Rectangle 42">
              <a:extLst>
                <a:ext uri="{FF2B5EF4-FFF2-40B4-BE49-F238E27FC236}">
                  <a16:creationId xmlns:a16="http://schemas.microsoft.com/office/drawing/2014/main" id="{31754303-C1B0-564A-BC8B-D1994E2260A3}"/>
                </a:ext>
              </a:extLst>
            </p:cNvPr>
            <p:cNvSpPr>
              <a:spLocks noChangeArrowheads="1"/>
            </p:cNvSpPr>
            <p:nvPr/>
          </p:nvSpPr>
          <p:spPr bwMode="auto">
            <a:xfrm>
              <a:off x="4401" y="2239"/>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418" name="Oval 43">
              <a:extLst>
                <a:ext uri="{FF2B5EF4-FFF2-40B4-BE49-F238E27FC236}">
                  <a16:creationId xmlns:a16="http://schemas.microsoft.com/office/drawing/2014/main" id="{5EBC6ED3-D791-D849-8DF4-6EEC31DF9218}"/>
                </a:ext>
              </a:extLst>
            </p:cNvPr>
            <p:cNvSpPr>
              <a:spLocks noChangeArrowheads="1"/>
            </p:cNvSpPr>
            <p:nvPr/>
          </p:nvSpPr>
          <p:spPr bwMode="auto">
            <a:xfrm>
              <a:off x="4398" y="2180"/>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19" name="Oval 44">
              <a:extLst>
                <a:ext uri="{FF2B5EF4-FFF2-40B4-BE49-F238E27FC236}">
                  <a16:creationId xmlns:a16="http://schemas.microsoft.com/office/drawing/2014/main" id="{69D4B18F-1B3D-AA47-B609-E5E0116A4B8C}"/>
                </a:ext>
              </a:extLst>
            </p:cNvPr>
            <p:cNvSpPr>
              <a:spLocks noChangeArrowheads="1"/>
            </p:cNvSpPr>
            <p:nvPr/>
          </p:nvSpPr>
          <p:spPr bwMode="auto">
            <a:xfrm>
              <a:off x="4966" y="1905"/>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23" name="Line 45">
              <a:extLst>
                <a:ext uri="{FF2B5EF4-FFF2-40B4-BE49-F238E27FC236}">
                  <a16:creationId xmlns:a16="http://schemas.microsoft.com/office/drawing/2014/main" id="{6B623BCC-754E-AD43-A91B-5BE9046197D9}"/>
                </a:ext>
              </a:extLst>
            </p:cNvPr>
            <p:cNvSpPr>
              <a:spLocks noChangeShapeType="1"/>
            </p:cNvSpPr>
            <p:nvPr/>
          </p:nvSpPr>
          <p:spPr bwMode="auto">
            <a:xfrm>
              <a:off x="4966" y="1898"/>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25" name="Line 46">
              <a:extLst>
                <a:ext uri="{FF2B5EF4-FFF2-40B4-BE49-F238E27FC236}">
                  <a16:creationId xmlns:a16="http://schemas.microsoft.com/office/drawing/2014/main" id="{70C54C4E-9E9A-CB4F-9BAD-759F10AB73D6}"/>
                </a:ext>
              </a:extLst>
            </p:cNvPr>
            <p:cNvSpPr>
              <a:spLocks noChangeShapeType="1"/>
            </p:cNvSpPr>
            <p:nvPr/>
          </p:nvSpPr>
          <p:spPr bwMode="auto">
            <a:xfrm>
              <a:off x="5279" y="1898"/>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27" name="Rectangle 47">
              <a:extLst>
                <a:ext uri="{FF2B5EF4-FFF2-40B4-BE49-F238E27FC236}">
                  <a16:creationId xmlns:a16="http://schemas.microsoft.com/office/drawing/2014/main" id="{48B02502-224F-614A-AF74-CA45B87B4FC2}"/>
                </a:ext>
              </a:extLst>
            </p:cNvPr>
            <p:cNvSpPr>
              <a:spLocks noChangeArrowheads="1"/>
            </p:cNvSpPr>
            <p:nvPr/>
          </p:nvSpPr>
          <p:spPr bwMode="auto">
            <a:xfrm>
              <a:off x="4966" y="1898"/>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432" name="Oval 48">
              <a:extLst>
                <a:ext uri="{FF2B5EF4-FFF2-40B4-BE49-F238E27FC236}">
                  <a16:creationId xmlns:a16="http://schemas.microsoft.com/office/drawing/2014/main" id="{1CBE76C4-29B1-DF47-8C80-E056EC01FEE0}"/>
                </a:ext>
              </a:extLst>
            </p:cNvPr>
            <p:cNvSpPr>
              <a:spLocks noChangeArrowheads="1"/>
            </p:cNvSpPr>
            <p:nvPr/>
          </p:nvSpPr>
          <p:spPr bwMode="auto">
            <a:xfrm>
              <a:off x="4963" y="1839"/>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33" name="Freeform 49">
              <a:extLst>
                <a:ext uri="{FF2B5EF4-FFF2-40B4-BE49-F238E27FC236}">
                  <a16:creationId xmlns:a16="http://schemas.microsoft.com/office/drawing/2014/main" id="{F7C58F3A-0B59-CE40-8968-EFD5B03D593E}"/>
                </a:ext>
              </a:extLst>
            </p:cNvPr>
            <p:cNvSpPr>
              <a:spLocks/>
            </p:cNvSpPr>
            <p:nvPr/>
          </p:nvSpPr>
          <p:spPr bwMode="auto">
            <a:xfrm>
              <a:off x="4557" y="1647"/>
              <a:ext cx="1" cy="522"/>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38" name="Freeform 50">
              <a:extLst>
                <a:ext uri="{FF2B5EF4-FFF2-40B4-BE49-F238E27FC236}">
                  <a16:creationId xmlns:a16="http://schemas.microsoft.com/office/drawing/2014/main" id="{5CA0B20D-583A-724F-8F77-3D2EE0DD0137}"/>
                </a:ext>
              </a:extLst>
            </p:cNvPr>
            <p:cNvSpPr>
              <a:spLocks/>
            </p:cNvSpPr>
            <p:nvPr/>
          </p:nvSpPr>
          <p:spPr bwMode="auto">
            <a:xfrm>
              <a:off x="3864" y="1653"/>
              <a:ext cx="1" cy="53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43" name="Freeform 51">
              <a:extLst>
                <a:ext uri="{FF2B5EF4-FFF2-40B4-BE49-F238E27FC236}">
                  <a16:creationId xmlns:a16="http://schemas.microsoft.com/office/drawing/2014/main" id="{F9705D5A-4067-4E46-97EF-A4A7592F8062}"/>
                </a:ext>
              </a:extLst>
            </p:cNvPr>
            <p:cNvSpPr>
              <a:spLocks/>
            </p:cNvSpPr>
            <p:nvPr/>
          </p:nvSpPr>
          <p:spPr bwMode="auto">
            <a:xfrm>
              <a:off x="4029" y="1638"/>
              <a:ext cx="504" cy="600"/>
            </a:xfrm>
            <a:custGeom>
              <a:avLst/>
              <a:gdLst>
                <a:gd name="T0" fmla="*/ 0 w 378"/>
                <a:gd name="T1" fmla="*/ 11993521 h 174"/>
                <a:gd name="T2" fmla="*/ 5035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44" name="Freeform 52">
              <a:extLst>
                <a:ext uri="{FF2B5EF4-FFF2-40B4-BE49-F238E27FC236}">
                  <a16:creationId xmlns:a16="http://schemas.microsoft.com/office/drawing/2014/main" id="{22C3BA86-2C31-C244-BCC8-F79B83E99BAE}"/>
                </a:ext>
              </a:extLst>
            </p:cNvPr>
            <p:cNvSpPr>
              <a:spLocks/>
            </p:cNvSpPr>
            <p:nvPr/>
          </p:nvSpPr>
          <p:spPr bwMode="auto">
            <a:xfrm>
              <a:off x="4716" y="1986"/>
              <a:ext cx="366" cy="270"/>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45" name="Freeform 53">
              <a:extLst>
                <a:ext uri="{FF2B5EF4-FFF2-40B4-BE49-F238E27FC236}">
                  <a16:creationId xmlns:a16="http://schemas.microsoft.com/office/drawing/2014/main" id="{36BA8254-18D7-D841-8B10-CF1677FF4B4C}"/>
                </a:ext>
              </a:extLst>
            </p:cNvPr>
            <p:cNvSpPr>
              <a:spLocks/>
            </p:cNvSpPr>
            <p:nvPr/>
          </p:nvSpPr>
          <p:spPr bwMode="auto">
            <a:xfrm>
              <a:off x="4035" y="226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46" name="Freeform 54">
              <a:extLst>
                <a:ext uri="{FF2B5EF4-FFF2-40B4-BE49-F238E27FC236}">
                  <a16:creationId xmlns:a16="http://schemas.microsoft.com/office/drawing/2014/main" id="{FDD9D6F7-B6B7-8C4F-B4CD-8A42B44DA874}"/>
                </a:ext>
              </a:extLst>
            </p:cNvPr>
            <p:cNvSpPr>
              <a:spLocks/>
            </p:cNvSpPr>
            <p:nvPr/>
          </p:nvSpPr>
          <p:spPr bwMode="auto">
            <a:xfrm>
              <a:off x="3444" y="1944"/>
              <a:ext cx="276" cy="264"/>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47" name="Freeform 55">
              <a:extLst>
                <a:ext uri="{FF2B5EF4-FFF2-40B4-BE49-F238E27FC236}">
                  <a16:creationId xmlns:a16="http://schemas.microsoft.com/office/drawing/2014/main" id="{0EEE8685-1A2C-124B-AEBC-CE60F95275A6}"/>
                </a:ext>
              </a:extLst>
            </p:cNvPr>
            <p:cNvSpPr>
              <a:spLocks/>
            </p:cNvSpPr>
            <p:nvPr/>
          </p:nvSpPr>
          <p:spPr bwMode="auto">
            <a:xfrm>
              <a:off x="4029" y="157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48" name="Freeform 56">
              <a:extLst>
                <a:ext uri="{FF2B5EF4-FFF2-40B4-BE49-F238E27FC236}">
                  <a16:creationId xmlns:a16="http://schemas.microsoft.com/office/drawing/2014/main" id="{CDFCCD1A-99F5-3248-A9D4-80A4A3508E86}"/>
                </a:ext>
              </a:extLst>
            </p:cNvPr>
            <p:cNvSpPr>
              <a:spLocks/>
            </p:cNvSpPr>
            <p:nvPr/>
          </p:nvSpPr>
          <p:spPr bwMode="auto">
            <a:xfrm>
              <a:off x="4704" y="1575"/>
              <a:ext cx="396" cy="267"/>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49" name="Freeform 57">
              <a:extLst>
                <a:ext uri="{FF2B5EF4-FFF2-40B4-BE49-F238E27FC236}">
                  <a16:creationId xmlns:a16="http://schemas.microsoft.com/office/drawing/2014/main" id="{8158BEB1-D7DD-304F-93D8-B63A3B9F79D7}"/>
                </a:ext>
              </a:extLst>
            </p:cNvPr>
            <p:cNvSpPr>
              <a:spLocks/>
            </p:cNvSpPr>
            <p:nvPr/>
          </p:nvSpPr>
          <p:spPr bwMode="auto">
            <a:xfrm>
              <a:off x="3387" y="1146"/>
              <a:ext cx="1110" cy="645"/>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450" name="Group 58">
              <a:extLst>
                <a:ext uri="{FF2B5EF4-FFF2-40B4-BE49-F238E27FC236}">
                  <a16:creationId xmlns:a16="http://schemas.microsoft.com/office/drawing/2014/main" id="{5708D0AB-39B8-5F4D-964A-583102F20F6D}"/>
                </a:ext>
              </a:extLst>
            </p:cNvPr>
            <p:cNvGrpSpPr>
              <a:grpSpLocks/>
            </p:cNvGrpSpPr>
            <p:nvPr/>
          </p:nvGrpSpPr>
          <p:grpSpPr bwMode="auto">
            <a:xfrm>
              <a:off x="3287" y="1744"/>
              <a:ext cx="205" cy="250"/>
              <a:chOff x="2954" y="2425"/>
              <a:chExt cx="208" cy="250"/>
            </a:xfrm>
          </p:grpSpPr>
          <p:sp>
            <p:nvSpPr>
              <p:cNvPr id="476" name="Rectangle 59">
                <a:extLst>
                  <a:ext uri="{FF2B5EF4-FFF2-40B4-BE49-F238E27FC236}">
                    <a16:creationId xmlns:a16="http://schemas.microsoft.com/office/drawing/2014/main" id="{698B8676-76A7-4C47-8D65-7AD44E1F849C}"/>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77" name="Text Box 60">
                <a:extLst>
                  <a:ext uri="{FF2B5EF4-FFF2-40B4-BE49-F238E27FC236}">
                    <a16:creationId xmlns:a16="http://schemas.microsoft.com/office/drawing/2014/main" id="{5163CA4B-303D-0E4C-B36C-0EB9193499CB}"/>
                  </a:ext>
                </a:extLst>
              </p:cNvPr>
              <p:cNvSpPr txBox="1">
                <a:spLocks noChangeArrowheads="1"/>
              </p:cNvSpPr>
              <p:nvPr/>
            </p:nvSpPr>
            <p:spPr bwMode="auto">
              <a:xfrm>
                <a:off x="2954" y="2425"/>
                <a:ext cx="20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u</a:t>
                </a:r>
                <a:endParaRPr lang="en-US" kern="0" dirty="0">
                  <a:solidFill>
                    <a:srgbClr val="000000"/>
                  </a:solidFill>
                </a:endParaRPr>
              </a:p>
            </p:txBody>
          </p:sp>
        </p:grpSp>
        <p:grpSp>
          <p:nvGrpSpPr>
            <p:cNvPr id="451" name="Group 61">
              <a:extLst>
                <a:ext uri="{FF2B5EF4-FFF2-40B4-BE49-F238E27FC236}">
                  <a16:creationId xmlns:a16="http://schemas.microsoft.com/office/drawing/2014/main" id="{22504589-6EDA-CD46-9F6D-B4E53859C7BB}"/>
                </a:ext>
              </a:extLst>
            </p:cNvPr>
            <p:cNvGrpSpPr>
              <a:grpSpLocks/>
            </p:cNvGrpSpPr>
            <p:nvPr/>
          </p:nvGrpSpPr>
          <p:grpSpPr bwMode="auto">
            <a:xfrm>
              <a:off x="4461" y="2128"/>
              <a:ext cx="196" cy="250"/>
              <a:chOff x="2958" y="2425"/>
              <a:chExt cx="199" cy="250"/>
            </a:xfrm>
          </p:grpSpPr>
          <p:sp>
            <p:nvSpPr>
              <p:cNvPr id="474" name="Rectangle 62">
                <a:extLst>
                  <a:ext uri="{FF2B5EF4-FFF2-40B4-BE49-F238E27FC236}">
                    <a16:creationId xmlns:a16="http://schemas.microsoft.com/office/drawing/2014/main" id="{B5EB60BB-0E5E-C14B-B24B-878829D35E80}"/>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75" name="Text Box 63">
                <a:extLst>
                  <a:ext uri="{FF2B5EF4-FFF2-40B4-BE49-F238E27FC236}">
                    <a16:creationId xmlns:a16="http://schemas.microsoft.com/office/drawing/2014/main" id="{AC01CA65-68FA-E340-BE13-4C47DBA310D1}"/>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y</a:t>
                </a:r>
                <a:endParaRPr lang="en-US" kern="0" dirty="0">
                  <a:solidFill>
                    <a:srgbClr val="000000"/>
                  </a:solidFill>
                </a:endParaRPr>
              </a:p>
            </p:txBody>
          </p:sp>
        </p:grpSp>
        <p:grpSp>
          <p:nvGrpSpPr>
            <p:cNvPr id="452" name="Group 64">
              <a:extLst>
                <a:ext uri="{FF2B5EF4-FFF2-40B4-BE49-F238E27FC236}">
                  <a16:creationId xmlns:a16="http://schemas.microsoft.com/office/drawing/2014/main" id="{7E66326C-FC5C-CB48-9635-4D30ECB15D8D}"/>
                </a:ext>
              </a:extLst>
            </p:cNvPr>
            <p:cNvGrpSpPr>
              <a:grpSpLocks/>
            </p:cNvGrpSpPr>
            <p:nvPr/>
          </p:nvGrpSpPr>
          <p:grpSpPr bwMode="auto">
            <a:xfrm>
              <a:off x="3772" y="2095"/>
              <a:ext cx="212" cy="288"/>
              <a:chOff x="2951" y="2395"/>
              <a:chExt cx="213" cy="288"/>
            </a:xfrm>
          </p:grpSpPr>
          <p:sp>
            <p:nvSpPr>
              <p:cNvPr id="472" name="Rectangle 65">
                <a:extLst>
                  <a:ext uri="{FF2B5EF4-FFF2-40B4-BE49-F238E27FC236}">
                    <a16:creationId xmlns:a16="http://schemas.microsoft.com/office/drawing/2014/main" id="{6BF35853-D616-6B43-8985-14AABE1F7525}"/>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73" name="Text Box 66">
                <a:extLst>
                  <a:ext uri="{FF2B5EF4-FFF2-40B4-BE49-F238E27FC236}">
                    <a16:creationId xmlns:a16="http://schemas.microsoft.com/office/drawing/2014/main" id="{3282D7A0-A2E9-7F4B-A22E-01546569C593}"/>
                  </a:ext>
                </a:extLst>
              </p:cNvPr>
              <p:cNvSpPr txBox="1">
                <a:spLocks noChangeArrowheads="1"/>
              </p:cNvSpPr>
              <p:nvPr/>
            </p:nvSpPr>
            <p:spPr bwMode="auto">
              <a:xfrm>
                <a:off x="2951" y="2395"/>
                <a:ext cx="21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kern="0" dirty="0">
                    <a:solidFill>
                      <a:srgbClr val="000000"/>
                    </a:solidFill>
                  </a:rPr>
                  <a:t>x</a:t>
                </a:r>
              </a:p>
            </p:txBody>
          </p:sp>
        </p:grpSp>
        <p:grpSp>
          <p:nvGrpSpPr>
            <p:cNvPr id="453" name="Group 67">
              <a:extLst>
                <a:ext uri="{FF2B5EF4-FFF2-40B4-BE49-F238E27FC236}">
                  <a16:creationId xmlns:a16="http://schemas.microsoft.com/office/drawing/2014/main" id="{3104BBAE-4F76-E649-85DB-F84D22362B81}"/>
                </a:ext>
              </a:extLst>
            </p:cNvPr>
            <p:cNvGrpSpPr>
              <a:grpSpLocks/>
            </p:cNvGrpSpPr>
            <p:nvPr/>
          </p:nvGrpSpPr>
          <p:grpSpPr bwMode="auto">
            <a:xfrm>
              <a:off x="4438" y="1438"/>
              <a:ext cx="232" cy="250"/>
              <a:chOff x="2941" y="2425"/>
              <a:chExt cx="235" cy="250"/>
            </a:xfrm>
          </p:grpSpPr>
          <p:sp>
            <p:nvSpPr>
              <p:cNvPr id="470" name="Rectangle 68">
                <a:extLst>
                  <a:ext uri="{FF2B5EF4-FFF2-40B4-BE49-F238E27FC236}">
                    <a16:creationId xmlns:a16="http://schemas.microsoft.com/office/drawing/2014/main" id="{0CEE42FC-526E-AB47-8798-637A6484857F}"/>
                  </a:ext>
                </a:extLst>
              </p:cNvPr>
              <p:cNvSpPr>
                <a:spLocks noChangeArrowheads="1"/>
              </p:cNvSpPr>
              <p:nvPr/>
            </p:nvSpPr>
            <p:spPr bwMode="auto">
              <a:xfrm>
                <a:off x="2982" y="2490"/>
                <a:ext cx="146"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71" name="Text Box 69">
                <a:extLst>
                  <a:ext uri="{FF2B5EF4-FFF2-40B4-BE49-F238E27FC236}">
                    <a16:creationId xmlns:a16="http://schemas.microsoft.com/office/drawing/2014/main" id="{BD20AA39-4C83-B348-A22B-DC09D5E67986}"/>
                  </a:ext>
                </a:extLst>
              </p:cNvPr>
              <p:cNvSpPr txBox="1">
                <a:spLocks noChangeArrowheads="1"/>
              </p:cNvSpPr>
              <p:nvPr/>
            </p:nvSpPr>
            <p:spPr bwMode="auto">
              <a:xfrm>
                <a:off x="2941" y="2425"/>
                <a:ext cx="23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w</a:t>
                </a:r>
                <a:endParaRPr lang="en-US" kern="0" dirty="0">
                  <a:solidFill>
                    <a:srgbClr val="000000"/>
                  </a:solidFill>
                </a:endParaRPr>
              </a:p>
            </p:txBody>
          </p:sp>
        </p:grpSp>
        <p:grpSp>
          <p:nvGrpSpPr>
            <p:cNvPr id="454" name="Group 70">
              <a:extLst>
                <a:ext uri="{FF2B5EF4-FFF2-40B4-BE49-F238E27FC236}">
                  <a16:creationId xmlns:a16="http://schemas.microsoft.com/office/drawing/2014/main" id="{76A8AB1F-2271-4C40-97FF-558125D0E3D2}"/>
                </a:ext>
              </a:extLst>
            </p:cNvPr>
            <p:cNvGrpSpPr>
              <a:grpSpLocks/>
            </p:cNvGrpSpPr>
            <p:nvPr/>
          </p:nvGrpSpPr>
          <p:grpSpPr bwMode="auto">
            <a:xfrm>
              <a:off x="3771" y="1438"/>
              <a:ext cx="196" cy="250"/>
              <a:chOff x="2958" y="2425"/>
              <a:chExt cx="199" cy="250"/>
            </a:xfrm>
          </p:grpSpPr>
          <p:sp>
            <p:nvSpPr>
              <p:cNvPr id="468" name="Rectangle 71">
                <a:extLst>
                  <a:ext uri="{FF2B5EF4-FFF2-40B4-BE49-F238E27FC236}">
                    <a16:creationId xmlns:a16="http://schemas.microsoft.com/office/drawing/2014/main" id="{8A1243C8-B070-1144-AFC1-660A0D476384}"/>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69" name="Text Box 72">
                <a:extLst>
                  <a:ext uri="{FF2B5EF4-FFF2-40B4-BE49-F238E27FC236}">
                    <a16:creationId xmlns:a16="http://schemas.microsoft.com/office/drawing/2014/main" id="{0A633A5D-CB9F-9D4A-9828-FA8DAB76D822}"/>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v</a:t>
                </a:r>
                <a:endParaRPr lang="en-US" kern="0" dirty="0">
                  <a:solidFill>
                    <a:srgbClr val="000000"/>
                  </a:solidFill>
                </a:endParaRPr>
              </a:p>
            </p:txBody>
          </p:sp>
        </p:grpSp>
        <p:grpSp>
          <p:nvGrpSpPr>
            <p:cNvPr id="455" name="Group 73">
              <a:extLst>
                <a:ext uri="{FF2B5EF4-FFF2-40B4-BE49-F238E27FC236}">
                  <a16:creationId xmlns:a16="http://schemas.microsoft.com/office/drawing/2014/main" id="{1F39B98B-5A5F-9A45-8998-1BA51D5362D8}"/>
                </a:ext>
              </a:extLst>
            </p:cNvPr>
            <p:cNvGrpSpPr>
              <a:grpSpLocks/>
            </p:cNvGrpSpPr>
            <p:nvPr/>
          </p:nvGrpSpPr>
          <p:grpSpPr bwMode="auto">
            <a:xfrm>
              <a:off x="5025" y="1756"/>
              <a:ext cx="212" cy="288"/>
              <a:chOff x="2949" y="2395"/>
              <a:chExt cx="214" cy="288"/>
            </a:xfrm>
          </p:grpSpPr>
          <p:sp>
            <p:nvSpPr>
              <p:cNvPr id="466" name="Rectangle 74">
                <a:extLst>
                  <a:ext uri="{FF2B5EF4-FFF2-40B4-BE49-F238E27FC236}">
                    <a16:creationId xmlns:a16="http://schemas.microsoft.com/office/drawing/2014/main" id="{6D133BDC-CBD5-E04A-956A-CB070C46E616}"/>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67" name="Text Box 75">
                <a:extLst>
                  <a:ext uri="{FF2B5EF4-FFF2-40B4-BE49-F238E27FC236}">
                    <a16:creationId xmlns:a16="http://schemas.microsoft.com/office/drawing/2014/main" id="{E22274D1-6BF0-6F4F-AA7F-923617C44471}"/>
                  </a:ext>
                </a:extLst>
              </p:cNvPr>
              <p:cNvSpPr txBox="1">
                <a:spLocks noChangeArrowheads="1"/>
              </p:cNvSpPr>
              <p:nvPr/>
            </p:nvSpPr>
            <p:spPr bwMode="auto">
              <a:xfrm>
                <a:off x="2949" y="2395"/>
                <a:ext cx="21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kern="0" dirty="0">
                    <a:solidFill>
                      <a:srgbClr val="000000"/>
                    </a:solidFill>
                  </a:rPr>
                  <a:t>z</a:t>
                </a:r>
              </a:p>
            </p:txBody>
          </p:sp>
        </p:grpSp>
        <p:sp>
          <p:nvSpPr>
            <p:cNvPr id="456" name="Text Box 76">
              <a:extLst>
                <a:ext uri="{FF2B5EF4-FFF2-40B4-BE49-F238E27FC236}">
                  <a16:creationId xmlns:a16="http://schemas.microsoft.com/office/drawing/2014/main" id="{E87F994C-88BC-7843-84FF-C20876A28AD3}"/>
                </a:ext>
              </a:extLst>
            </p:cNvPr>
            <p:cNvSpPr txBox="1">
              <a:spLocks noChangeArrowheads="1"/>
            </p:cNvSpPr>
            <p:nvPr/>
          </p:nvSpPr>
          <p:spPr bwMode="auto">
            <a:xfrm>
              <a:off x="3493" y="1568"/>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2</a:t>
              </a:r>
              <a:endParaRPr lang="en-US" kern="0" dirty="0">
                <a:solidFill>
                  <a:srgbClr val="000000"/>
                </a:solidFill>
              </a:endParaRPr>
            </a:p>
          </p:txBody>
        </p:sp>
        <p:sp>
          <p:nvSpPr>
            <p:cNvPr id="457" name="Text Box 77">
              <a:extLst>
                <a:ext uri="{FF2B5EF4-FFF2-40B4-BE49-F238E27FC236}">
                  <a16:creationId xmlns:a16="http://schemas.microsoft.com/office/drawing/2014/main" id="{D6E661FA-C756-184B-8F8C-454F6D2F20C6}"/>
                </a:ext>
              </a:extLst>
            </p:cNvPr>
            <p:cNvSpPr txBox="1">
              <a:spLocks noChangeArrowheads="1"/>
            </p:cNvSpPr>
            <p:nvPr/>
          </p:nvSpPr>
          <p:spPr bwMode="auto">
            <a:xfrm>
              <a:off x="3841" y="1787"/>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2</a:t>
              </a:r>
              <a:endParaRPr lang="en-US" kern="0" dirty="0">
                <a:solidFill>
                  <a:srgbClr val="000000"/>
                </a:solidFill>
              </a:endParaRPr>
            </a:p>
          </p:txBody>
        </p:sp>
        <p:sp>
          <p:nvSpPr>
            <p:cNvPr id="458" name="Text Box 78">
              <a:extLst>
                <a:ext uri="{FF2B5EF4-FFF2-40B4-BE49-F238E27FC236}">
                  <a16:creationId xmlns:a16="http://schemas.microsoft.com/office/drawing/2014/main" id="{7AAD1753-0153-BE49-9A5A-86A6144677D4}"/>
                </a:ext>
              </a:extLst>
            </p:cNvPr>
            <p:cNvSpPr txBox="1">
              <a:spLocks noChangeArrowheads="1"/>
            </p:cNvSpPr>
            <p:nvPr/>
          </p:nvSpPr>
          <p:spPr bwMode="auto">
            <a:xfrm>
              <a:off x="3406" y="20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1</a:t>
              </a:r>
              <a:endParaRPr lang="en-US" kern="0" dirty="0">
                <a:solidFill>
                  <a:srgbClr val="000000"/>
                </a:solidFill>
              </a:endParaRPr>
            </a:p>
          </p:txBody>
        </p:sp>
        <p:sp>
          <p:nvSpPr>
            <p:cNvPr id="459" name="Text Box 79">
              <a:extLst>
                <a:ext uri="{FF2B5EF4-FFF2-40B4-BE49-F238E27FC236}">
                  <a16:creationId xmlns:a16="http://schemas.microsoft.com/office/drawing/2014/main" id="{CE9F4FB6-1319-824C-8EE6-E829F9B81392}"/>
                </a:ext>
              </a:extLst>
            </p:cNvPr>
            <p:cNvSpPr txBox="1">
              <a:spLocks noChangeArrowheads="1"/>
            </p:cNvSpPr>
            <p:nvPr/>
          </p:nvSpPr>
          <p:spPr bwMode="auto">
            <a:xfrm>
              <a:off x="4225" y="188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3</a:t>
              </a:r>
              <a:endParaRPr lang="en-US" kern="0" dirty="0">
                <a:solidFill>
                  <a:srgbClr val="000000"/>
                </a:solidFill>
              </a:endParaRPr>
            </a:p>
          </p:txBody>
        </p:sp>
        <p:sp>
          <p:nvSpPr>
            <p:cNvPr id="460" name="Text Box 80">
              <a:extLst>
                <a:ext uri="{FF2B5EF4-FFF2-40B4-BE49-F238E27FC236}">
                  <a16:creationId xmlns:a16="http://schemas.microsoft.com/office/drawing/2014/main" id="{C479D34B-E495-6941-B1B8-7C27A07FA48D}"/>
                </a:ext>
              </a:extLst>
            </p:cNvPr>
            <p:cNvSpPr txBox="1">
              <a:spLocks noChangeArrowheads="1"/>
            </p:cNvSpPr>
            <p:nvPr/>
          </p:nvSpPr>
          <p:spPr bwMode="auto">
            <a:xfrm>
              <a:off x="4162" y="2234"/>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1</a:t>
              </a:r>
              <a:endParaRPr lang="en-US" kern="0" dirty="0">
                <a:solidFill>
                  <a:srgbClr val="000000"/>
                </a:solidFill>
              </a:endParaRPr>
            </a:p>
          </p:txBody>
        </p:sp>
        <p:sp>
          <p:nvSpPr>
            <p:cNvPr id="461" name="Text Box 81">
              <a:extLst>
                <a:ext uri="{FF2B5EF4-FFF2-40B4-BE49-F238E27FC236}">
                  <a16:creationId xmlns:a16="http://schemas.microsoft.com/office/drawing/2014/main" id="{651E935E-97A1-694E-90ED-DA0D52808F61}"/>
                </a:ext>
              </a:extLst>
            </p:cNvPr>
            <p:cNvSpPr txBox="1">
              <a:spLocks noChangeArrowheads="1"/>
            </p:cNvSpPr>
            <p:nvPr/>
          </p:nvSpPr>
          <p:spPr bwMode="auto">
            <a:xfrm>
              <a:off x="4522" y="1805"/>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1</a:t>
              </a:r>
              <a:endParaRPr lang="en-US" kern="0" dirty="0">
                <a:solidFill>
                  <a:srgbClr val="000000"/>
                </a:solidFill>
              </a:endParaRPr>
            </a:p>
          </p:txBody>
        </p:sp>
        <p:sp>
          <p:nvSpPr>
            <p:cNvPr id="462" name="Text Box 82">
              <a:extLst>
                <a:ext uri="{FF2B5EF4-FFF2-40B4-BE49-F238E27FC236}">
                  <a16:creationId xmlns:a16="http://schemas.microsoft.com/office/drawing/2014/main" id="{BCE34168-89E8-CA4E-B734-D7785C5D44A4}"/>
                </a:ext>
              </a:extLst>
            </p:cNvPr>
            <p:cNvSpPr txBox="1">
              <a:spLocks noChangeArrowheads="1"/>
            </p:cNvSpPr>
            <p:nvPr/>
          </p:nvSpPr>
          <p:spPr bwMode="auto">
            <a:xfrm>
              <a:off x="4882" y="2069"/>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2</a:t>
              </a:r>
              <a:endParaRPr lang="en-US" kern="0" dirty="0">
                <a:solidFill>
                  <a:srgbClr val="000000"/>
                </a:solidFill>
              </a:endParaRPr>
            </a:p>
          </p:txBody>
        </p:sp>
        <p:sp>
          <p:nvSpPr>
            <p:cNvPr id="463" name="Text Box 83">
              <a:extLst>
                <a:ext uri="{FF2B5EF4-FFF2-40B4-BE49-F238E27FC236}">
                  <a16:creationId xmlns:a16="http://schemas.microsoft.com/office/drawing/2014/main" id="{E61D1248-702D-AA4E-A62B-3B6DB8874302}"/>
                </a:ext>
              </a:extLst>
            </p:cNvPr>
            <p:cNvSpPr txBox="1">
              <a:spLocks noChangeArrowheads="1"/>
            </p:cNvSpPr>
            <p:nvPr/>
          </p:nvSpPr>
          <p:spPr bwMode="auto">
            <a:xfrm>
              <a:off x="4855" y="1532"/>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5</a:t>
              </a:r>
              <a:endParaRPr lang="en-US" kern="0" dirty="0">
                <a:solidFill>
                  <a:srgbClr val="000000"/>
                </a:solidFill>
              </a:endParaRPr>
            </a:p>
          </p:txBody>
        </p:sp>
        <p:sp>
          <p:nvSpPr>
            <p:cNvPr id="464" name="Text Box 84">
              <a:extLst>
                <a:ext uri="{FF2B5EF4-FFF2-40B4-BE49-F238E27FC236}">
                  <a16:creationId xmlns:a16="http://schemas.microsoft.com/office/drawing/2014/main" id="{8E7448E7-B23E-9A4A-947C-66285C7E1020}"/>
                </a:ext>
              </a:extLst>
            </p:cNvPr>
            <p:cNvSpPr txBox="1">
              <a:spLocks noChangeArrowheads="1"/>
            </p:cNvSpPr>
            <p:nvPr/>
          </p:nvSpPr>
          <p:spPr bwMode="auto">
            <a:xfrm>
              <a:off x="4120" y="1382"/>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3</a:t>
              </a:r>
              <a:endParaRPr lang="en-US" kern="0" dirty="0">
                <a:solidFill>
                  <a:srgbClr val="000000"/>
                </a:solidFill>
              </a:endParaRPr>
            </a:p>
          </p:txBody>
        </p:sp>
        <p:sp>
          <p:nvSpPr>
            <p:cNvPr id="465" name="Text Box 85">
              <a:extLst>
                <a:ext uri="{FF2B5EF4-FFF2-40B4-BE49-F238E27FC236}">
                  <a16:creationId xmlns:a16="http://schemas.microsoft.com/office/drawing/2014/main" id="{EFA31E11-E078-ED44-8DB8-4912DC480664}"/>
                </a:ext>
              </a:extLst>
            </p:cNvPr>
            <p:cNvSpPr txBox="1">
              <a:spLocks noChangeArrowheads="1"/>
            </p:cNvSpPr>
            <p:nvPr/>
          </p:nvSpPr>
          <p:spPr bwMode="auto">
            <a:xfrm>
              <a:off x="3769" y="1115"/>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5</a:t>
              </a:r>
              <a:endParaRPr lang="en-US" kern="0" dirty="0">
                <a:solidFill>
                  <a:srgbClr val="000000"/>
                </a:solidFill>
              </a:endParaRPr>
            </a:p>
          </p:txBody>
        </p:sp>
      </p:grpSp>
      <p:sp>
        <p:nvSpPr>
          <p:cNvPr id="490" name="Text Box 9">
            <a:extLst>
              <a:ext uri="{FF2B5EF4-FFF2-40B4-BE49-F238E27FC236}">
                <a16:creationId xmlns:a16="http://schemas.microsoft.com/office/drawing/2014/main" id="{7264032F-FC16-7043-941E-B120E8ED9940}"/>
              </a:ext>
            </a:extLst>
          </p:cNvPr>
          <p:cNvSpPr txBox="1">
            <a:spLocks noChangeArrowheads="1"/>
          </p:cNvSpPr>
          <p:nvPr/>
        </p:nvSpPr>
        <p:spPr bwMode="auto">
          <a:xfrm>
            <a:off x="9490547" y="3198952"/>
            <a:ext cx="52610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4,y</a:t>
            </a:r>
          </a:p>
        </p:txBody>
      </p:sp>
      <p:sp>
        <p:nvSpPr>
          <p:cNvPr id="495" name="Text Box 6">
            <a:extLst>
              <a:ext uri="{FF2B5EF4-FFF2-40B4-BE49-F238E27FC236}">
                <a16:creationId xmlns:a16="http://schemas.microsoft.com/office/drawing/2014/main" id="{A24F37E4-4175-D247-9C29-BC40A27B53F0}"/>
              </a:ext>
            </a:extLst>
          </p:cNvPr>
          <p:cNvSpPr txBox="1">
            <a:spLocks noChangeArrowheads="1"/>
          </p:cNvSpPr>
          <p:nvPr/>
        </p:nvSpPr>
        <p:spPr bwMode="auto">
          <a:xfrm>
            <a:off x="5169952" y="1633417"/>
            <a:ext cx="12955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D(w),p(w)</a:t>
            </a:r>
          </a:p>
        </p:txBody>
      </p:sp>
      <p:sp>
        <p:nvSpPr>
          <p:cNvPr id="498" name="Text Box 6">
            <a:extLst>
              <a:ext uri="{FF2B5EF4-FFF2-40B4-BE49-F238E27FC236}">
                <a16:creationId xmlns:a16="http://schemas.microsoft.com/office/drawing/2014/main" id="{64BB3F8B-CE19-1C41-B2C9-B564AF1B5BB5}"/>
              </a:ext>
            </a:extLst>
          </p:cNvPr>
          <p:cNvSpPr txBox="1">
            <a:spLocks noChangeArrowheads="1"/>
          </p:cNvSpPr>
          <p:nvPr/>
        </p:nvSpPr>
        <p:spPr bwMode="auto">
          <a:xfrm>
            <a:off x="13837414" y="2958717"/>
            <a:ext cx="1284288" cy="1616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D(w),p(w)</a:t>
            </a:r>
          </a:p>
          <a:p>
            <a:pPr algn="r" eaLnBrk="0" fontAlgn="base" hangingPunct="0">
              <a:spcBef>
                <a:spcPct val="0"/>
              </a:spcBef>
              <a:spcAft>
                <a:spcPct val="0"/>
              </a:spcAft>
              <a:defRPr/>
            </a:pPr>
            <a:r>
              <a:rPr lang="en-US" sz="2000" kern="0" dirty="0">
                <a:solidFill>
                  <a:srgbClr val="000000"/>
                </a:solidFill>
              </a:rPr>
              <a:t>5,u</a:t>
            </a:r>
          </a:p>
          <a:p>
            <a:pPr algn="r" eaLnBrk="0" fontAlgn="base" hangingPunct="0">
              <a:spcBef>
                <a:spcPct val="0"/>
              </a:spcBef>
              <a:spcAft>
                <a:spcPct val="0"/>
              </a:spcAft>
              <a:defRPr/>
            </a:pPr>
            <a:r>
              <a:rPr lang="en-US" sz="2000" kern="0" dirty="0">
                <a:solidFill>
                  <a:srgbClr val="000000"/>
                </a:solidFill>
              </a:rPr>
              <a:t>4,x</a:t>
            </a:r>
          </a:p>
          <a:p>
            <a:pPr algn="r" eaLnBrk="0" fontAlgn="base" hangingPunct="0">
              <a:spcBef>
                <a:spcPct val="0"/>
              </a:spcBef>
              <a:spcAft>
                <a:spcPct val="0"/>
              </a:spcAft>
              <a:defRPr/>
            </a:pPr>
            <a:r>
              <a:rPr lang="en-US" sz="2000" kern="0" dirty="0">
                <a:solidFill>
                  <a:srgbClr val="000000"/>
                </a:solidFill>
              </a:rPr>
              <a:t>3,y</a:t>
            </a:r>
          </a:p>
          <a:p>
            <a:pPr algn="r" eaLnBrk="0" fontAlgn="base" hangingPunct="0">
              <a:spcBef>
                <a:spcPct val="0"/>
              </a:spcBef>
              <a:spcAft>
                <a:spcPct val="0"/>
              </a:spcAft>
              <a:defRPr/>
            </a:pPr>
            <a:r>
              <a:rPr lang="en-US" sz="2000" kern="0" dirty="0">
                <a:solidFill>
                  <a:srgbClr val="000000"/>
                </a:solidFill>
              </a:rPr>
              <a:t>3,y</a:t>
            </a:r>
          </a:p>
        </p:txBody>
      </p:sp>
      <p:grpSp>
        <p:nvGrpSpPr>
          <p:cNvPr id="36" name="Group 35">
            <a:extLst>
              <a:ext uri="{FF2B5EF4-FFF2-40B4-BE49-F238E27FC236}">
                <a16:creationId xmlns:a16="http://schemas.microsoft.com/office/drawing/2014/main" id="{71973CA4-9B72-A545-BA9F-40D90EB8CE03}"/>
              </a:ext>
            </a:extLst>
          </p:cNvPr>
          <p:cNvGrpSpPr/>
          <p:nvPr/>
        </p:nvGrpSpPr>
        <p:grpSpPr>
          <a:xfrm>
            <a:off x="5554672" y="2866120"/>
            <a:ext cx="4461980" cy="406922"/>
            <a:chOff x="5554672" y="2866120"/>
            <a:chExt cx="4461980" cy="406922"/>
          </a:xfrm>
        </p:grpSpPr>
        <p:sp>
          <p:nvSpPr>
            <p:cNvPr id="489" name="Text Box 9">
              <a:extLst>
                <a:ext uri="{FF2B5EF4-FFF2-40B4-BE49-F238E27FC236}">
                  <a16:creationId xmlns:a16="http://schemas.microsoft.com/office/drawing/2014/main" id="{AF5565C2-0153-3D44-85CB-BBD065682DF3}"/>
                </a:ext>
              </a:extLst>
            </p:cNvPr>
            <p:cNvSpPr txBox="1">
              <a:spLocks noChangeArrowheads="1"/>
            </p:cNvSpPr>
            <p:nvPr/>
          </p:nvSpPr>
          <p:spPr bwMode="auto">
            <a:xfrm>
              <a:off x="9490547" y="2872932"/>
              <a:ext cx="52610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4,y</a:t>
              </a:r>
            </a:p>
          </p:txBody>
        </p:sp>
        <p:sp>
          <p:nvSpPr>
            <p:cNvPr id="499" name="Text Box 6">
              <a:extLst>
                <a:ext uri="{FF2B5EF4-FFF2-40B4-BE49-F238E27FC236}">
                  <a16:creationId xmlns:a16="http://schemas.microsoft.com/office/drawing/2014/main" id="{B7834F0D-0E0E-F04D-A076-86B8692EFB59}"/>
                </a:ext>
              </a:extLst>
            </p:cNvPr>
            <p:cNvSpPr txBox="1">
              <a:spLocks noChangeArrowheads="1"/>
            </p:cNvSpPr>
            <p:nvPr/>
          </p:nvSpPr>
          <p:spPr bwMode="auto">
            <a:xfrm>
              <a:off x="5554672" y="2866120"/>
              <a:ext cx="52610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3,y</a:t>
              </a:r>
            </a:p>
          </p:txBody>
        </p:sp>
      </p:grpSp>
      <p:grpSp>
        <p:nvGrpSpPr>
          <p:cNvPr id="5" name="Group 4">
            <a:extLst>
              <a:ext uri="{FF2B5EF4-FFF2-40B4-BE49-F238E27FC236}">
                <a16:creationId xmlns:a16="http://schemas.microsoft.com/office/drawing/2014/main" id="{83A2ED86-B66C-0F49-818B-087416791E66}"/>
              </a:ext>
            </a:extLst>
          </p:cNvPr>
          <p:cNvGrpSpPr/>
          <p:nvPr/>
        </p:nvGrpSpPr>
        <p:grpSpPr>
          <a:xfrm>
            <a:off x="4263633" y="1951300"/>
            <a:ext cx="5679281" cy="401555"/>
            <a:chOff x="4263633" y="1951300"/>
            <a:chExt cx="5679281" cy="401555"/>
          </a:xfrm>
        </p:grpSpPr>
        <p:sp>
          <p:nvSpPr>
            <p:cNvPr id="249" name="Text Box 6">
              <a:extLst>
                <a:ext uri="{FF2B5EF4-FFF2-40B4-BE49-F238E27FC236}">
                  <a16:creationId xmlns:a16="http://schemas.microsoft.com/office/drawing/2014/main" id="{CD4FA9CE-7149-A440-83C1-21E98C3A6B6D}"/>
                </a:ext>
              </a:extLst>
            </p:cNvPr>
            <p:cNvSpPr txBox="1">
              <a:spLocks noChangeArrowheads="1"/>
            </p:cNvSpPr>
            <p:nvPr/>
          </p:nvSpPr>
          <p:spPr bwMode="auto">
            <a:xfrm>
              <a:off x="5570608" y="1951300"/>
              <a:ext cx="54053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5,u</a:t>
              </a:r>
            </a:p>
          </p:txBody>
        </p:sp>
        <p:sp>
          <p:nvSpPr>
            <p:cNvPr id="483" name="Text Box 9">
              <a:extLst>
                <a:ext uri="{FF2B5EF4-FFF2-40B4-BE49-F238E27FC236}">
                  <a16:creationId xmlns:a16="http://schemas.microsoft.com/office/drawing/2014/main" id="{451C47E2-E094-7147-A23C-5212BC8FB56C}"/>
                </a:ext>
              </a:extLst>
            </p:cNvPr>
            <p:cNvSpPr txBox="1">
              <a:spLocks noChangeArrowheads="1"/>
            </p:cNvSpPr>
            <p:nvPr/>
          </p:nvSpPr>
          <p:spPr bwMode="auto">
            <a:xfrm>
              <a:off x="9564285" y="1975894"/>
              <a:ext cx="37862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1800" kern="0" dirty="0">
                  <a:solidFill>
                    <a:srgbClr val="000000"/>
                  </a:solidFill>
                  <a:latin typeface="Comic Sans MS" charset="0"/>
                </a:rPr>
                <a:t>∞</a:t>
              </a:r>
              <a:endParaRPr lang="en-US" sz="2000" kern="0" dirty="0">
                <a:solidFill>
                  <a:srgbClr val="000000"/>
                </a:solidFill>
              </a:endParaRPr>
            </a:p>
          </p:txBody>
        </p:sp>
        <p:sp>
          <p:nvSpPr>
            <p:cNvPr id="493" name="Text Box 9">
              <a:extLst>
                <a:ext uri="{FF2B5EF4-FFF2-40B4-BE49-F238E27FC236}">
                  <a16:creationId xmlns:a16="http://schemas.microsoft.com/office/drawing/2014/main" id="{77161A6C-F59E-E646-A81F-7F211BDD0048}"/>
                </a:ext>
              </a:extLst>
            </p:cNvPr>
            <p:cNvSpPr txBox="1">
              <a:spLocks noChangeArrowheads="1"/>
            </p:cNvSpPr>
            <p:nvPr/>
          </p:nvSpPr>
          <p:spPr bwMode="auto">
            <a:xfrm>
              <a:off x="8268885" y="1974450"/>
              <a:ext cx="37862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1800" kern="0" dirty="0">
                  <a:solidFill>
                    <a:srgbClr val="000000"/>
                  </a:solidFill>
                  <a:latin typeface="Comic Sans MS" charset="0"/>
                </a:rPr>
                <a:t>∞</a:t>
              </a:r>
              <a:endParaRPr lang="en-US" sz="2000" kern="0" dirty="0">
                <a:solidFill>
                  <a:srgbClr val="000000"/>
                </a:solidFill>
              </a:endParaRPr>
            </a:p>
          </p:txBody>
        </p:sp>
        <p:sp>
          <p:nvSpPr>
            <p:cNvPr id="494" name="Text Box 7">
              <a:extLst>
                <a:ext uri="{FF2B5EF4-FFF2-40B4-BE49-F238E27FC236}">
                  <a16:creationId xmlns:a16="http://schemas.microsoft.com/office/drawing/2014/main" id="{052BF5DE-999E-0047-B15A-B0A0D539AFA6}"/>
                </a:ext>
              </a:extLst>
            </p:cNvPr>
            <p:cNvSpPr txBox="1">
              <a:spLocks noChangeArrowheads="1"/>
            </p:cNvSpPr>
            <p:nvPr/>
          </p:nvSpPr>
          <p:spPr bwMode="auto">
            <a:xfrm>
              <a:off x="6866008" y="1951300"/>
              <a:ext cx="54053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1,u</a:t>
              </a:r>
            </a:p>
          </p:txBody>
        </p:sp>
        <p:sp>
          <p:nvSpPr>
            <p:cNvPr id="500" name="Text Box 5">
              <a:extLst>
                <a:ext uri="{FF2B5EF4-FFF2-40B4-BE49-F238E27FC236}">
                  <a16:creationId xmlns:a16="http://schemas.microsoft.com/office/drawing/2014/main" id="{39318546-EB10-7141-A532-7477C3F9247F}"/>
                </a:ext>
              </a:extLst>
            </p:cNvPr>
            <p:cNvSpPr txBox="1">
              <a:spLocks noChangeArrowheads="1"/>
            </p:cNvSpPr>
            <p:nvPr/>
          </p:nvSpPr>
          <p:spPr bwMode="auto">
            <a:xfrm>
              <a:off x="4263633" y="1952745"/>
              <a:ext cx="54053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2,u</a:t>
              </a:r>
            </a:p>
          </p:txBody>
        </p:sp>
      </p:grpSp>
      <p:grpSp>
        <p:nvGrpSpPr>
          <p:cNvPr id="34" name="Group 33">
            <a:extLst>
              <a:ext uri="{FF2B5EF4-FFF2-40B4-BE49-F238E27FC236}">
                <a16:creationId xmlns:a16="http://schemas.microsoft.com/office/drawing/2014/main" id="{B5E6F247-A516-EB44-B218-3523C7F15256}"/>
              </a:ext>
            </a:extLst>
          </p:cNvPr>
          <p:cNvGrpSpPr/>
          <p:nvPr/>
        </p:nvGrpSpPr>
        <p:grpSpPr>
          <a:xfrm>
            <a:off x="4263633" y="2255616"/>
            <a:ext cx="5679281" cy="416447"/>
            <a:chOff x="4263633" y="2255616"/>
            <a:chExt cx="5679281" cy="416447"/>
          </a:xfrm>
        </p:grpSpPr>
        <p:sp>
          <p:nvSpPr>
            <p:cNvPr id="487" name="Text Box 9">
              <a:extLst>
                <a:ext uri="{FF2B5EF4-FFF2-40B4-BE49-F238E27FC236}">
                  <a16:creationId xmlns:a16="http://schemas.microsoft.com/office/drawing/2014/main" id="{6DD8D8CE-3DDC-DF48-BBFB-EBDD1F22125C}"/>
                </a:ext>
              </a:extLst>
            </p:cNvPr>
            <p:cNvSpPr txBox="1">
              <a:spLocks noChangeArrowheads="1"/>
            </p:cNvSpPr>
            <p:nvPr/>
          </p:nvSpPr>
          <p:spPr bwMode="auto">
            <a:xfrm>
              <a:off x="9564285" y="2301914"/>
              <a:ext cx="37862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1800" kern="0" dirty="0">
                  <a:solidFill>
                    <a:srgbClr val="000000"/>
                  </a:solidFill>
                  <a:latin typeface="Comic Sans MS" charset="0"/>
                </a:rPr>
                <a:t>∞</a:t>
              </a:r>
              <a:endParaRPr lang="en-US" sz="2000" kern="0" dirty="0">
                <a:solidFill>
                  <a:srgbClr val="000000"/>
                </a:solidFill>
              </a:endParaRPr>
            </a:p>
          </p:txBody>
        </p:sp>
        <p:sp>
          <p:nvSpPr>
            <p:cNvPr id="492" name="Text Box 8">
              <a:extLst>
                <a:ext uri="{FF2B5EF4-FFF2-40B4-BE49-F238E27FC236}">
                  <a16:creationId xmlns:a16="http://schemas.microsoft.com/office/drawing/2014/main" id="{9DBF3B61-BEF7-8A40-AF7C-22BFA4A5F837}"/>
                </a:ext>
              </a:extLst>
            </p:cNvPr>
            <p:cNvSpPr txBox="1">
              <a:spLocks noChangeArrowheads="1"/>
            </p:cNvSpPr>
            <p:nvPr/>
          </p:nvSpPr>
          <p:spPr bwMode="auto">
            <a:xfrm>
              <a:off x="8206722" y="2260378"/>
              <a:ext cx="52610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2,x</a:t>
              </a:r>
            </a:p>
          </p:txBody>
        </p:sp>
        <p:sp>
          <p:nvSpPr>
            <p:cNvPr id="496" name="Text Box 6">
              <a:extLst>
                <a:ext uri="{FF2B5EF4-FFF2-40B4-BE49-F238E27FC236}">
                  <a16:creationId xmlns:a16="http://schemas.microsoft.com/office/drawing/2014/main" id="{F4E69EDF-A458-174E-A9A1-51CA8C7BCF62}"/>
                </a:ext>
              </a:extLst>
            </p:cNvPr>
            <p:cNvSpPr txBox="1">
              <a:spLocks noChangeArrowheads="1"/>
            </p:cNvSpPr>
            <p:nvPr/>
          </p:nvSpPr>
          <p:spPr bwMode="auto">
            <a:xfrm>
              <a:off x="5566247" y="2271953"/>
              <a:ext cx="52610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4,x</a:t>
              </a:r>
            </a:p>
          </p:txBody>
        </p:sp>
        <p:sp>
          <p:nvSpPr>
            <p:cNvPr id="501" name="Text Box 5">
              <a:extLst>
                <a:ext uri="{FF2B5EF4-FFF2-40B4-BE49-F238E27FC236}">
                  <a16:creationId xmlns:a16="http://schemas.microsoft.com/office/drawing/2014/main" id="{3ACD38CB-FB5D-F74D-8F1B-D1ED7765296E}"/>
                </a:ext>
              </a:extLst>
            </p:cNvPr>
            <p:cNvSpPr txBox="1">
              <a:spLocks noChangeArrowheads="1"/>
            </p:cNvSpPr>
            <p:nvPr/>
          </p:nvSpPr>
          <p:spPr bwMode="auto">
            <a:xfrm>
              <a:off x="4263633" y="2255616"/>
              <a:ext cx="54053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2,u</a:t>
              </a:r>
            </a:p>
          </p:txBody>
        </p:sp>
      </p:grpSp>
      <p:grpSp>
        <p:nvGrpSpPr>
          <p:cNvPr id="35" name="Group 34">
            <a:extLst>
              <a:ext uri="{FF2B5EF4-FFF2-40B4-BE49-F238E27FC236}">
                <a16:creationId xmlns:a16="http://schemas.microsoft.com/office/drawing/2014/main" id="{3D9389ED-B03B-214C-ADF2-72A54A5A4AFE}"/>
              </a:ext>
            </a:extLst>
          </p:cNvPr>
          <p:cNvGrpSpPr/>
          <p:nvPr/>
        </p:nvGrpSpPr>
        <p:grpSpPr>
          <a:xfrm>
            <a:off x="4263633" y="2546912"/>
            <a:ext cx="5753019" cy="428022"/>
            <a:chOff x="4263633" y="2546912"/>
            <a:chExt cx="5753019" cy="428022"/>
          </a:xfrm>
        </p:grpSpPr>
        <p:sp>
          <p:nvSpPr>
            <p:cNvPr id="488" name="Text Box 9">
              <a:extLst>
                <a:ext uri="{FF2B5EF4-FFF2-40B4-BE49-F238E27FC236}">
                  <a16:creationId xmlns:a16="http://schemas.microsoft.com/office/drawing/2014/main" id="{A038CE8D-1564-2D4D-A52D-5FACBB86FE37}"/>
                </a:ext>
              </a:extLst>
            </p:cNvPr>
            <p:cNvSpPr txBox="1">
              <a:spLocks noChangeArrowheads="1"/>
            </p:cNvSpPr>
            <p:nvPr/>
          </p:nvSpPr>
          <p:spPr bwMode="auto">
            <a:xfrm>
              <a:off x="9490547" y="2546912"/>
              <a:ext cx="52610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4,y</a:t>
              </a:r>
            </a:p>
          </p:txBody>
        </p:sp>
        <p:sp>
          <p:nvSpPr>
            <p:cNvPr id="497" name="Text Box 6">
              <a:extLst>
                <a:ext uri="{FF2B5EF4-FFF2-40B4-BE49-F238E27FC236}">
                  <a16:creationId xmlns:a16="http://schemas.microsoft.com/office/drawing/2014/main" id="{A382A71E-E492-4443-89C5-C12D644FE79C}"/>
                </a:ext>
              </a:extLst>
            </p:cNvPr>
            <p:cNvSpPr txBox="1">
              <a:spLocks noChangeArrowheads="1"/>
            </p:cNvSpPr>
            <p:nvPr/>
          </p:nvSpPr>
          <p:spPr bwMode="auto">
            <a:xfrm>
              <a:off x="5566247" y="2574824"/>
              <a:ext cx="52610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3,y</a:t>
              </a:r>
            </a:p>
          </p:txBody>
        </p:sp>
        <p:sp>
          <p:nvSpPr>
            <p:cNvPr id="502" name="Text Box 5">
              <a:extLst>
                <a:ext uri="{FF2B5EF4-FFF2-40B4-BE49-F238E27FC236}">
                  <a16:creationId xmlns:a16="http://schemas.microsoft.com/office/drawing/2014/main" id="{C9B2A270-7336-FE45-A405-3057D86CB194}"/>
                </a:ext>
              </a:extLst>
            </p:cNvPr>
            <p:cNvSpPr txBox="1">
              <a:spLocks noChangeArrowheads="1"/>
            </p:cNvSpPr>
            <p:nvPr/>
          </p:nvSpPr>
          <p:spPr bwMode="auto">
            <a:xfrm>
              <a:off x="4263633" y="2558487"/>
              <a:ext cx="54053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2,u</a:t>
              </a:r>
            </a:p>
          </p:txBody>
        </p:sp>
      </p:grpSp>
      <p:sp>
        <p:nvSpPr>
          <p:cNvPr id="503" name="Text Box 4">
            <a:extLst>
              <a:ext uri="{FF2B5EF4-FFF2-40B4-BE49-F238E27FC236}">
                <a16:creationId xmlns:a16="http://schemas.microsoft.com/office/drawing/2014/main" id="{E994D46E-7D0F-9843-807C-ABB0D4B5FA66}"/>
              </a:ext>
            </a:extLst>
          </p:cNvPr>
          <p:cNvSpPr txBox="1">
            <a:spLocks noChangeArrowheads="1"/>
          </p:cNvSpPr>
          <p:nvPr/>
        </p:nvSpPr>
        <p:spPr bwMode="auto">
          <a:xfrm>
            <a:off x="2380129" y="3488080"/>
            <a:ext cx="102624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uxyvwz</a:t>
            </a:r>
          </a:p>
        </p:txBody>
      </p:sp>
      <p:sp>
        <p:nvSpPr>
          <p:cNvPr id="504" name="Text Box 4">
            <a:extLst>
              <a:ext uri="{FF2B5EF4-FFF2-40B4-BE49-F238E27FC236}">
                <a16:creationId xmlns:a16="http://schemas.microsoft.com/office/drawing/2014/main" id="{0A3ED467-D430-4A47-866D-6A5E75B0C40B}"/>
              </a:ext>
            </a:extLst>
          </p:cNvPr>
          <p:cNvSpPr txBox="1">
            <a:spLocks noChangeArrowheads="1"/>
          </p:cNvSpPr>
          <p:nvPr/>
        </p:nvSpPr>
        <p:spPr bwMode="auto">
          <a:xfrm>
            <a:off x="2521874" y="3178926"/>
            <a:ext cx="89800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uxyvw</a:t>
            </a:r>
          </a:p>
        </p:txBody>
      </p:sp>
      <p:sp>
        <p:nvSpPr>
          <p:cNvPr id="505" name="Text Box 4">
            <a:extLst>
              <a:ext uri="{FF2B5EF4-FFF2-40B4-BE49-F238E27FC236}">
                <a16:creationId xmlns:a16="http://schemas.microsoft.com/office/drawing/2014/main" id="{DBDC054B-9144-E046-848B-AA4FB410A4FE}"/>
              </a:ext>
            </a:extLst>
          </p:cNvPr>
          <p:cNvSpPr txBox="1">
            <a:spLocks noChangeArrowheads="1"/>
          </p:cNvSpPr>
          <p:nvPr/>
        </p:nvSpPr>
        <p:spPr bwMode="auto">
          <a:xfrm>
            <a:off x="2698178" y="2856764"/>
            <a:ext cx="71205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uxyv</a:t>
            </a:r>
          </a:p>
        </p:txBody>
      </p:sp>
      <p:sp>
        <p:nvSpPr>
          <p:cNvPr id="506" name="Text Box 4">
            <a:extLst>
              <a:ext uri="{FF2B5EF4-FFF2-40B4-BE49-F238E27FC236}">
                <a16:creationId xmlns:a16="http://schemas.microsoft.com/office/drawing/2014/main" id="{BBFEB9F8-55C5-9340-9F0D-07D6265CDD30}"/>
              </a:ext>
            </a:extLst>
          </p:cNvPr>
          <p:cNvSpPr txBox="1">
            <a:spLocks noChangeArrowheads="1"/>
          </p:cNvSpPr>
          <p:nvPr/>
        </p:nvSpPr>
        <p:spPr bwMode="auto">
          <a:xfrm>
            <a:off x="2816771" y="2546463"/>
            <a:ext cx="58381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uxy</a:t>
            </a:r>
          </a:p>
        </p:txBody>
      </p:sp>
      <p:sp>
        <p:nvSpPr>
          <p:cNvPr id="507" name="Text Box 4">
            <a:extLst>
              <a:ext uri="{FF2B5EF4-FFF2-40B4-BE49-F238E27FC236}">
                <a16:creationId xmlns:a16="http://schemas.microsoft.com/office/drawing/2014/main" id="{2AA27EEE-C105-4546-92C9-79D7A34AE083}"/>
              </a:ext>
            </a:extLst>
          </p:cNvPr>
          <p:cNvSpPr txBox="1">
            <a:spLocks noChangeArrowheads="1"/>
          </p:cNvSpPr>
          <p:nvPr/>
        </p:nvSpPr>
        <p:spPr bwMode="auto">
          <a:xfrm>
            <a:off x="2958516" y="2241520"/>
            <a:ext cx="45557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ux</a:t>
            </a:r>
          </a:p>
        </p:txBody>
      </p:sp>
      <p:sp>
        <p:nvSpPr>
          <p:cNvPr id="508" name="Text Box 4">
            <a:extLst>
              <a:ext uri="{FF2B5EF4-FFF2-40B4-BE49-F238E27FC236}">
                <a16:creationId xmlns:a16="http://schemas.microsoft.com/office/drawing/2014/main" id="{46A6DAE9-5634-E343-888C-DBD504BE17BD}"/>
              </a:ext>
            </a:extLst>
          </p:cNvPr>
          <p:cNvSpPr txBox="1">
            <a:spLocks noChangeArrowheads="1"/>
          </p:cNvSpPr>
          <p:nvPr/>
        </p:nvSpPr>
        <p:spPr bwMode="auto">
          <a:xfrm>
            <a:off x="3082181" y="1941646"/>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u</a:t>
            </a:r>
          </a:p>
        </p:txBody>
      </p:sp>
      <p:cxnSp>
        <p:nvCxnSpPr>
          <p:cNvPr id="3" name="Straight Connector 2">
            <a:extLst>
              <a:ext uri="{FF2B5EF4-FFF2-40B4-BE49-F238E27FC236}">
                <a16:creationId xmlns:a16="http://schemas.microsoft.com/office/drawing/2014/main" id="{155C6A08-435F-074A-8CB5-94B5718AAF55}"/>
              </a:ext>
            </a:extLst>
          </p:cNvPr>
          <p:cNvCxnSpPr/>
          <p:nvPr/>
        </p:nvCxnSpPr>
        <p:spPr>
          <a:xfrm>
            <a:off x="1706097" y="2303362"/>
            <a:ext cx="8229600" cy="0"/>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09" name="Straight Connector 508">
            <a:extLst>
              <a:ext uri="{FF2B5EF4-FFF2-40B4-BE49-F238E27FC236}">
                <a16:creationId xmlns:a16="http://schemas.microsoft.com/office/drawing/2014/main" id="{A3B06771-707C-C549-B117-3063EC3738D7}"/>
              </a:ext>
            </a:extLst>
          </p:cNvPr>
          <p:cNvCxnSpPr/>
          <p:nvPr/>
        </p:nvCxnSpPr>
        <p:spPr>
          <a:xfrm>
            <a:off x="1714983" y="2606233"/>
            <a:ext cx="8229600" cy="0"/>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10" name="Straight Connector 509">
            <a:extLst>
              <a:ext uri="{FF2B5EF4-FFF2-40B4-BE49-F238E27FC236}">
                <a16:creationId xmlns:a16="http://schemas.microsoft.com/office/drawing/2014/main" id="{1D62FDB7-4F58-C84F-A936-529AACBF81D5}"/>
              </a:ext>
            </a:extLst>
          </p:cNvPr>
          <p:cNvCxnSpPr/>
          <p:nvPr/>
        </p:nvCxnSpPr>
        <p:spPr>
          <a:xfrm>
            <a:off x="1719251" y="2913722"/>
            <a:ext cx="8229600" cy="0"/>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11" name="Straight Connector 510">
            <a:extLst>
              <a:ext uri="{FF2B5EF4-FFF2-40B4-BE49-F238E27FC236}">
                <a16:creationId xmlns:a16="http://schemas.microsoft.com/office/drawing/2014/main" id="{F671747E-F7E7-174E-B66B-4158AC0C73AC}"/>
              </a:ext>
            </a:extLst>
          </p:cNvPr>
          <p:cNvCxnSpPr/>
          <p:nvPr/>
        </p:nvCxnSpPr>
        <p:spPr>
          <a:xfrm>
            <a:off x="1718901" y="3225829"/>
            <a:ext cx="8229600" cy="0"/>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14" name="Straight Connector 513">
            <a:extLst>
              <a:ext uri="{FF2B5EF4-FFF2-40B4-BE49-F238E27FC236}">
                <a16:creationId xmlns:a16="http://schemas.microsoft.com/office/drawing/2014/main" id="{A48E9275-8476-9244-A5FE-18548D30A1B6}"/>
              </a:ext>
            </a:extLst>
          </p:cNvPr>
          <p:cNvCxnSpPr/>
          <p:nvPr/>
        </p:nvCxnSpPr>
        <p:spPr>
          <a:xfrm>
            <a:off x="1727787" y="3565644"/>
            <a:ext cx="8229600" cy="0"/>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D587C637-11FC-0A49-8C82-7AF7D38C6CD6}"/>
              </a:ext>
            </a:extLst>
          </p:cNvPr>
          <p:cNvSpPr txBox="1"/>
          <p:nvPr/>
        </p:nvSpPr>
        <p:spPr>
          <a:xfrm>
            <a:off x="4409954" y="1342663"/>
            <a:ext cx="300082" cy="400110"/>
          </a:xfrm>
          <a:prstGeom prst="rect">
            <a:avLst/>
          </a:prstGeom>
          <a:noFill/>
        </p:spPr>
        <p:txBody>
          <a:bodyPr wrap="none" rtlCol="0">
            <a:spAutoFit/>
          </a:bodyPr>
          <a:lstStyle/>
          <a:p>
            <a:r>
              <a:rPr lang="en-US" sz="2000" dirty="0">
                <a:solidFill>
                  <a:srgbClr val="FF0000"/>
                </a:solidFill>
              </a:rPr>
              <a:t>v</a:t>
            </a:r>
          </a:p>
        </p:txBody>
      </p:sp>
      <p:sp>
        <p:nvSpPr>
          <p:cNvPr id="521" name="TextBox 520">
            <a:extLst>
              <a:ext uri="{FF2B5EF4-FFF2-40B4-BE49-F238E27FC236}">
                <a16:creationId xmlns:a16="http://schemas.microsoft.com/office/drawing/2014/main" id="{4C80ECA4-7464-CB40-8CC6-A7EDC7E7964C}"/>
              </a:ext>
            </a:extLst>
          </p:cNvPr>
          <p:cNvSpPr txBox="1"/>
          <p:nvPr/>
        </p:nvSpPr>
        <p:spPr>
          <a:xfrm>
            <a:off x="5685099" y="1337058"/>
            <a:ext cx="367408" cy="400110"/>
          </a:xfrm>
          <a:prstGeom prst="rect">
            <a:avLst/>
          </a:prstGeom>
          <a:noFill/>
        </p:spPr>
        <p:txBody>
          <a:bodyPr wrap="none" rtlCol="0">
            <a:spAutoFit/>
          </a:bodyPr>
          <a:lstStyle/>
          <a:p>
            <a:r>
              <a:rPr lang="en-US" sz="2000" dirty="0">
                <a:solidFill>
                  <a:srgbClr val="FF0000"/>
                </a:solidFill>
              </a:rPr>
              <a:t>w</a:t>
            </a:r>
          </a:p>
        </p:txBody>
      </p:sp>
      <p:sp>
        <p:nvSpPr>
          <p:cNvPr id="522" name="TextBox 521">
            <a:extLst>
              <a:ext uri="{FF2B5EF4-FFF2-40B4-BE49-F238E27FC236}">
                <a16:creationId xmlns:a16="http://schemas.microsoft.com/office/drawing/2014/main" id="{1052726D-C214-914F-AE65-3CE2B48F9FD7}"/>
              </a:ext>
            </a:extLst>
          </p:cNvPr>
          <p:cNvSpPr txBox="1"/>
          <p:nvPr/>
        </p:nvSpPr>
        <p:spPr>
          <a:xfrm>
            <a:off x="6994969" y="1331453"/>
            <a:ext cx="300082" cy="400110"/>
          </a:xfrm>
          <a:prstGeom prst="rect">
            <a:avLst/>
          </a:prstGeom>
          <a:noFill/>
        </p:spPr>
        <p:txBody>
          <a:bodyPr wrap="none" rtlCol="0">
            <a:spAutoFit/>
          </a:bodyPr>
          <a:lstStyle/>
          <a:p>
            <a:r>
              <a:rPr lang="en-US" sz="2000" dirty="0">
                <a:solidFill>
                  <a:srgbClr val="FF0000"/>
                </a:solidFill>
              </a:rPr>
              <a:t>x</a:t>
            </a:r>
          </a:p>
        </p:txBody>
      </p:sp>
      <p:sp>
        <p:nvSpPr>
          <p:cNvPr id="523" name="TextBox 522">
            <a:extLst>
              <a:ext uri="{FF2B5EF4-FFF2-40B4-BE49-F238E27FC236}">
                <a16:creationId xmlns:a16="http://schemas.microsoft.com/office/drawing/2014/main" id="{5B04DCE1-2FE2-A84B-8E64-4C946D2739CC}"/>
              </a:ext>
            </a:extLst>
          </p:cNvPr>
          <p:cNvSpPr txBox="1"/>
          <p:nvPr/>
        </p:nvSpPr>
        <p:spPr>
          <a:xfrm>
            <a:off x="8327989" y="1337423"/>
            <a:ext cx="300082" cy="400110"/>
          </a:xfrm>
          <a:prstGeom prst="rect">
            <a:avLst/>
          </a:prstGeom>
          <a:noFill/>
        </p:spPr>
        <p:txBody>
          <a:bodyPr wrap="none" rtlCol="0">
            <a:spAutoFit/>
          </a:bodyPr>
          <a:lstStyle/>
          <a:p>
            <a:r>
              <a:rPr lang="en-US" sz="2000" dirty="0">
                <a:solidFill>
                  <a:srgbClr val="FF0000"/>
                </a:solidFill>
              </a:rPr>
              <a:t>y</a:t>
            </a:r>
          </a:p>
        </p:txBody>
      </p:sp>
      <p:sp>
        <p:nvSpPr>
          <p:cNvPr id="524" name="TextBox 523">
            <a:extLst>
              <a:ext uri="{FF2B5EF4-FFF2-40B4-BE49-F238E27FC236}">
                <a16:creationId xmlns:a16="http://schemas.microsoft.com/office/drawing/2014/main" id="{9A4E2888-3BE6-BB46-8B3E-D324D269A9FF}"/>
              </a:ext>
            </a:extLst>
          </p:cNvPr>
          <p:cNvSpPr txBox="1"/>
          <p:nvPr/>
        </p:nvSpPr>
        <p:spPr>
          <a:xfrm>
            <a:off x="9591559" y="1354968"/>
            <a:ext cx="285656" cy="400110"/>
          </a:xfrm>
          <a:prstGeom prst="rect">
            <a:avLst/>
          </a:prstGeom>
          <a:noFill/>
        </p:spPr>
        <p:txBody>
          <a:bodyPr wrap="none" rtlCol="0">
            <a:spAutoFit/>
          </a:bodyPr>
          <a:lstStyle/>
          <a:p>
            <a:r>
              <a:rPr lang="en-US" sz="2000" dirty="0">
                <a:solidFill>
                  <a:srgbClr val="FF0000"/>
                </a:solidFill>
              </a:rPr>
              <a:t>z</a:t>
            </a:r>
          </a:p>
        </p:txBody>
      </p:sp>
      <p:grpSp>
        <p:nvGrpSpPr>
          <p:cNvPr id="17" name="Group 16">
            <a:extLst>
              <a:ext uri="{FF2B5EF4-FFF2-40B4-BE49-F238E27FC236}">
                <a16:creationId xmlns:a16="http://schemas.microsoft.com/office/drawing/2014/main" id="{80C9846B-B76F-EC46-B3DD-08ED42B2D986}"/>
              </a:ext>
            </a:extLst>
          </p:cNvPr>
          <p:cNvGrpSpPr/>
          <p:nvPr/>
        </p:nvGrpSpPr>
        <p:grpSpPr>
          <a:xfrm>
            <a:off x="3119488" y="1398905"/>
            <a:ext cx="4326893" cy="1233760"/>
            <a:chOff x="3104054" y="1398906"/>
            <a:chExt cx="4326893" cy="1233760"/>
          </a:xfrm>
        </p:grpSpPr>
        <p:grpSp>
          <p:nvGrpSpPr>
            <p:cNvPr id="516" name="Group 515">
              <a:extLst>
                <a:ext uri="{FF2B5EF4-FFF2-40B4-BE49-F238E27FC236}">
                  <a16:creationId xmlns:a16="http://schemas.microsoft.com/office/drawing/2014/main" id="{E48D8571-6045-3E40-9668-A4DCC2FFD7ED}"/>
                </a:ext>
              </a:extLst>
            </p:cNvPr>
            <p:cNvGrpSpPr/>
            <p:nvPr/>
          </p:nvGrpSpPr>
          <p:grpSpPr>
            <a:xfrm>
              <a:off x="3104054" y="1398906"/>
              <a:ext cx="4196366" cy="1233760"/>
              <a:chOff x="239710" y="526192"/>
              <a:chExt cx="4196366" cy="1233760"/>
            </a:xfrm>
          </p:grpSpPr>
          <p:sp>
            <p:nvSpPr>
              <p:cNvPr id="517" name="Oval 516">
                <a:extLst>
                  <a:ext uri="{FF2B5EF4-FFF2-40B4-BE49-F238E27FC236}">
                    <a16:creationId xmlns:a16="http://schemas.microsoft.com/office/drawing/2014/main" id="{68A21CC6-2268-6A4F-86A7-EE2A64DDB546}"/>
                  </a:ext>
                </a:extLst>
              </p:cNvPr>
              <p:cNvSpPr/>
              <p:nvPr/>
            </p:nvSpPr>
            <p:spPr>
              <a:xfrm>
                <a:off x="4120980" y="526192"/>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518" name="Straight Arrow Connector 517">
                <a:extLst>
                  <a:ext uri="{FF2B5EF4-FFF2-40B4-BE49-F238E27FC236}">
                    <a16:creationId xmlns:a16="http://schemas.microsoft.com/office/drawing/2014/main" id="{0C2832E9-BE63-D54F-9A07-797BB768C48C}"/>
                  </a:ext>
                </a:extLst>
              </p:cNvPr>
              <p:cNvCxnSpPr>
                <a:cxnSpLocks/>
                <a:stCxn id="517" idx="4"/>
                <a:endCxn id="520" idx="6"/>
              </p:cNvCxnSpPr>
              <p:nvPr/>
            </p:nvCxnSpPr>
            <p:spPr>
              <a:xfrm flipH="1">
                <a:off x="541927" y="821724"/>
                <a:ext cx="3736601" cy="790462"/>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20" name="Oval 519">
                <a:extLst>
                  <a:ext uri="{FF2B5EF4-FFF2-40B4-BE49-F238E27FC236}">
                    <a16:creationId xmlns:a16="http://schemas.microsoft.com/office/drawing/2014/main" id="{17653CE0-07E1-464B-8144-C45075F66FA4}"/>
                  </a:ext>
                </a:extLst>
              </p:cNvPr>
              <p:cNvSpPr/>
              <p:nvPr/>
            </p:nvSpPr>
            <p:spPr>
              <a:xfrm>
                <a:off x="239710" y="1464420"/>
                <a:ext cx="302217"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525" name="Oval 114">
              <a:extLst>
                <a:ext uri="{FF2B5EF4-FFF2-40B4-BE49-F238E27FC236}">
                  <a16:creationId xmlns:a16="http://schemas.microsoft.com/office/drawing/2014/main" id="{C682F2F6-CA7A-944A-9033-FDDB0D769442}"/>
                </a:ext>
              </a:extLst>
            </p:cNvPr>
            <p:cNvSpPr>
              <a:spLocks noChangeArrowheads="1"/>
            </p:cNvSpPr>
            <p:nvPr/>
          </p:nvSpPr>
          <p:spPr bwMode="auto">
            <a:xfrm>
              <a:off x="6828095" y="2025569"/>
              <a:ext cx="602852" cy="301972"/>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cxnSp>
          <p:nvCxnSpPr>
            <p:cNvPr id="13" name="Straight Arrow Connector 12">
              <a:extLst>
                <a:ext uri="{FF2B5EF4-FFF2-40B4-BE49-F238E27FC236}">
                  <a16:creationId xmlns:a16="http://schemas.microsoft.com/office/drawing/2014/main" id="{BE661659-5D13-8544-B931-6BD6A0036B25}"/>
                </a:ext>
              </a:extLst>
            </p:cNvPr>
            <p:cNvCxnSpPr>
              <a:cxnSpLocks/>
              <a:stCxn id="525" idx="0"/>
            </p:cNvCxnSpPr>
            <p:nvPr/>
          </p:nvCxnSpPr>
          <p:spPr>
            <a:xfrm flipV="1">
              <a:off x="7129521" y="1638301"/>
              <a:ext cx="484" cy="387268"/>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30" name="Group 529">
            <a:extLst>
              <a:ext uri="{FF2B5EF4-FFF2-40B4-BE49-F238E27FC236}">
                <a16:creationId xmlns:a16="http://schemas.microsoft.com/office/drawing/2014/main" id="{E156D929-7F75-B740-BEE1-71E12F7E0BCF}"/>
              </a:ext>
            </a:extLst>
          </p:cNvPr>
          <p:cNvGrpSpPr/>
          <p:nvPr/>
        </p:nvGrpSpPr>
        <p:grpSpPr>
          <a:xfrm>
            <a:off x="3117557" y="1389255"/>
            <a:ext cx="5681132" cy="1534706"/>
            <a:chOff x="1772965" y="1097960"/>
            <a:chExt cx="5681132" cy="1534706"/>
          </a:xfrm>
        </p:grpSpPr>
        <p:grpSp>
          <p:nvGrpSpPr>
            <p:cNvPr id="531" name="Group 530">
              <a:extLst>
                <a:ext uri="{FF2B5EF4-FFF2-40B4-BE49-F238E27FC236}">
                  <a16:creationId xmlns:a16="http://schemas.microsoft.com/office/drawing/2014/main" id="{405B06F4-42C4-874B-8775-68CE587789F1}"/>
                </a:ext>
              </a:extLst>
            </p:cNvPr>
            <p:cNvGrpSpPr/>
            <p:nvPr/>
          </p:nvGrpSpPr>
          <p:grpSpPr>
            <a:xfrm>
              <a:off x="1772965" y="1097960"/>
              <a:ext cx="5539030" cy="1534706"/>
              <a:chOff x="-1091379" y="225246"/>
              <a:chExt cx="5539030" cy="1534706"/>
            </a:xfrm>
          </p:grpSpPr>
          <p:sp>
            <p:nvSpPr>
              <p:cNvPr id="534" name="Oval 533">
                <a:extLst>
                  <a:ext uri="{FF2B5EF4-FFF2-40B4-BE49-F238E27FC236}">
                    <a16:creationId xmlns:a16="http://schemas.microsoft.com/office/drawing/2014/main" id="{6413A5FF-0871-0C46-8A58-9D04A8AADA7E}"/>
                  </a:ext>
                </a:extLst>
              </p:cNvPr>
              <p:cNvSpPr/>
              <p:nvPr/>
            </p:nvSpPr>
            <p:spPr>
              <a:xfrm>
                <a:off x="4132555" y="225246"/>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535" name="Straight Arrow Connector 534">
                <a:extLst>
                  <a:ext uri="{FF2B5EF4-FFF2-40B4-BE49-F238E27FC236}">
                    <a16:creationId xmlns:a16="http://schemas.microsoft.com/office/drawing/2014/main" id="{4BBE828C-BFCA-9E42-9A8E-855E80AB79F7}"/>
                  </a:ext>
                </a:extLst>
              </p:cNvPr>
              <p:cNvCxnSpPr>
                <a:cxnSpLocks/>
                <a:stCxn id="534" idx="4"/>
                <a:endCxn id="536" idx="6"/>
              </p:cNvCxnSpPr>
              <p:nvPr/>
            </p:nvCxnSpPr>
            <p:spPr>
              <a:xfrm flipH="1">
                <a:off x="-789162" y="520778"/>
                <a:ext cx="5079265" cy="1091408"/>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36" name="Oval 535">
                <a:extLst>
                  <a:ext uri="{FF2B5EF4-FFF2-40B4-BE49-F238E27FC236}">
                    <a16:creationId xmlns:a16="http://schemas.microsoft.com/office/drawing/2014/main" id="{29408050-96BC-544E-9C63-1E100FDDF6A2}"/>
                  </a:ext>
                </a:extLst>
              </p:cNvPr>
              <p:cNvSpPr/>
              <p:nvPr/>
            </p:nvSpPr>
            <p:spPr>
              <a:xfrm>
                <a:off x="-1091379" y="1464420"/>
                <a:ext cx="302217"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532" name="Oval 114">
              <a:extLst>
                <a:ext uri="{FF2B5EF4-FFF2-40B4-BE49-F238E27FC236}">
                  <a16:creationId xmlns:a16="http://schemas.microsoft.com/office/drawing/2014/main" id="{685FCE3A-E651-194B-82B8-7C5CF12FA788}"/>
                </a:ext>
              </a:extLst>
            </p:cNvPr>
            <p:cNvSpPr>
              <a:spLocks noChangeArrowheads="1"/>
            </p:cNvSpPr>
            <p:nvPr/>
          </p:nvSpPr>
          <p:spPr bwMode="auto">
            <a:xfrm>
              <a:off x="6851245" y="2025569"/>
              <a:ext cx="602852" cy="301972"/>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cxnSp>
          <p:nvCxnSpPr>
            <p:cNvPr id="533" name="Straight Arrow Connector 532">
              <a:extLst>
                <a:ext uri="{FF2B5EF4-FFF2-40B4-BE49-F238E27FC236}">
                  <a16:creationId xmlns:a16="http://schemas.microsoft.com/office/drawing/2014/main" id="{017D4077-E857-0E47-AE8D-9DAEDC889967}"/>
                </a:ext>
              </a:extLst>
            </p:cNvPr>
            <p:cNvCxnSpPr>
              <a:cxnSpLocks/>
              <a:stCxn id="532" idx="0"/>
              <a:endCxn id="534" idx="4"/>
            </p:cNvCxnSpPr>
            <p:nvPr/>
          </p:nvCxnSpPr>
          <p:spPr>
            <a:xfrm flipV="1">
              <a:off x="7152671" y="1393492"/>
              <a:ext cx="1776" cy="632077"/>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37" name="Group 536">
            <a:extLst>
              <a:ext uri="{FF2B5EF4-FFF2-40B4-BE49-F238E27FC236}">
                <a16:creationId xmlns:a16="http://schemas.microsoft.com/office/drawing/2014/main" id="{911D6D48-B41E-C748-8CC0-00A6299B0AAA}"/>
              </a:ext>
            </a:extLst>
          </p:cNvPr>
          <p:cNvGrpSpPr/>
          <p:nvPr/>
        </p:nvGrpSpPr>
        <p:grpSpPr>
          <a:xfrm>
            <a:off x="3109189" y="1412217"/>
            <a:ext cx="1746239" cy="1817119"/>
            <a:chOff x="5709634" y="1003247"/>
            <a:chExt cx="1746239" cy="1817119"/>
          </a:xfrm>
        </p:grpSpPr>
        <p:grpSp>
          <p:nvGrpSpPr>
            <p:cNvPr id="538" name="Group 537">
              <a:extLst>
                <a:ext uri="{FF2B5EF4-FFF2-40B4-BE49-F238E27FC236}">
                  <a16:creationId xmlns:a16="http://schemas.microsoft.com/office/drawing/2014/main" id="{476B669B-D835-7546-8C5D-745C28DBA626}"/>
                </a:ext>
              </a:extLst>
            </p:cNvPr>
            <p:cNvGrpSpPr/>
            <p:nvPr/>
          </p:nvGrpSpPr>
          <p:grpSpPr>
            <a:xfrm>
              <a:off x="5709634" y="1003247"/>
              <a:ext cx="1602361" cy="1817119"/>
              <a:chOff x="2845290" y="130533"/>
              <a:chExt cx="1602361" cy="1817119"/>
            </a:xfrm>
          </p:grpSpPr>
          <p:sp>
            <p:nvSpPr>
              <p:cNvPr id="541" name="Oval 540">
                <a:extLst>
                  <a:ext uri="{FF2B5EF4-FFF2-40B4-BE49-F238E27FC236}">
                    <a16:creationId xmlns:a16="http://schemas.microsoft.com/office/drawing/2014/main" id="{5000BC0A-ACF3-A743-B038-FE3A215C971F}"/>
                  </a:ext>
                </a:extLst>
              </p:cNvPr>
              <p:cNvSpPr/>
              <p:nvPr/>
            </p:nvSpPr>
            <p:spPr>
              <a:xfrm>
                <a:off x="4132555" y="130533"/>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542" name="Straight Arrow Connector 541">
                <a:extLst>
                  <a:ext uri="{FF2B5EF4-FFF2-40B4-BE49-F238E27FC236}">
                    <a16:creationId xmlns:a16="http://schemas.microsoft.com/office/drawing/2014/main" id="{AF172589-3BBB-8C42-AF91-ED4A3B8F251F}"/>
                  </a:ext>
                </a:extLst>
              </p:cNvPr>
              <p:cNvCxnSpPr>
                <a:cxnSpLocks/>
                <a:stCxn id="541" idx="4"/>
                <a:endCxn id="543" idx="6"/>
              </p:cNvCxnSpPr>
              <p:nvPr/>
            </p:nvCxnSpPr>
            <p:spPr>
              <a:xfrm flipH="1">
                <a:off x="3147507" y="426065"/>
                <a:ext cx="1142596" cy="1373821"/>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43" name="Oval 542">
                <a:extLst>
                  <a:ext uri="{FF2B5EF4-FFF2-40B4-BE49-F238E27FC236}">
                    <a16:creationId xmlns:a16="http://schemas.microsoft.com/office/drawing/2014/main" id="{983583A7-CF39-514C-B2F9-EC8A8919C008}"/>
                  </a:ext>
                </a:extLst>
              </p:cNvPr>
              <p:cNvSpPr/>
              <p:nvPr/>
            </p:nvSpPr>
            <p:spPr>
              <a:xfrm>
                <a:off x="2845290" y="1652120"/>
                <a:ext cx="302217"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539" name="Oval 114">
              <a:extLst>
                <a:ext uri="{FF2B5EF4-FFF2-40B4-BE49-F238E27FC236}">
                  <a16:creationId xmlns:a16="http://schemas.microsoft.com/office/drawing/2014/main" id="{88D76B70-8DB1-1F44-AC98-B4B908DE7566}"/>
                </a:ext>
              </a:extLst>
            </p:cNvPr>
            <p:cNvSpPr>
              <a:spLocks noChangeArrowheads="1"/>
            </p:cNvSpPr>
            <p:nvPr/>
          </p:nvSpPr>
          <p:spPr bwMode="auto">
            <a:xfrm>
              <a:off x="6853021" y="2199189"/>
              <a:ext cx="602852" cy="301972"/>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cxnSp>
          <p:nvCxnSpPr>
            <p:cNvPr id="540" name="Straight Arrow Connector 539">
              <a:extLst>
                <a:ext uri="{FF2B5EF4-FFF2-40B4-BE49-F238E27FC236}">
                  <a16:creationId xmlns:a16="http://schemas.microsoft.com/office/drawing/2014/main" id="{01FD8F8E-8376-A54A-8760-9722F14602E4}"/>
                </a:ext>
              </a:extLst>
            </p:cNvPr>
            <p:cNvCxnSpPr>
              <a:cxnSpLocks/>
              <a:stCxn id="539" idx="0"/>
              <a:endCxn id="541" idx="4"/>
            </p:cNvCxnSpPr>
            <p:nvPr/>
          </p:nvCxnSpPr>
          <p:spPr>
            <a:xfrm flipV="1">
              <a:off x="7154447" y="1298779"/>
              <a:ext cx="0" cy="900410"/>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44" name="Group 543">
            <a:extLst>
              <a:ext uri="{FF2B5EF4-FFF2-40B4-BE49-F238E27FC236}">
                <a16:creationId xmlns:a16="http://schemas.microsoft.com/office/drawing/2014/main" id="{E03EF3CA-2D9B-664C-A155-84446468FB79}"/>
              </a:ext>
            </a:extLst>
          </p:cNvPr>
          <p:cNvGrpSpPr/>
          <p:nvPr/>
        </p:nvGrpSpPr>
        <p:grpSpPr>
          <a:xfrm>
            <a:off x="3082834" y="1400642"/>
            <a:ext cx="3065254" cy="2136777"/>
            <a:chOff x="4423568" y="495889"/>
            <a:chExt cx="3065254" cy="2136777"/>
          </a:xfrm>
        </p:grpSpPr>
        <p:grpSp>
          <p:nvGrpSpPr>
            <p:cNvPr id="545" name="Group 544">
              <a:extLst>
                <a:ext uri="{FF2B5EF4-FFF2-40B4-BE49-F238E27FC236}">
                  <a16:creationId xmlns:a16="http://schemas.microsoft.com/office/drawing/2014/main" id="{9E0A8781-B42F-7A49-819E-17E215845ED5}"/>
                </a:ext>
              </a:extLst>
            </p:cNvPr>
            <p:cNvGrpSpPr/>
            <p:nvPr/>
          </p:nvGrpSpPr>
          <p:grpSpPr>
            <a:xfrm>
              <a:off x="4423568" y="495889"/>
              <a:ext cx="2923151" cy="2136777"/>
              <a:chOff x="1559224" y="-376825"/>
              <a:chExt cx="2923151" cy="2136777"/>
            </a:xfrm>
          </p:grpSpPr>
          <p:sp>
            <p:nvSpPr>
              <p:cNvPr id="549" name="Oval 548">
                <a:extLst>
                  <a:ext uri="{FF2B5EF4-FFF2-40B4-BE49-F238E27FC236}">
                    <a16:creationId xmlns:a16="http://schemas.microsoft.com/office/drawing/2014/main" id="{D753C51A-4350-514E-8575-255BE71968EF}"/>
                  </a:ext>
                </a:extLst>
              </p:cNvPr>
              <p:cNvSpPr/>
              <p:nvPr/>
            </p:nvSpPr>
            <p:spPr>
              <a:xfrm>
                <a:off x="4167279" y="-376825"/>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550" name="Straight Arrow Connector 549">
                <a:extLst>
                  <a:ext uri="{FF2B5EF4-FFF2-40B4-BE49-F238E27FC236}">
                    <a16:creationId xmlns:a16="http://schemas.microsoft.com/office/drawing/2014/main" id="{52E7D202-00E1-0940-872A-88DE48D25A31}"/>
                  </a:ext>
                </a:extLst>
              </p:cNvPr>
              <p:cNvCxnSpPr>
                <a:cxnSpLocks/>
                <a:stCxn id="549" idx="4"/>
                <a:endCxn id="551" idx="6"/>
              </p:cNvCxnSpPr>
              <p:nvPr/>
            </p:nvCxnSpPr>
            <p:spPr>
              <a:xfrm flipH="1">
                <a:off x="1861441" y="-81293"/>
                <a:ext cx="2463386" cy="1693479"/>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51" name="Oval 550">
                <a:extLst>
                  <a:ext uri="{FF2B5EF4-FFF2-40B4-BE49-F238E27FC236}">
                    <a16:creationId xmlns:a16="http://schemas.microsoft.com/office/drawing/2014/main" id="{0C65CD2E-F916-7F44-8015-E772F7A08327}"/>
                  </a:ext>
                </a:extLst>
              </p:cNvPr>
              <p:cNvSpPr/>
              <p:nvPr/>
            </p:nvSpPr>
            <p:spPr>
              <a:xfrm>
                <a:off x="1559224" y="1464420"/>
                <a:ext cx="302217"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547" name="Oval 114">
              <a:extLst>
                <a:ext uri="{FF2B5EF4-FFF2-40B4-BE49-F238E27FC236}">
                  <a16:creationId xmlns:a16="http://schemas.microsoft.com/office/drawing/2014/main" id="{C71CC878-55D7-AD4F-B3B1-13953C4E6D8A}"/>
                </a:ext>
              </a:extLst>
            </p:cNvPr>
            <p:cNvSpPr>
              <a:spLocks noChangeArrowheads="1"/>
            </p:cNvSpPr>
            <p:nvPr/>
          </p:nvSpPr>
          <p:spPr bwMode="auto">
            <a:xfrm>
              <a:off x="6885970" y="2025569"/>
              <a:ext cx="602852" cy="301972"/>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cxnSp>
          <p:nvCxnSpPr>
            <p:cNvPr id="548" name="Straight Arrow Connector 547">
              <a:extLst>
                <a:ext uri="{FF2B5EF4-FFF2-40B4-BE49-F238E27FC236}">
                  <a16:creationId xmlns:a16="http://schemas.microsoft.com/office/drawing/2014/main" id="{7B56A3C2-EAE1-8E49-9661-485FF1A1FAA4}"/>
                </a:ext>
              </a:extLst>
            </p:cNvPr>
            <p:cNvCxnSpPr>
              <a:cxnSpLocks/>
              <a:stCxn id="547" idx="0"/>
              <a:endCxn id="549" idx="4"/>
            </p:cNvCxnSpPr>
            <p:nvPr/>
          </p:nvCxnSpPr>
          <p:spPr>
            <a:xfrm flipV="1">
              <a:off x="7187396" y="791421"/>
              <a:ext cx="1775" cy="1234148"/>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52" name="Group 551">
            <a:extLst>
              <a:ext uri="{FF2B5EF4-FFF2-40B4-BE49-F238E27FC236}">
                <a16:creationId xmlns:a16="http://schemas.microsoft.com/office/drawing/2014/main" id="{837723A6-32DA-4C49-8E78-4111930D0945}"/>
              </a:ext>
            </a:extLst>
          </p:cNvPr>
          <p:cNvGrpSpPr/>
          <p:nvPr/>
        </p:nvGrpSpPr>
        <p:grpSpPr>
          <a:xfrm>
            <a:off x="3084763" y="1437297"/>
            <a:ext cx="6956123" cy="2426144"/>
            <a:chOff x="534474" y="495889"/>
            <a:chExt cx="6956123" cy="2426144"/>
          </a:xfrm>
        </p:grpSpPr>
        <p:grpSp>
          <p:nvGrpSpPr>
            <p:cNvPr id="553" name="Group 552">
              <a:extLst>
                <a:ext uri="{FF2B5EF4-FFF2-40B4-BE49-F238E27FC236}">
                  <a16:creationId xmlns:a16="http://schemas.microsoft.com/office/drawing/2014/main" id="{D4AF9FEB-87B8-2440-BFF7-2388513CCB4D}"/>
                </a:ext>
              </a:extLst>
            </p:cNvPr>
            <p:cNvGrpSpPr/>
            <p:nvPr/>
          </p:nvGrpSpPr>
          <p:grpSpPr>
            <a:xfrm>
              <a:off x="534474" y="495889"/>
              <a:ext cx="6812245" cy="2426144"/>
              <a:chOff x="-2329870" y="-376825"/>
              <a:chExt cx="6812245" cy="2426144"/>
            </a:xfrm>
          </p:grpSpPr>
          <p:sp>
            <p:nvSpPr>
              <p:cNvPr id="556" name="Oval 555">
                <a:extLst>
                  <a:ext uri="{FF2B5EF4-FFF2-40B4-BE49-F238E27FC236}">
                    <a16:creationId xmlns:a16="http://schemas.microsoft.com/office/drawing/2014/main" id="{E833C45F-B922-8B4F-A541-13D5EDF3D166}"/>
                  </a:ext>
                </a:extLst>
              </p:cNvPr>
              <p:cNvSpPr/>
              <p:nvPr/>
            </p:nvSpPr>
            <p:spPr>
              <a:xfrm>
                <a:off x="4167279" y="-376825"/>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557" name="Straight Arrow Connector 556">
                <a:extLst>
                  <a:ext uri="{FF2B5EF4-FFF2-40B4-BE49-F238E27FC236}">
                    <a16:creationId xmlns:a16="http://schemas.microsoft.com/office/drawing/2014/main" id="{BAC38F32-13CD-8D49-B140-20E9CE2B7D81}"/>
                  </a:ext>
                </a:extLst>
              </p:cNvPr>
              <p:cNvCxnSpPr>
                <a:cxnSpLocks/>
                <a:stCxn id="556" idx="4"/>
                <a:endCxn id="558" idx="6"/>
              </p:cNvCxnSpPr>
              <p:nvPr/>
            </p:nvCxnSpPr>
            <p:spPr>
              <a:xfrm flipH="1">
                <a:off x="-2027653" y="-81293"/>
                <a:ext cx="6352480" cy="1982846"/>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58" name="Oval 557">
                <a:extLst>
                  <a:ext uri="{FF2B5EF4-FFF2-40B4-BE49-F238E27FC236}">
                    <a16:creationId xmlns:a16="http://schemas.microsoft.com/office/drawing/2014/main" id="{5A968801-B5C0-774E-9189-C0C84CCD1C5E}"/>
                  </a:ext>
                </a:extLst>
              </p:cNvPr>
              <p:cNvSpPr/>
              <p:nvPr/>
            </p:nvSpPr>
            <p:spPr>
              <a:xfrm>
                <a:off x="-2329870" y="1753787"/>
                <a:ext cx="302217"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554" name="Oval 114">
              <a:extLst>
                <a:ext uri="{FF2B5EF4-FFF2-40B4-BE49-F238E27FC236}">
                  <a16:creationId xmlns:a16="http://schemas.microsoft.com/office/drawing/2014/main" id="{2DD21A52-3AB5-1146-AA26-D2C240D0B0AF}"/>
                </a:ext>
              </a:extLst>
            </p:cNvPr>
            <p:cNvSpPr>
              <a:spLocks noChangeArrowheads="1"/>
            </p:cNvSpPr>
            <p:nvPr/>
          </p:nvSpPr>
          <p:spPr bwMode="auto">
            <a:xfrm>
              <a:off x="6887745" y="2326511"/>
              <a:ext cx="602852" cy="301972"/>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cxnSp>
          <p:nvCxnSpPr>
            <p:cNvPr id="555" name="Straight Arrow Connector 554">
              <a:extLst>
                <a:ext uri="{FF2B5EF4-FFF2-40B4-BE49-F238E27FC236}">
                  <a16:creationId xmlns:a16="http://schemas.microsoft.com/office/drawing/2014/main" id="{31B6FC9B-38BD-A74B-95DB-48A86BA94800}"/>
                </a:ext>
              </a:extLst>
            </p:cNvPr>
            <p:cNvCxnSpPr>
              <a:cxnSpLocks/>
              <a:stCxn id="554" idx="0"/>
              <a:endCxn id="556" idx="4"/>
            </p:cNvCxnSpPr>
            <p:nvPr/>
          </p:nvCxnSpPr>
          <p:spPr>
            <a:xfrm flipV="1">
              <a:off x="7189171" y="791421"/>
              <a:ext cx="0" cy="1535090"/>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cxnSp>
        <p:nvCxnSpPr>
          <p:cNvPr id="38" name="Straight Arrow Connector 37">
            <a:extLst>
              <a:ext uri="{FF2B5EF4-FFF2-40B4-BE49-F238E27FC236}">
                <a16:creationId xmlns:a16="http://schemas.microsoft.com/office/drawing/2014/main" id="{112457CF-2890-E146-8628-638AC5577656}"/>
              </a:ext>
            </a:extLst>
          </p:cNvPr>
          <p:cNvCxnSpPr>
            <a:cxnSpLocks/>
            <a:endCxn id="271" idx="2"/>
          </p:cNvCxnSpPr>
          <p:nvPr/>
        </p:nvCxnSpPr>
        <p:spPr>
          <a:xfrm>
            <a:off x="1957653" y="5544274"/>
            <a:ext cx="439472" cy="428799"/>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59" name="Straight Arrow Connector 558">
            <a:extLst>
              <a:ext uri="{FF2B5EF4-FFF2-40B4-BE49-F238E27FC236}">
                <a16:creationId xmlns:a16="http://schemas.microsoft.com/office/drawing/2014/main" id="{491C301B-8A6E-4845-BF28-577AD894F891}"/>
              </a:ext>
            </a:extLst>
          </p:cNvPr>
          <p:cNvCxnSpPr>
            <a:cxnSpLocks/>
            <a:endCxn id="414" idx="2"/>
          </p:cNvCxnSpPr>
          <p:nvPr/>
        </p:nvCxnSpPr>
        <p:spPr>
          <a:xfrm>
            <a:off x="2908706" y="6055489"/>
            <a:ext cx="586969" cy="6484"/>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60" name="Straight Arrow Connector 559">
            <a:extLst>
              <a:ext uri="{FF2B5EF4-FFF2-40B4-BE49-F238E27FC236}">
                <a16:creationId xmlns:a16="http://schemas.microsoft.com/office/drawing/2014/main" id="{3C9D1B43-9124-3142-843B-DC7A58F1456E}"/>
              </a:ext>
            </a:extLst>
          </p:cNvPr>
          <p:cNvCxnSpPr>
            <a:cxnSpLocks/>
            <a:stCxn id="266" idx="7"/>
          </p:cNvCxnSpPr>
          <p:nvPr/>
        </p:nvCxnSpPr>
        <p:spPr>
          <a:xfrm flipV="1">
            <a:off x="2068770" y="5023414"/>
            <a:ext cx="502342" cy="281976"/>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61" name="Straight Arrow Connector 560">
            <a:extLst>
              <a:ext uri="{FF2B5EF4-FFF2-40B4-BE49-F238E27FC236}">
                <a16:creationId xmlns:a16="http://schemas.microsoft.com/office/drawing/2014/main" id="{8A7B92A4-0E80-6D4D-87F2-803D33EFB3E5}"/>
              </a:ext>
            </a:extLst>
          </p:cNvPr>
          <p:cNvCxnSpPr>
            <a:cxnSpLocks/>
          </p:cNvCxnSpPr>
          <p:nvPr/>
        </p:nvCxnSpPr>
        <p:spPr>
          <a:xfrm flipV="1">
            <a:off x="3744012" y="4988689"/>
            <a:ext cx="0" cy="883534"/>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62" name="Straight Arrow Connector 561">
            <a:extLst>
              <a:ext uri="{FF2B5EF4-FFF2-40B4-BE49-F238E27FC236}">
                <a16:creationId xmlns:a16="http://schemas.microsoft.com/office/drawing/2014/main" id="{368CBA46-10A4-6B43-8244-BF448DB2A1AB}"/>
              </a:ext>
            </a:extLst>
          </p:cNvPr>
          <p:cNvCxnSpPr>
            <a:cxnSpLocks/>
          </p:cNvCxnSpPr>
          <p:nvPr/>
        </p:nvCxnSpPr>
        <p:spPr>
          <a:xfrm flipV="1">
            <a:off x="4007312" y="5577069"/>
            <a:ext cx="606730" cy="448060"/>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63" name="Text Box 3">
            <a:extLst>
              <a:ext uri="{FF2B5EF4-FFF2-40B4-BE49-F238E27FC236}">
                <a16:creationId xmlns:a16="http://schemas.microsoft.com/office/drawing/2014/main" id="{26DB9EA5-AEE6-8446-BB60-338C393AB3A4}"/>
              </a:ext>
            </a:extLst>
          </p:cNvPr>
          <p:cNvSpPr txBox="1">
            <a:spLocks noChangeArrowheads="1"/>
          </p:cNvSpPr>
          <p:nvPr/>
        </p:nvSpPr>
        <p:spPr bwMode="auto">
          <a:xfrm>
            <a:off x="5894442" y="4463262"/>
            <a:ext cx="5770234" cy="144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200" dirty="0">
                <a:solidFill>
                  <a:prstClr val="black"/>
                </a:solidFill>
                <a:latin typeface="Calibri" panose="020F0502020204030204"/>
              </a:rPr>
              <a:t>find </a:t>
            </a:r>
            <a:r>
              <a:rPr lang="en-US" sz="2200" i="1" dirty="0">
                <a:solidFill>
                  <a:prstClr val="black"/>
                </a:solidFill>
                <a:latin typeface="Calibri" panose="020F0502020204030204"/>
              </a:rPr>
              <a:t>a</a:t>
            </a:r>
            <a:r>
              <a:rPr lang="en-US" sz="2200" dirty="0">
                <a:solidFill>
                  <a:prstClr val="black"/>
                </a:solidFill>
                <a:latin typeface="Calibri" panose="020F0502020204030204"/>
              </a:rPr>
              <a:t> not in </a:t>
            </a:r>
            <a:r>
              <a:rPr lang="en-US" sz="2200" i="1" dirty="0">
                <a:solidFill>
                  <a:prstClr val="black"/>
                </a:solidFill>
                <a:latin typeface="Calibri" panose="020F0502020204030204"/>
              </a:rPr>
              <a:t>N</a:t>
            </a:r>
            <a:r>
              <a:rPr lang="en-US" sz="2200" i="1" dirty="0">
                <a:solidFill>
                  <a:prstClr val="black"/>
                </a:solidFill>
                <a:latin typeface="Calibri" panose="020F0502020204030204"/>
                <a:cs typeface="Arial" charset="0"/>
              </a:rPr>
              <a:t>'</a:t>
            </a:r>
            <a:r>
              <a:rPr lang="en-US" sz="2200" i="1" dirty="0">
                <a:solidFill>
                  <a:prstClr val="black"/>
                </a:solidFill>
                <a:latin typeface="Calibri" panose="020F0502020204030204"/>
              </a:rPr>
              <a:t> </a:t>
            </a:r>
            <a:r>
              <a:rPr lang="en-US" sz="2200" dirty="0">
                <a:solidFill>
                  <a:prstClr val="black"/>
                </a:solidFill>
                <a:latin typeface="Calibri" panose="020F0502020204030204"/>
              </a:rPr>
              <a:t>such that </a:t>
            </a:r>
            <a:r>
              <a:rPr lang="en-US" sz="2200" i="1" dirty="0">
                <a:solidFill>
                  <a:prstClr val="black"/>
                </a:solidFill>
                <a:latin typeface="Calibri" panose="020F0502020204030204"/>
              </a:rPr>
              <a:t>D(a) </a:t>
            </a:r>
            <a:r>
              <a:rPr lang="en-US" sz="2200" dirty="0">
                <a:solidFill>
                  <a:prstClr val="black"/>
                </a:solidFill>
                <a:latin typeface="Calibri" panose="020F0502020204030204"/>
              </a:rPr>
              <a:t>is a minimum </a:t>
            </a:r>
          </a:p>
          <a:p>
            <a:r>
              <a:rPr lang="en-US" sz="2200" dirty="0">
                <a:solidFill>
                  <a:prstClr val="black"/>
                </a:solidFill>
                <a:latin typeface="Calibri" panose="020F0502020204030204"/>
              </a:rPr>
              <a:t>add </a:t>
            </a:r>
            <a:r>
              <a:rPr lang="en-US" sz="2200" i="1" dirty="0">
                <a:solidFill>
                  <a:prstClr val="black"/>
                </a:solidFill>
                <a:latin typeface="Calibri" panose="020F0502020204030204"/>
              </a:rPr>
              <a:t>a</a:t>
            </a:r>
            <a:r>
              <a:rPr lang="en-US" sz="2200" dirty="0">
                <a:solidFill>
                  <a:prstClr val="black"/>
                </a:solidFill>
                <a:latin typeface="Calibri" panose="020F0502020204030204"/>
              </a:rPr>
              <a:t> to </a:t>
            </a:r>
            <a:r>
              <a:rPr lang="en-US" sz="2200" i="1" dirty="0">
                <a:solidFill>
                  <a:prstClr val="black"/>
                </a:solidFill>
                <a:latin typeface="Calibri" panose="020F0502020204030204"/>
              </a:rPr>
              <a:t>N</a:t>
            </a:r>
            <a:r>
              <a:rPr lang="en-US" sz="2200" i="1" dirty="0">
                <a:solidFill>
                  <a:prstClr val="black"/>
                </a:solidFill>
                <a:latin typeface="Calibri" panose="020F0502020204030204"/>
                <a:cs typeface="Arial" charset="0"/>
              </a:rPr>
              <a:t>'</a:t>
            </a:r>
            <a:r>
              <a:rPr lang="en-US" sz="2200" i="1" dirty="0">
                <a:solidFill>
                  <a:prstClr val="black"/>
                </a:solidFill>
                <a:latin typeface="Calibri" panose="020F0502020204030204"/>
              </a:rPr>
              <a:t> </a:t>
            </a:r>
          </a:p>
          <a:p>
            <a:r>
              <a:rPr lang="en-US" sz="2200" dirty="0">
                <a:solidFill>
                  <a:prstClr val="black"/>
                </a:solidFill>
                <a:latin typeface="Calibri" panose="020F0502020204030204"/>
              </a:rPr>
              <a:t>update </a:t>
            </a:r>
            <a:r>
              <a:rPr lang="en-US" sz="2200" i="1" dirty="0">
                <a:solidFill>
                  <a:prstClr val="black"/>
                </a:solidFill>
                <a:latin typeface="Calibri" panose="020F0502020204030204"/>
              </a:rPr>
              <a:t>D(b) </a:t>
            </a:r>
            <a:r>
              <a:rPr lang="en-US" sz="2200" dirty="0">
                <a:solidFill>
                  <a:prstClr val="black"/>
                </a:solidFill>
                <a:latin typeface="Calibri" panose="020F0502020204030204"/>
              </a:rPr>
              <a:t>for all </a:t>
            </a:r>
            <a:r>
              <a:rPr lang="en-US" sz="2200" i="1" dirty="0">
                <a:solidFill>
                  <a:prstClr val="black"/>
                </a:solidFill>
                <a:latin typeface="Calibri" panose="020F0502020204030204"/>
              </a:rPr>
              <a:t>b</a:t>
            </a:r>
            <a:r>
              <a:rPr lang="en-US" sz="2200" dirty="0">
                <a:solidFill>
                  <a:prstClr val="black"/>
                </a:solidFill>
                <a:latin typeface="Calibri" panose="020F0502020204030204"/>
              </a:rPr>
              <a:t> adjacent to </a:t>
            </a:r>
            <a:r>
              <a:rPr lang="en-US" sz="2200" i="1" dirty="0">
                <a:solidFill>
                  <a:prstClr val="black"/>
                </a:solidFill>
                <a:latin typeface="Calibri" panose="020F0502020204030204"/>
              </a:rPr>
              <a:t>a</a:t>
            </a:r>
            <a:r>
              <a:rPr lang="en-US" sz="2200" dirty="0">
                <a:solidFill>
                  <a:prstClr val="black"/>
                </a:solidFill>
                <a:latin typeface="Calibri" panose="020F0502020204030204"/>
              </a:rPr>
              <a:t> and not in </a:t>
            </a:r>
            <a:r>
              <a:rPr lang="en-US" sz="2200" i="1" dirty="0">
                <a:solidFill>
                  <a:prstClr val="black"/>
                </a:solidFill>
                <a:latin typeface="Calibri" panose="020F0502020204030204"/>
              </a:rPr>
              <a:t>N</a:t>
            </a:r>
            <a:r>
              <a:rPr lang="en-US" sz="2200" i="1" dirty="0">
                <a:solidFill>
                  <a:prstClr val="black"/>
                </a:solidFill>
                <a:latin typeface="Calibri" panose="020F0502020204030204"/>
                <a:cs typeface="Arial" charset="0"/>
              </a:rPr>
              <a:t>'</a:t>
            </a:r>
            <a:r>
              <a:rPr lang="en-US" sz="2200" i="1" dirty="0">
                <a:solidFill>
                  <a:prstClr val="black"/>
                </a:solidFill>
                <a:latin typeface="Calibri" panose="020F0502020204030204"/>
              </a:rPr>
              <a:t> </a:t>
            </a:r>
            <a:r>
              <a:rPr lang="en-US" sz="2200" dirty="0">
                <a:solidFill>
                  <a:prstClr val="black"/>
                </a:solidFill>
                <a:latin typeface="Calibri" panose="020F0502020204030204"/>
              </a:rPr>
              <a:t>: </a:t>
            </a:r>
          </a:p>
          <a:p>
            <a:r>
              <a:rPr lang="en-US" sz="2200" b="1" i="1" dirty="0">
                <a:solidFill>
                  <a:srgbClr val="CC0000"/>
                </a:solidFill>
                <a:latin typeface="Calibri" panose="020F0502020204030204"/>
              </a:rPr>
              <a:t>     D(b) = </a:t>
            </a:r>
            <a:r>
              <a:rPr lang="en-US" sz="2200" b="1" dirty="0">
                <a:solidFill>
                  <a:srgbClr val="CC0000"/>
                </a:solidFill>
                <a:latin typeface="Calibri" panose="020F0502020204030204"/>
              </a:rPr>
              <a:t>min</a:t>
            </a:r>
            <a:r>
              <a:rPr lang="en-US" sz="2200" b="1" i="1" dirty="0">
                <a:solidFill>
                  <a:srgbClr val="CC0000"/>
                </a:solidFill>
                <a:latin typeface="Calibri" panose="020F0502020204030204"/>
              </a:rPr>
              <a:t> ( D(b), D(a) + c</a:t>
            </a:r>
            <a:r>
              <a:rPr lang="en-US" sz="2200" b="1" i="1" baseline="-25000" dirty="0">
                <a:solidFill>
                  <a:srgbClr val="CC0000"/>
                </a:solidFill>
                <a:latin typeface="Calibri" panose="020F0502020204030204"/>
              </a:rPr>
              <a:t>a,b </a:t>
            </a:r>
            <a:r>
              <a:rPr lang="en-US" sz="2200" b="1" i="1" dirty="0">
                <a:solidFill>
                  <a:srgbClr val="CC0000"/>
                </a:solidFill>
                <a:latin typeface="Calibri" panose="020F0502020204030204"/>
              </a:rPr>
              <a:t>) </a:t>
            </a:r>
          </a:p>
        </p:txBody>
      </p:sp>
      <p:sp>
        <p:nvSpPr>
          <p:cNvPr id="53" name="Rectangle 52">
            <a:extLst>
              <a:ext uri="{FF2B5EF4-FFF2-40B4-BE49-F238E27FC236}">
                <a16:creationId xmlns:a16="http://schemas.microsoft.com/office/drawing/2014/main" id="{AE2B11F0-0B2B-E548-A572-A488F5822281}"/>
              </a:ext>
            </a:extLst>
          </p:cNvPr>
          <p:cNvSpPr/>
          <p:nvPr/>
        </p:nvSpPr>
        <p:spPr>
          <a:xfrm>
            <a:off x="5606004" y="3868305"/>
            <a:ext cx="6721033" cy="341632"/>
          </a:xfrm>
          <a:prstGeom prst="rect">
            <a:avLst/>
          </a:prstGeom>
        </p:spPr>
        <p:txBody>
          <a:bodyPr wrap="square">
            <a:spAutoFit/>
          </a:bodyPr>
          <a:lstStyle/>
          <a:p>
            <a:pPr>
              <a:lnSpc>
                <a:spcPct val="90000"/>
              </a:lnSpc>
            </a:pPr>
            <a:r>
              <a:rPr lang="en-US" dirty="0">
                <a:solidFill>
                  <a:prstClr val="black"/>
                </a:solidFill>
              </a:rPr>
              <a:t>Initialization (step 0): For all a: if </a:t>
            </a:r>
            <a:r>
              <a:rPr lang="en-US" i="1" dirty="0">
                <a:solidFill>
                  <a:prstClr val="black"/>
                </a:solidFill>
              </a:rPr>
              <a:t>a</a:t>
            </a:r>
            <a:r>
              <a:rPr lang="en-US" dirty="0">
                <a:solidFill>
                  <a:prstClr val="black"/>
                </a:solidFill>
              </a:rPr>
              <a:t> adjacent to then </a:t>
            </a:r>
            <a:r>
              <a:rPr lang="en-US" i="1" dirty="0">
                <a:solidFill>
                  <a:prstClr val="black"/>
                </a:solidFill>
              </a:rPr>
              <a:t>D(a) = c</a:t>
            </a:r>
            <a:r>
              <a:rPr lang="en-US" i="1" baseline="-25000" dirty="0">
                <a:solidFill>
                  <a:prstClr val="black"/>
                </a:solidFill>
              </a:rPr>
              <a:t>u,a </a:t>
            </a:r>
            <a:endParaRPr lang="en-US" baseline="-25000" dirty="0">
              <a:solidFill>
                <a:prstClr val="black"/>
              </a:solidFill>
            </a:endParaRPr>
          </a:p>
        </p:txBody>
      </p:sp>
    </p:spTree>
    <p:extLst>
      <p:ext uri="{BB962C8B-B14F-4D97-AF65-F5344CB8AC3E}">
        <p14:creationId xmlns:p14="http://schemas.microsoft.com/office/powerpoint/2010/main" val="20537478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10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7"/>
                                        </p:tgtEl>
                                        <p:attrNameLst>
                                          <p:attrName>style.visibility</p:attrName>
                                        </p:attrNameLst>
                                      </p:cBhvr>
                                      <p:to>
                                        <p:strVal val="visible"/>
                                      </p:to>
                                    </p:set>
                                    <p:animEffect transition="in" filter="dissolve">
                                      <p:cBhvr>
                                        <p:cTn id="12" dur="1000"/>
                                        <p:tgtEl>
                                          <p:spTgt spid="17"/>
                                        </p:tgtEl>
                                      </p:cBhvr>
                                    </p:animEffect>
                                  </p:childTnLst>
                                </p:cTn>
                              </p:par>
                            </p:childTnLst>
                          </p:cTn>
                        </p:par>
                        <p:par>
                          <p:cTn id="13" fill="hold">
                            <p:stCondLst>
                              <p:cond delay="1000"/>
                            </p:stCondLst>
                            <p:childTnLst>
                              <p:par>
                                <p:cTn id="14" presetID="9" presetClass="entr" presetSubtype="0" fill="hold" grpId="0" nodeType="afterEffect">
                                  <p:stCondLst>
                                    <p:cond delay="0"/>
                                  </p:stCondLst>
                                  <p:childTnLst>
                                    <p:set>
                                      <p:cBhvr>
                                        <p:cTn id="15" dur="1" fill="hold">
                                          <p:stCondLst>
                                            <p:cond delay="0"/>
                                          </p:stCondLst>
                                        </p:cTn>
                                        <p:tgtEl>
                                          <p:spTgt spid="507"/>
                                        </p:tgtEl>
                                        <p:attrNameLst>
                                          <p:attrName>style.visibility</p:attrName>
                                        </p:attrNameLst>
                                      </p:cBhvr>
                                      <p:to>
                                        <p:strVal val="visible"/>
                                      </p:to>
                                    </p:set>
                                    <p:animEffect transition="in" filter="dissolve">
                                      <p:cBhvr>
                                        <p:cTn id="16" dur="500"/>
                                        <p:tgtEl>
                                          <p:spTgt spid="507"/>
                                        </p:tgtEl>
                                      </p:cBhvr>
                                    </p:animEffect>
                                  </p:childTnLst>
                                </p:cTn>
                              </p:par>
                              <p:par>
                                <p:cTn id="17" presetID="9" presetClass="exit" presetSubtype="0" fill="hold" grpId="0" nodeType="withEffect">
                                  <p:stCondLst>
                                    <p:cond delay="0"/>
                                  </p:stCondLst>
                                  <p:childTnLst>
                                    <p:animEffect transition="out" filter="dissolve">
                                      <p:cBhvr>
                                        <p:cTn id="18" dur="500"/>
                                        <p:tgtEl>
                                          <p:spTgt spid="53"/>
                                        </p:tgtEl>
                                      </p:cBhvr>
                                    </p:animEffect>
                                    <p:set>
                                      <p:cBhvr>
                                        <p:cTn id="19" dur="1" fill="hold">
                                          <p:stCondLst>
                                            <p:cond delay="499"/>
                                          </p:stCondLst>
                                        </p:cTn>
                                        <p:tgtEl>
                                          <p:spTgt spid="53"/>
                                        </p:tgtEl>
                                        <p:attrNameLst>
                                          <p:attrName>style.visibility</p:attrName>
                                        </p:attrNameLst>
                                      </p:cBhvr>
                                      <p:to>
                                        <p:strVal val="hidden"/>
                                      </p:to>
                                    </p:se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38"/>
                                        </p:tgtEl>
                                        <p:attrNameLst>
                                          <p:attrName>style.visibility</p:attrName>
                                        </p:attrNameLst>
                                      </p:cBhvr>
                                      <p:to>
                                        <p:strVal val="visible"/>
                                      </p:to>
                                    </p:set>
                                    <p:animEffect transition="in" filter="dissolve">
                                      <p:cBhvr>
                                        <p:cTn id="24" dur="500"/>
                                        <p:tgtEl>
                                          <p:spTgt spid="38"/>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xit" presetSubtype="0" fill="hold" nodeType="clickEffect">
                                  <p:stCondLst>
                                    <p:cond delay="0"/>
                                  </p:stCondLst>
                                  <p:childTnLst>
                                    <p:animEffect transition="out" filter="dissolve">
                                      <p:cBhvr>
                                        <p:cTn id="28" dur="500"/>
                                        <p:tgtEl>
                                          <p:spTgt spid="17"/>
                                        </p:tgtEl>
                                      </p:cBhvr>
                                    </p:animEffect>
                                    <p:set>
                                      <p:cBhvr>
                                        <p:cTn id="29" dur="1" fill="hold">
                                          <p:stCondLst>
                                            <p:cond delay="499"/>
                                          </p:stCondLst>
                                        </p:cTn>
                                        <p:tgtEl>
                                          <p:spTgt spid="17"/>
                                        </p:tgtEl>
                                        <p:attrNameLst>
                                          <p:attrName>style.visibility</p:attrName>
                                        </p:attrNameLst>
                                      </p:cBhvr>
                                      <p:to>
                                        <p:strVal val="hidden"/>
                                      </p:to>
                                    </p:se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34"/>
                                        </p:tgtEl>
                                        <p:attrNameLst>
                                          <p:attrName>style.visibility</p:attrName>
                                        </p:attrNameLst>
                                      </p:cBhvr>
                                      <p:to>
                                        <p:strVal val="visible"/>
                                      </p:to>
                                    </p:set>
                                    <p:animEffect transition="in" filter="wipe(left)">
                                      <p:cBhvr>
                                        <p:cTn id="34" dur="1000"/>
                                        <p:tgtEl>
                                          <p:spTgt spid="34"/>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nodeType="clickEffect">
                                  <p:stCondLst>
                                    <p:cond delay="0"/>
                                  </p:stCondLst>
                                  <p:childTnLst>
                                    <p:set>
                                      <p:cBhvr>
                                        <p:cTn id="38" dur="1" fill="hold">
                                          <p:stCondLst>
                                            <p:cond delay="0"/>
                                          </p:stCondLst>
                                        </p:cTn>
                                        <p:tgtEl>
                                          <p:spTgt spid="530"/>
                                        </p:tgtEl>
                                        <p:attrNameLst>
                                          <p:attrName>style.visibility</p:attrName>
                                        </p:attrNameLst>
                                      </p:cBhvr>
                                      <p:to>
                                        <p:strVal val="visible"/>
                                      </p:to>
                                    </p:set>
                                    <p:animEffect transition="in" filter="dissolve">
                                      <p:cBhvr>
                                        <p:cTn id="39" dur="1000"/>
                                        <p:tgtEl>
                                          <p:spTgt spid="530"/>
                                        </p:tgtEl>
                                      </p:cBhvr>
                                    </p:animEffect>
                                  </p:childTnLst>
                                </p:cTn>
                              </p:par>
                            </p:childTnLst>
                          </p:cTn>
                        </p:par>
                        <p:par>
                          <p:cTn id="40" fill="hold">
                            <p:stCondLst>
                              <p:cond delay="1000"/>
                            </p:stCondLst>
                            <p:childTnLst>
                              <p:par>
                                <p:cTn id="41" presetID="9" presetClass="entr" presetSubtype="0" fill="hold" grpId="0" nodeType="afterEffect">
                                  <p:stCondLst>
                                    <p:cond delay="0"/>
                                  </p:stCondLst>
                                  <p:childTnLst>
                                    <p:set>
                                      <p:cBhvr>
                                        <p:cTn id="42" dur="1" fill="hold">
                                          <p:stCondLst>
                                            <p:cond delay="0"/>
                                          </p:stCondLst>
                                        </p:cTn>
                                        <p:tgtEl>
                                          <p:spTgt spid="506"/>
                                        </p:tgtEl>
                                        <p:attrNameLst>
                                          <p:attrName>style.visibility</p:attrName>
                                        </p:attrNameLst>
                                      </p:cBhvr>
                                      <p:to>
                                        <p:strVal val="visible"/>
                                      </p:to>
                                    </p:set>
                                    <p:animEffect transition="in" filter="dissolve">
                                      <p:cBhvr>
                                        <p:cTn id="43" dur="500"/>
                                        <p:tgtEl>
                                          <p:spTgt spid="506"/>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ntr" presetSubtype="0" fill="hold" nodeType="clickEffect">
                                  <p:stCondLst>
                                    <p:cond delay="0"/>
                                  </p:stCondLst>
                                  <p:childTnLst>
                                    <p:set>
                                      <p:cBhvr>
                                        <p:cTn id="47" dur="1" fill="hold">
                                          <p:stCondLst>
                                            <p:cond delay="0"/>
                                          </p:stCondLst>
                                        </p:cTn>
                                        <p:tgtEl>
                                          <p:spTgt spid="559"/>
                                        </p:tgtEl>
                                        <p:attrNameLst>
                                          <p:attrName>style.visibility</p:attrName>
                                        </p:attrNameLst>
                                      </p:cBhvr>
                                      <p:to>
                                        <p:strVal val="visible"/>
                                      </p:to>
                                    </p:set>
                                    <p:animEffect transition="in" filter="dissolve">
                                      <p:cBhvr>
                                        <p:cTn id="48" dur="500"/>
                                        <p:tgtEl>
                                          <p:spTgt spid="559"/>
                                        </p:tgtEl>
                                      </p:cBhvr>
                                    </p:animEffect>
                                  </p:childTnLst>
                                </p:cTn>
                              </p:par>
                            </p:childTnLst>
                          </p:cTn>
                        </p:par>
                      </p:childTnLst>
                    </p:cTn>
                  </p:par>
                  <p:par>
                    <p:cTn id="49" fill="hold">
                      <p:stCondLst>
                        <p:cond delay="indefinite"/>
                      </p:stCondLst>
                      <p:childTnLst>
                        <p:par>
                          <p:cTn id="50" fill="hold">
                            <p:stCondLst>
                              <p:cond delay="0"/>
                            </p:stCondLst>
                            <p:childTnLst>
                              <p:par>
                                <p:cTn id="51" presetID="9" presetClass="exit" presetSubtype="0" fill="hold" nodeType="clickEffect">
                                  <p:stCondLst>
                                    <p:cond delay="0"/>
                                  </p:stCondLst>
                                  <p:childTnLst>
                                    <p:animEffect transition="out" filter="dissolve">
                                      <p:cBhvr>
                                        <p:cTn id="52" dur="500"/>
                                        <p:tgtEl>
                                          <p:spTgt spid="530"/>
                                        </p:tgtEl>
                                      </p:cBhvr>
                                    </p:animEffect>
                                    <p:set>
                                      <p:cBhvr>
                                        <p:cTn id="53" dur="1" fill="hold">
                                          <p:stCondLst>
                                            <p:cond delay="499"/>
                                          </p:stCondLst>
                                        </p:cTn>
                                        <p:tgtEl>
                                          <p:spTgt spid="530"/>
                                        </p:tgtEl>
                                        <p:attrNameLst>
                                          <p:attrName>style.visibility</p:attrName>
                                        </p:attrNameLst>
                                      </p:cBhvr>
                                      <p:to>
                                        <p:strVal val="hidden"/>
                                      </p:to>
                                    </p:set>
                                  </p:childTnLst>
                                </p:cTn>
                              </p:par>
                            </p:childTnLst>
                          </p:cTn>
                        </p:par>
                      </p:childTnLst>
                    </p:cTn>
                  </p:par>
                  <p:par>
                    <p:cTn id="54" fill="hold">
                      <p:stCondLst>
                        <p:cond delay="indefinite"/>
                      </p:stCondLst>
                      <p:childTnLst>
                        <p:par>
                          <p:cTn id="55" fill="hold">
                            <p:stCondLst>
                              <p:cond delay="0"/>
                            </p:stCondLst>
                            <p:childTnLst>
                              <p:par>
                                <p:cTn id="56" presetID="22" presetClass="entr" presetSubtype="8" fill="hold" nodeType="clickEffect">
                                  <p:stCondLst>
                                    <p:cond delay="0"/>
                                  </p:stCondLst>
                                  <p:childTnLst>
                                    <p:set>
                                      <p:cBhvr>
                                        <p:cTn id="57" dur="1" fill="hold">
                                          <p:stCondLst>
                                            <p:cond delay="0"/>
                                          </p:stCondLst>
                                        </p:cTn>
                                        <p:tgtEl>
                                          <p:spTgt spid="35"/>
                                        </p:tgtEl>
                                        <p:attrNameLst>
                                          <p:attrName>style.visibility</p:attrName>
                                        </p:attrNameLst>
                                      </p:cBhvr>
                                      <p:to>
                                        <p:strVal val="visible"/>
                                      </p:to>
                                    </p:set>
                                    <p:animEffect transition="in" filter="wipe(left)">
                                      <p:cBhvr>
                                        <p:cTn id="58" dur="1000"/>
                                        <p:tgtEl>
                                          <p:spTgt spid="35"/>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537"/>
                                        </p:tgtEl>
                                        <p:attrNameLst>
                                          <p:attrName>style.visibility</p:attrName>
                                        </p:attrNameLst>
                                      </p:cBhvr>
                                      <p:to>
                                        <p:strVal val="visible"/>
                                      </p:to>
                                    </p:set>
                                    <p:animEffect transition="in" filter="dissolve">
                                      <p:cBhvr>
                                        <p:cTn id="63" dur="1000"/>
                                        <p:tgtEl>
                                          <p:spTgt spid="537"/>
                                        </p:tgtEl>
                                      </p:cBhvr>
                                    </p:animEffect>
                                  </p:childTnLst>
                                </p:cTn>
                              </p:par>
                            </p:childTnLst>
                          </p:cTn>
                        </p:par>
                        <p:par>
                          <p:cTn id="64" fill="hold">
                            <p:stCondLst>
                              <p:cond delay="1000"/>
                            </p:stCondLst>
                            <p:childTnLst>
                              <p:par>
                                <p:cTn id="65" presetID="9" presetClass="entr" presetSubtype="0" fill="hold" grpId="0" nodeType="afterEffect">
                                  <p:stCondLst>
                                    <p:cond delay="0"/>
                                  </p:stCondLst>
                                  <p:childTnLst>
                                    <p:set>
                                      <p:cBhvr>
                                        <p:cTn id="66" dur="1" fill="hold">
                                          <p:stCondLst>
                                            <p:cond delay="0"/>
                                          </p:stCondLst>
                                        </p:cTn>
                                        <p:tgtEl>
                                          <p:spTgt spid="505"/>
                                        </p:tgtEl>
                                        <p:attrNameLst>
                                          <p:attrName>style.visibility</p:attrName>
                                        </p:attrNameLst>
                                      </p:cBhvr>
                                      <p:to>
                                        <p:strVal val="visible"/>
                                      </p:to>
                                    </p:set>
                                    <p:animEffect transition="in" filter="dissolve">
                                      <p:cBhvr>
                                        <p:cTn id="67" dur="500"/>
                                        <p:tgtEl>
                                          <p:spTgt spid="505"/>
                                        </p:tgtEl>
                                      </p:cBhvr>
                                    </p:animEffect>
                                  </p:childTnLst>
                                </p:cTn>
                              </p:par>
                            </p:childTnLst>
                          </p:cTn>
                        </p:par>
                      </p:childTnLst>
                    </p:cTn>
                  </p:par>
                  <p:par>
                    <p:cTn id="68" fill="hold">
                      <p:stCondLst>
                        <p:cond delay="indefinite"/>
                      </p:stCondLst>
                      <p:childTnLst>
                        <p:par>
                          <p:cTn id="69" fill="hold">
                            <p:stCondLst>
                              <p:cond delay="0"/>
                            </p:stCondLst>
                            <p:childTnLst>
                              <p:par>
                                <p:cTn id="70" presetID="9" presetClass="entr" presetSubtype="0" fill="hold" nodeType="clickEffect">
                                  <p:stCondLst>
                                    <p:cond delay="0"/>
                                  </p:stCondLst>
                                  <p:childTnLst>
                                    <p:set>
                                      <p:cBhvr>
                                        <p:cTn id="71" dur="1" fill="hold">
                                          <p:stCondLst>
                                            <p:cond delay="0"/>
                                          </p:stCondLst>
                                        </p:cTn>
                                        <p:tgtEl>
                                          <p:spTgt spid="560"/>
                                        </p:tgtEl>
                                        <p:attrNameLst>
                                          <p:attrName>style.visibility</p:attrName>
                                        </p:attrNameLst>
                                      </p:cBhvr>
                                      <p:to>
                                        <p:strVal val="visible"/>
                                      </p:to>
                                    </p:set>
                                    <p:animEffect transition="in" filter="dissolve">
                                      <p:cBhvr>
                                        <p:cTn id="72" dur="500"/>
                                        <p:tgtEl>
                                          <p:spTgt spid="560"/>
                                        </p:tgtEl>
                                      </p:cBhvr>
                                    </p:animEffect>
                                  </p:childTnLst>
                                </p:cTn>
                              </p:par>
                            </p:childTnLst>
                          </p:cTn>
                        </p:par>
                      </p:childTnLst>
                    </p:cTn>
                  </p:par>
                  <p:par>
                    <p:cTn id="73" fill="hold">
                      <p:stCondLst>
                        <p:cond delay="indefinite"/>
                      </p:stCondLst>
                      <p:childTnLst>
                        <p:par>
                          <p:cTn id="74" fill="hold">
                            <p:stCondLst>
                              <p:cond delay="0"/>
                            </p:stCondLst>
                            <p:childTnLst>
                              <p:par>
                                <p:cTn id="75" presetID="9" presetClass="exit" presetSubtype="0" fill="hold" nodeType="clickEffect">
                                  <p:stCondLst>
                                    <p:cond delay="0"/>
                                  </p:stCondLst>
                                  <p:childTnLst>
                                    <p:animEffect transition="out" filter="dissolve">
                                      <p:cBhvr>
                                        <p:cTn id="76" dur="500"/>
                                        <p:tgtEl>
                                          <p:spTgt spid="537"/>
                                        </p:tgtEl>
                                      </p:cBhvr>
                                    </p:animEffect>
                                    <p:set>
                                      <p:cBhvr>
                                        <p:cTn id="77" dur="1" fill="hold">
                                          <p:stCondLst>
                                            <p:cond delay="499"/>
                                          </p:stCondLst>
                                        </p:cTn>
                                        <p:tgtEl>
                                          <p:spTgt spid="537"/>
                                        </p:tgtEl>
                                        <p:attrNameLst>
                                          <p:attrName>style.visibility</p:attrName>
                                        </p:attrNameLst>
                                      </p:cBhvr>
                                      <p:to>
                                        <p:strVal val="hidden"/>
                                      </p:to>
                                    </p:set>
                                  </p:childTnLst>
                                </p:cTn>
                              </p:par>
                            </p:childTnLst>
                          </p:cTn>
                        </p:par>
                      </p:childTnLst>
                    </p:cTn>
                  </p:par>
                  <p:par>
                    <p:cTn id="78" fill="hold">
                      <p:stCondLst>
                        <p:cond delay="indefinite"/>
                      </p:stCondLst>
                      <p:childTnLst>
                        <p:par>
                          <p:cTn id="79" fill="hold">
                            <p:stCondLst>
                              <p:cond delay="0"/>
                            </p:stCondLst>
                            <p:childTnLst>
                              <p:par>
                                <p:cTn id="80" presetID="22" presetClass="entr" presetSubtype="8" fill="hold" nodeType="clickEffect">
                                  <p:stCondLst>
                                    <p:cond delay="0"/>
                                  </p:stCondLst>
                                  <p:childTnLst>
                                    <p:set>
                                      <p:cBhvr>
                                        <p:cTn id="81" dur="1" fill="hold">
                                          <p:stCondLst>
                                            <p:cond delay="0"/>
                                          </p:stCondLst>
                                        </p:cTn>
                                        <p:tgtEl>
                                          <p:spTgt spid="36"/>
                                        </p:tgtEl>
                                        <p:attrNameLst>
                                          <p:attrName>style.visibility</p:attrName>
                                        </p:attrNameLst>
                                      </p:cBhvr>
                                      <p:to>
                                        <p:strVal val="visible"/>
                                      </p:to>
                                    </p:set>
                                    <p:animEffect transition="in" filter="wipe(left)">
                                      <p:cBhvr>
                                        <p:cTn id="82" dur="1000"/>
                                        <p:tgtEl>
                                          <p:spTgt spid="36"/>
                                        </p:tgtEl>
                                      </p:cBhvr>
                                    </p:animEffect>
                                  </p:childTnLst>
                                </p:cTn>
                              </p:par>
                            </p:childTnLst>
                          </p:cTn>
                        </p:par>
                      </p:childTnLst>
                    </p:cTn>
                  </p:par>
                  <p:par>
                    <p:cTn id="83" fill="hold">
                      <p:stCondLst>
                        <p:cond delay="indefinite"/>
                      </p:stCondLst>
                      <p:childTnLst>
                        <p:par>
                          <p:cTn id="84" fill="hold">
                            <p:stCondLst>
                              <p:cond delay="0"/>
                            </p:stCondLst>
                            <p:childTnLst>
                              <p:par>
                                <p:cTn id="85" presetID="9" presetClass="entr" presetSubtype="0" fill="hold" nodeType="clickEffect">
                                  <p:stCondLst>
                                    <p:cond delay="0"/>
                                  </p:stCondLst>
                                  <p:childTnLst>
                                    <p:set>
                                      <p:cBhvr>
                                        <p:cTn id="86" dur="1" fill="hold">
                                          <p:stCondLst>
                                            <p:cond delay="0"/>
                                          </p:stCondLst>
                                        </p:cTn>
                                        <p:tgtEl>
                                          <p:spTgt spid="544"/>
                                        </p:tgtEl>
                                        <p:attrNameLst>
                                          <p:attrName>style.visibility</p:attrName>
                                        </p:attrNameLst>
                                      </p:cBhvr>
                                      <p:to>
                                        <p:strVal val="visible"/>
                                      </p:to>
                                    </p:set>
                                    <p:animEffect transition="in" filter="dissolve">
                                      <p:cBhvr>
                                        <p:cTn id="87" dur="1000"/>
                                        <p:tgtEl>
                                          <p:spTgt spid="544"/>
                                        </p:tgtEl>
                                      </p:cBhvr>
                                    </p:animEffect>
                                  </p:childTnLst>
                                </p:cTn>
                              </p:par>
                            </p:childTnLst>
                          </p:cTn>
                        </p:par>
                        <p:par>
                          <p:cTn id="88" fill="hold">
                            <p:stCondLst>
                              <p:cond delay="1000"/>
                            </p:stCondLst>
                            <p:childTnLst>
                              <p:par>
                                <p:cTn id="89" presetID="9" presetClass="entr" presetSubtype="0" fill="hold" grpId="0" nodeType="afterEffect">
                                  <p:stCondLst>
                                    <p:cond delay="0"/>
                                  </p:stCondLst>
                                  <p:childTnLst>
                                    <p:set>
                                      <p:cBhvr>
                                        <p:cTn id="90" dur="1" fill="hold">
                                          <p:stCondLst>
                                            <p:cond delay="0"/>
                                          </p:stCondLst>
                                        </p:cTn>
                                        <p:tgtEl>
                                          <p:spTgt spid="504"/>
                                        </p:tgtEl>
                                        <p:attrNameLst>
                                          <p:attrName>style.visibility</p:attrName>
                                        </p:attrNameLst>
                                      </p:cBhvr>
                                      <p:to>
                                        <p:strVal val="visible"/>
                                      </p:to>
                                    </p:set>
                                    <p:animEffect transition="in" filter="dissolve">
                                      <p:cBhvr>
                                        <p:cTn id="91" dur="500"/>
                                        <p:tgtEl>
                                          <p:spTgt spid="504"/>
                                        </p:tgtEl>
                                      </p:cBhvr>
                                    </p:animEffect>
                                  </p:childTnLst>
                                </p:cTn>
                              </p:par>
                            </p:childTnLst>
                          </p:cTn>
                        </p:par>
                      </p:childTnLst>
                    </p:cTn>
                  </p:par>
                  <p:par>
                    <p:cTn id="92" fill="hold">
                      <p:stCondLst>
                        <p:cond delay="indefinite"/>
                      </p:stCondLst>
                      <p:childTnLst>
                        <p:par>
                          <p:cTn id="93" fill="hold">
                            <p:stCondLst>
                              <p:cond delay="0"/>
                            </p:stCondLst>
                            <p:childTnLst>
                              <p:par>
                                <p:cTn id="94" presetID="9" presetClass="entr" presetSubtype="0" fill="hold" nodeType="clickEffect">
                                  <p:stCondLst>
                                    <p:cond delay="0"/>
                                  </p:stCondLst>
                                  <p:childTnLst>
                                    <p:set>
                                      <p:cBhvr>
                                        <p:cTn id="95" dur="1" fill="hold">
                                          <p:stCondLst>
                                            <p:cond delay="0"/>
                                          </p:stCondLst>
                                        </p:cTn>
                                        <p:tgtEl>
                                          <p:spTgt spid="561"/>
                                        </p:tgtEl>
                                        <p:attrNameLst>
                                          <p:attrName>style.visibility</p:attrName>
                                        </p:attrNameLst>
                                      </p:cBhvr>
                                      <p:to>
                                        <p:strVal val="visible"/>
                                      </p:to>
                                    </p:set>
                                    <p:animEffect transition="in" filter="dissolve">
                                      <p:cBhvr>
                                        <p:cTn id="96" dur="500"/>
                                        <p:tgtEl>
                                          <p:spTgt spid="561"/>
                                        </p:tgtEl>
                                      </p:cBhvr>
                                    </p:animEffect>
                                  </p:childTnLst>
                                </p:cTn>
                              </p:par>
                            </p:childTnLst>
                          </p:cTn>
                        </p:par>
                      </p:childTnLst>
                    </p:cTn>
                  </p:par>
                  <p:par>
                    <p:cTn id="97" fill="hold">
                      <p:stCondLst>
                        <p:cond delay="indefinite"/>
                      </p:stCondLst>
                      <p:childTnLst>
                        <p:par>
                          <p:cTn id="98" fill="hold">
                            <p:stCondLst>
                              <p:cond delay="0"/>
                            </p:stCondLst>
                            <p:childTnLst>
                              <p:par>
                                <p:cTn id="99" presetID="9" presetClass="exit" presetSubtype="0" fill="hold" nodeType="clickEffect">
                                  <p:stCondLst>
                                    <p:cond delay="0"/>
                                  </p:stCondLst>
                                  <p:childTnLst>
                                    <p:animEffect transition="out" filter="dissolve">
                                      <p:cBhvr>
                                        <p:cTn id="100" dur="500"/>
                                        <p:tgtEl>
                                          <p:spTgt spid="544"/>
                                        </p:tgtEl>
                                      </p:cBhvr>
                                    </p:animEffect>
                                    <p:set>
                                      <p:cBhvr>
                                        <p:cTn id="101" dur="1" fill="hold">
                                          <p:stCondLst>
                                            <p:cond delay="499"/>
                                          </p:stCondLst>
                                        </p:cTn>
                                        <p:tgtEl>
                                          <p:spTgt spid="544"/>
                                        </p:tgtEl>
                                        <p:attrNameLst>
                                          <p:attrName>style.visibility</p:attrName>
                                        </p:attrNameLst>
                                      </p:cBhvr>
                                      <p:to>
                                        <p:strVal val="hidden"/>
                                      </p:to>
                                    </p:set>
                                  </p:childTnLst>
                                </p:cTn>
                              </p:par>
                            </p:childTnLst>
                          </p:cTn>
                        </p:par>
                      </p:childTnLst>
                    </p:cTn>
                  </p:par>
                  <p:par>
                    <p:cTn id="102" fill="hold">
                      <p:stCondLst>
                        <p:cond delay="indefinite"/>
                      </p:stCondLst>
                      <p:childTnLst>
                        <p:par>
                          <p:cTn id="103" fill="hold">
                            <p:stCondLst>
                              <p:cond delay="0"/>
                            </p:stCondLst>
                            <p:childTnLst>
                              <p:par>
                                <p:cTn id="104" presetID="9" presetClass="entr" presetSubtype="0" fill="hold" grpId="0" nodeType="clickEffect">
                                  <p:stCondLst>
                                    <p:cond delay="0"/>
                                  </p:stCondLst>
                                  <p:childTnLst>
                                    <p:set>
                                      <p:cBhvr>
                                        <p:cTn id="105" dur="1" fill="hold">
                                          <p:stCondLst>
                                            <p:cond delay="0"/>
                                          </p:stCondLst>
                                        </p:cTn>
                                        <p:tgtEl>
                                          <p:spTgt spid="490"/>
                                        </p:tgtEl>
                                        <p:attrNameLst>
                                          <p:attrName>style.visibility</p:attrName>
                                        </p:attrNameLst>
                                      </p:cBhvr>
                                      <p:to>
                                        <p:strVal val="visible"/>
                                      </p:to>
                                    </p:set>
                                    <p:animEffect transition="in" filter="dissolve">
                                      <p:cBhvr>
                                        <p:cTn id="106" dur="1000"/>
                                        <p:tgtEl>
                                          <p:spTgt spid="490"/>
                                        </p:tgtEl>
                                      </p:cBhvr>
                                    </p:animEffect>
                                  </p:childTnLst>
                                </p:cTn>
                              </p:par>
                            </p:childTnLst>
                          </p:cTn>
                        </p:par>
                      </p:childTnLst>
                    </p:cTn>
                  </p:par>
                  <p:par>
                    <p:cTn id="107" fill="hold">
                      <p:stCondLst>
                        <p:cond delay="indefinite"/>
                      </p:stCondLst>
                      <p:childTnLst>
                        <p:par>
                          <p:cTn id="108" fill="hold">
                            <p:stCondLst>
                              <p:cond delay="0"/>
                            </p:stCondLst>
                            <p:childTnLst>
                              <p:par>
                                <p:cTn id="109" presetID="9" presetClass="entr" presetSubtype="0" fill="hold" nodeType="clickEffect">
                                  <p:stCondLst>
                                    <p:cond delay="0"/>
                                  </p:stCondLst>
                                  <p:childTnLst>
                                    <p:set>
                                      <p:cBhvr>
                                        <p:cTn id="110" dur="1" fill="hold">
                                          <p:stCondLst>
                                            <p:cond delay="0"/>
                                          </p:stCondLst>
                                        </p:cTn>
                                        <p:tgtEl>
                                          <p:spTgt spid="552"/>
                                        </p:tgtEl>
                                        <p:attrNameLst>
                                          <p:attrName>style.visibility</p:attrName>
                                        </p:attrNameLst>
                                      </p:cBhvr>
                                      <p:to>
                                        <p:strVal val="visible"/>
                                      </p:to>
                                    </p:set>
                                    <p:animEffect transition="in" filter="dissolve">
                                      <p:cBhvr>
                                        <p:cTn id="111" dur="1000"/>
                                        <p:tgtEl>
                                          <p:spTgt spid="552"/>
                                        </p:tgtEl>
                                      </p:cBhvr>
                                    </p:animEffect>
                                  </p:childTnLst>
                                </p:cTn>
                              </p:par>
                            </p:childTnLst>
                          </p:cTn>
                        </p:par>
                        <p:par>
                          <p:cTn id="112" fill="hold">
                            <p:stCondLst>
                              <p:cond delay="1000"/>
                            </p:stCondLst>
                            <p:childTnLst>
                              <p:par>
                                <p:cTn id="113" presetID="9" presetClass="entr" presetSubtype="0" fill="hold" grpId="0" nodeType="afterEffect">
                                  <p:stCondLst>
                                    <p:cond delay="0"/>
                                  </p:stCondLst>
                                  <p:childTnLst>
                                    <p:set>
                                      <p:cBhvr>
                                        <p:cTn id="114" dur="1" fill="hold">
                                          <p:stCondLst>
                                            <p:cond delay="0"/>
                                          </p:stCondLst>
                                        </p:cTn>
                                        <p:tgtEl>
                                          <p:spTgt spid="503"/>
                                        </p:tgtEl>
                                        <p:attrNameLst>
                                          <p:attrName>style.visibility</p:attrName>
                                        </p:attrNameLst>
                                      </p:cBhvr>
                                      <p:to>
                                        <p:strVal val="visible"/>
                                      </p:to>
                                    </p:set>
                                    <p:animEffect transition="in" filter="dissolve">
                                      <p:cBhvr>
                                        <p:cTn id="115" dur="500"/>
                                        <p:tgtEl>
                                          <p:spTgt spid="503"/>
                                        </p:tgtEl>
                                      </p:cBhvr>
                                    </p:animEffect>
                                  </p:childTnLst>
                                </p:cTn>
                              </p:par>
                            </p:childTnLst>
                          </p:cTn>
                        </p:par>
                      </p:childTnLst>
                    </p:cTn>
                  </p:par>
                  <p:par>
                    <p:cTn id="116" fill="hold">
                      <p:stCondLst>
                        <p:cond delay="indefinite"/>
                      </p:stCondLst>
                      <p:childTnLst>
                        <p:par>
                          <p:cTn id="117" fill="hold">
                            <p:stCondLst>
                              <p:cond delay="0"/>
                            </p:stCondLst>
                            <p:childTnLst>
                              <p:par>
                                <p:cTn id="118" presetID="9" presetClass="entr" presetSubtype="0" fill="hold" nodeType="clickEffect">
                                  <p:stCondLst>
                                    <p:cond delay="0"/>
                                  </p:stCondLst>
                                  <p:childTnLst>
                                    <p:set>
                                      <p:cBhvr>
                                        <p:cTn id="119" dur="1" fill="hold">
                                          <p:stCondLst>
                                            <p:cond delay="0"/>
                                          </p:stCondLst>
                                        </p:cTn>
                                        <p:tgtEl>
                                          <p:spTgt spid="562"/>
                                        </p:tgtEl>
                                        <p:attrNameLst>
                                          <p:attrName>style.visibility</p:attrName>
                                        </p:attrNameLst>
                                      </p:cBhvr>
                                      <p:to>
                                        <p:strVal val="visible"/>
                                      </p:to>
                                    </p:set>
                                    <p:animEffect transition="in" filter="dissolve">
                                      <p:cBhvr>
                                        <p:cTn id="120" dur="500"/>
                                        <p:tgtEl>
                                          <p:spTgt spid="5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0" grpId="0"/>
      <p:bldP spid="503" grpId="0"/>
      <p:bldP spid="504" grpId="0"/>
      <p:bldP spid="505" grpId="0"/>
      <p:bldP spid="506" grpId="0"/>
      <p:bldP spid="507" grpId="0"/>
      <p:bldP spid="53"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B27BFF1-5DCE-D642-8EFE-FACB1C97EEE0}"/>
              </a:ext>
            </a:extLst>
          </p:cNvPr>
          <p:cNvSpPr>
            <a:spLocks noGrp="1"/>
          </p:cNvSpPr>
          <p:nvPr>
            <p:ph type="title"/>
          </p:nvPr>
        </p:nvSpPr>
        <p:spPr>
          <a:xfrm>
            <a:off x="838199" y="354060"/>
            <a:ext cx="11179629" cy="894622"/>
          </a:xfrm>
        </p:spPr>
        <p:txBody>
          <a:bodyPr/>
          <a:lstStyle/>
          <a:p>
            <a:r>
              <a:rPr lang="en-US" b="0" dirty="0">
                <a:latin typeface="+mn-lt"/>
              </a:rPr>
              <a:t>Dijkstra’s algorithm: an example</a:t>
            </a:r>
          </a:p>
        </p:txBody>
      </p:sp>
      <p:sp>
        <p:nvSpPr>
          <p:cNvPr id="546" name="Slide Number Placeholder 4">
            <a:extLst>
              <a:ext uri="{FF2B5EF4-FFF2-40B4-BE49-F238E27FC236}">
                <a16:creationId xmlns:a16="http://schemas.microsoft.com/office/drawing/2014/main" id="{5DC8F37A-7230-5148-88D9-265AE5AD394E}"/>
              </a:ext>
            </a:extLst>
          </p:cNvPr>
          <p:cNvSpPr>
            <a:spLocks noGrp="1"/>
          </p:cNvSpPr>
          <p:nvPr>
            <p:ph type="sldNum" sz="quarter" idx="4"/>
          </p:nvPr>
        </p:nvSpPr>
        <p:spPr>
          <a:xfrm>
            <a:off x="9219616" y="6443089"/>
            <a:ext cx="2743200" cy="365125"/>
          </a:xfrm>
        </p:spPr>
        <p:txBody>
          <a:bodyPr/>
          <a:lstStyle/>
          <a:p>
            <a:pPr>
              <a:defRPr/>
            </a:pPr>
            <a:r>
              <a:rPr lang="en-US" dirty="0">
                <a:solidFill>
                  <a:prstClr val="white">
                    <a:lumMod val="50000"/>
                  </a:prstClr>
                </a:solidFill>
              </a:rPr>
              <a:t>Network Layer: 5-</a:t>
            </a:r>
            <a:fld id="{C4204591-24BD-A542-B9D5-F8D8A88D2FEE}" type="slidenum">
              <a:rPr lang="en-US" smtClean="0">
                <a:solidFill>
                  <a:prstClr val="white">
                    <a:lumMod val="50000"/>
                  </a:prstClr>
                </a:solidFill>
              </a:rPr>
              <a:pPr>
                <a:defRPr/>
              </a:pPr>
              <a:t>46</a:t>
            </a:fld>
            <a:endParaRPr lang="en-US" dirty="0">
              <a:solidFill>
                <a:prstClr val="white">
                  <a:lumMod val="50000"/>
                </a:prstClr>
              </a:solidFill>
            </a:endParaRPr>
          </a:p>
        </p:txBody>
      </p:sp>
      <p:grpSp>
        <p:nvGrpSpPr>
          <p:cNvPr id="259" name="Group 16">
            <a:extLst>
              <a:ext uri="{FF2B5EF4-FFF2-40B4-BE49-F238E27FC236}">
                <a16:creationId xmlns:a16="http://schemas.microsoft.com/office/drawing/2014/main" id="{F6D427A6-9405-2D4E-BC72-78E69E64A628}"/>
              </a:ext>
            </a:extLst>
          </p:cNvPr>
          <p:cNvGrpSpPr>
            <a:grpSpLocks/>
          </p:cNvGrpSpPr>
          <p:nvPr/>
        </p:nvGrpSpPr>
        <p:grpSpPr bwMode="auto">
          <a:xfrm>
            <a:off x="4237238" y="1377591"/>
            <a:ext cx="3571875" cy="2236788"/>
            <a:chOff x="3162" y="1071"/>
            <a:chExt cx="2250" cy="1409"/>
          </a:xfrm>
        </p:grpSpPr>
        <p:sp>
          <p:nvSpPr>
            <p:cNvPr id="260" name="Freeform 17">
              <a:extLst>
                <a:ext uri="{FF2B5EF4-FFF2-40B4-BE49-F238E27FC236}">
                  <a16:creationId xmlns:a16="http://schemas.microsoft.com/office/drawing/2014/main" id="{B59803F6-669E-C147-9AA7-07A510F23C39}"/>
                </a:ext>
              </a:extLst>
            </p:cNvPr>
            <p:cNvSpPr>
              <a:spLocks/>
            </p:cNvSpPr>
            <p:nvPr/>
          </p:nvSpPr>
          <p:spPr bwMode="auto">
            <a:xfrm>
              <a:off x="3162" y="1071"/>
              <a:ext cx="2250" cy="1409"/>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61" name="Freeform 18">
              <a:extLst>
                <a:ext uri="{FF2B5EF4-FFF2-40B4-BE49-F238E27FC236}">
                  <a16:creationId xmlns:a16="http://schemas.microsoft.com/office/drawing/2014/main" id="{4CE8143F-BB5D-1548-A2D1-0B3C05E2D172}"/>
                </a:ext>
              </a:extLst>
            </p:cNvPr>
            <p:cNvSpPr>
              <a:spLocks/>
            </p:cNvSpPr>
            <p:nvPr/>
          </p:nvSpPr>
          <p:spPr bwMode="auto">
            <a:xfrm>
              <a:off x="3498" y="1620"/>
              <a:ext cx="342" cy="186"/>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62" name="Oval 19">
              <a:extLst>
                <a:ext uri="{FF2B5EF4-FFF2-40B4-BE49-F238E27FC236}">
                  <a16:creationId xmlns:a16="http://schemas.microsoft.com/office/drawing/2014/main" id="{CB2328B2-500E-0643-881F-169F140BD4A3}"/>
                </a:ext>
              </a:extLst>
            </p:cNvPr>
            <p:cNvSpPr>
              <a:spLocks noChangeArrowheads="1"/>
            </p:cNvSpPr>
            <p:nvPr/>
          </p:nvSpPr>
          <p:spPr bwMode="auto">
            <a:xfrm>
              <a:off x="3238" y="1862"/>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63" name="Line 20">
              <a:extLst>
                <a:ext uri="{FF2B5EF4-FFF2-40B4-BE49-F238E27FC236}">
                  <a16:creationId xmlns:a16="http://schemas.microsoft.com/office/drawing/2014/main" id="{EC0FDC3E-2336-EF44-B445-144049FF3B49}"/>
                </a:ext>
              </a:extLst>
            </p:cNvPr>
            <p:cNvSpPr>
              <a:spLocks noChangeShapeType="1"/>
            </p:cNvSpPr>
            <p:nvPr/>
          </p:nvSpPr>
          <p:spPr bwMode="auto">
            <a:xfrm>
              <a:off x="3238" y="1855"/>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64" name="Line 21">
              <a:extLst>
                <a:ext uri="{FF2B5EF4-FFF2-40B4-BE49-F238E27FC236}">
                  <a16:creationId xmlns:a16="http://schemas.microsoft.com/office/drawing/2014/main" id="{07B5F04F-0C18-CE48-93A1-4B267BBE4FAF}"/>
                </a:ext>
              </a:extLst>
            </p:cNvPr>
            <p:cNvSpPr>
              <a:spLocks noChangeShapeType="1"/>
            </p:cNvSpPr>
            <p:nvPr/>
          </p:nvSpPr>
          <p:spPr bwMode="auto">
            <a:xfrm>
              <a:off x="3551" y="1855"/>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65" name="Rectangle 22">
              <a:extLst>
                <a:ext uri="{FF2B5EF4-FFF2-40B4-BE49-F238E27FC236}">
                  <a16:creationId xmlns:a16="http://schemas.microsoft.com/office/drawing/2014/main" id="{0C43506A-1E78-F54A-910F-D37EBC1EF67F}"/>
                </a:ext>
              </a:extLst>
            </p:cNvPr>
            <p:cNvSpPr>
              <a:spLocks noChangeArrowheads="1"/>
            </p:cNvSpPr>
            <p:nvPr/>
          </p:nvSpPr>
          <p:spPr bwMode="auto">
            <a:xfrm>
              <a:off x="3238" y="1855"/>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266" name="Oval 23">
              <a:extLst>
                <a:ext uri="{FF2B5EF4-FFF2-40B4-BE49-F238E27FC236}">
                  <a16:creationId xmlns:a16="http://schemas.microsoft.com/office/drawing/2014/main" id="{27A71FF2-F42F-2844-AC5E-37F186F80F5F}"/>
                </a:ext>
              </a:extLst>
            </p:cNvPr>
            <p:cNvSpPr>
              <a:spLocks noChangeArrowheads="1"/>
            </p:cNvSpPr>
            <p:nvPr/>
          </p:nvSpPr>
          <p:spPr bwMode="auto">
            <a:xfrm>
              <a:off x="3235" y="1796"/>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67" name="Oval 24">
              <a:extLst>
                <a:ext uri="{FF2B5EF4-FFF2-40B4-BE49-F238E27FC236}">
                  <a16:creationId xmlns:a16="http://schemas.microsoft.com/office/drawing/2014/main" id="{9C47D8B7-EC1D-C743-87B3-403B84D4AD21}"/>
                </a:ext>
              </a:extLst>
            </p:cNvPr>
            <p:cNvSpPr>
              <a:spLocks noChangeArrowheads="1"/>
            </p:cNvSpPr>
            <p:nvPr/>
          </p:nvSpPr>
          <p:spPr bwMode="auto">
            <a:xfrm>
              <a:off x="3712" y="2249"/>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68" name="Line 25">
              <a:extLst>
                <a:ext uri="{FF2B5EF4-FFF2-40B4-BE49-F238E27FC236}">
                  <a16:creationId xmlns:a16="http://schemas.microsoft.com/office/drawing/2014/main" id="{BEC31F1C-3B0C-3040-AD04-6FCA0D057A34}"/>
                </a:ext>
              </a:extLst>
            </p:cNvPr>
            <p:cNvSpPr>
              <a:spLocks noChangeShapeType="1"/>
            </p:cNvSpPr>
            <p:nvPr/>
          </p:nvSpPr>
          <p:spPr bwMode="auto">
            <a:xfrm>
              <a:off x="3712" y="2242"/>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69" name="Line 26">
              <a:extLst>
                <a:ext uri="{FF2B5EF4-FFF2-40B4-BE49-F238E27FC236}">
                  <a16:creationId xmlns:a16="http://schemas.microsoft.com/office/drawing/2014/main" id="{56212EB3-C962-DA44-8730-7936B2191ABD}"/>
                </a:ext>
              </a:extLst>
            </p:cNvPr>
            <p:cNvSpPr>
              <a:spLocks noChangeShapeType="1"/>
            </p:cNvSpPr>
            <p:nvPr/>
          </p:nvSpPr>
          <p:spPr bwMode="auto">
            <a:xfrm>
              <a:off x="4025" y="2242"/>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70" name="Rectangle 27">
              <a:extLst>
                <a:ext uri="{FF2B5EF4-FFF2-40B4-BE49-F238E27FC236}">
                  <a16:creationId xmlns:a16="http://schemas.microsoft.com/office/drawing/2014/main" id="{70DA0FF6-1A2B-FA4D-8CF4-CF4512C72289}"/>
                </a:ext>
              </a:extLst>
            </p:cNvPr>
            <p:cNvSpPr>
              <a:spLocks noChangeArrowheads="1"/>
            </p:cNvSpPr>
            <p:nvPr/>
          </p:nvSpPr>
          <p:spPr bwMode="auto">
            <a:xfrm>
              <a:off x="3712" y="2242"/>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271" name="Oval 28">
              <a:extLst>
                <a:ext uri="{FF2B5EF4-FFF2-40B4-BE49-F238E27FC236}">
                  <a16:creationId xmlns:a16="http://schemas.microsoft.com/office/drawing/2014/main" id="{91BA553D-89DC-1440-84C3-F0FFE0B7EE06}"/>
                </a:ext>
              </a:extLst>
            </p:cNvPr>
            <p:cNvSpPr>
              <a:spLocks noChangeArrowheads="1"/>
            </p:cNvSpPr>
            <p:nvPr/>
          </p:nvSpPr>
          <p:spPr bwMode="auto">
            <a:xfrm>
              <a:off x="3709" y="2183"/>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72" name="Oval 29">
              <a:extLst>
                <a:ext uri="{FF2B5EF4-FFF2-40B4-BE49-F238E27FC236}">
                  <a16:creationId xmlns:a16="http://schemas.microsoft.com/office/drawing/2014/main" id="{5F155988-DD8E-7949-85F9-F8B730D85581}"/>
                </a:ext>
              </a:extLst>
            </p:cNvPr>
            <p:cNvSpPr>
              <a:spLocks noChangeArrowheads="1"/>
            </p:cNvSpPr>
            <p:nvPr/>
          </p:nvSpPr>
          <p:spPr bwMode="auto">
            <a:xfrm>
              <a:off x="3708" y="1559"/>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73" name="Line 30">
              <a:extLst>
                <a:ext uri="{FF2B5EF4-FFF2-40B4-BE49-F238E27FC236}">
                  <a16:creationId xmlns:a16="http://schemas.microsoft.com/office/drawing/2014/main" id="{007AA526-21E2-1449-A457-DC487F6259BF}"/>
                </a:ext>
              </a:extLst>
            </p:cNvPr>
            <p:cNvSpPr>
              <a:spLocks noChangeShapeType="1"/>
            </p:cNvSpPr>
            <p:nvPr/>
          </p:nvSpPr>
          <p:spPr bwMode="auto">
            <a:xfrm>
              <a:off x="3708" y="1552"/>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74" name="Line 31">
              <a:extLst>
                <a:ext uri="{FF2B5EF4-FFF2-40B4-BE49-F238E27FC236}">
                  <a16:creationId xmlns:a16="http://schemas.microsoft.com/office/drawing/2014/main" id="{A7D6DEE1-2254-2340-92B2-4425F8E4149C}"/>
                </a:ext>
              </a:extLst>
            </p:cNvPr>
            <p:cNvSpPr>
              <a:spLocks noChangeShapeType="1"/>
            </p:cNvSpPr>
            <p:nvPr/>
          </p:nvSpPr>
          <p:spPr bwMode="auto">
            <a:xfrm>
              <a:off x="4021" y="1552"/>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75" name="Rectangle 32">
              <a:extLst>
                <a:ext uri="{FF2B5EF4-FFF2-40B4-BE49-F238E27FC236}">
                  <a16:creationId xmlns:a16="http://schemas.microsoft.com/office/drawing/2014/main" id="{CD0F76A8-F2F6-A040-A641-8C6DD2B4D0BA}"/>
                </a:ext>
              </a:extLst>
            </p:cNvPr>
            <p:cNvSpPr>
              <a:spLocks noChangeArrowheads="1"/>
            </p:cNvSpPr>
            <p:nvPr/>
          </p:nvSpPr>
          <p:spPr bwMode="auto">
            <a:xfrm>
              <a:off x="3708" y="1552"/>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359" name="Oval 33">
              <a:extLst>
                <a:ext uri="{FF2B5EF4-FFF2-40B4-BE49-F238E27FC236}">
                  <a16:creationId xmlns:a16="http://schemas.microsoft.com/office/drawing/2014/main" id="{021DFE64-FE6B-AF4B-A487-798FD40EE4E9}"/>
                </a:ext>
              </a:extLst>
            </p:cNvPr>
            <p:cNvSpPr>
              <a:spLocks noChangeArrowheads="1"/>
            </p:cNvSpPr>
            <p:nvPr/>
          </p:nvSpPr>
          <p:spPr bwMode="auto">
            <a:xfrm>
              <a:off x="3705" y="1493"/>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05" name="Oval 34">
              <a:extLst>
                <a:ext uri="{FF2B5EF4-FFF2-40B4-BE49-F238E27FC236}">
                  <a16:creationId xmlns:a16="http://schemas.microsoft.com/office/drawing/2014/main" id="{D7221543-9DA7-9C4F-BF64-841725D580D9}"/>
                </a:ext>
              </a:extLst>
            </p:cNvPr>
            <p:cNvSpPr>
              <a:spLocks noChangeArrowheads="1"/>
            </p:cNvSpPr>
            <p:nvPr/>
          </p:nvSpPr>
          <p:spPr bwMode="auto">
            <a:xfrm>
              <a:off x="4391" y="1555"/>
              <a:ext cx="312"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06" name="Line 35">
              <a:extLst>
                <a:ext uri="{FF2B5EF4-FFF2-40B4-BE49-F238E27FC236}">
                  <a16:creationId xmlns:a16="http://schemas.microsoft.com/office/drawing/2014/main" id="{3AA9DB23-022C-B843-ACB1-9CD5A8D48918}"/>
                </a:ext>
              </a:extLst>
            </p:cNvPr>
            <p:cNvSpPr>
              <a:spLocks noChangeShapeType="1"/>
            </p:cNvSpPr>
            <p:nvPr/>
          </p:nvSpPr>
          <p:spPr bwMode="auto">
            <a:xfrm>
              <a:off x="4391" y="1548"/>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07" name="Line 36">
              <a:extLst>
                <a:ext uri="{FF2B5EF4-FFF2-40B4-BE49-F238E27FC236}">
                  <a16:creationId xmlns:a16="http://schemas.microsoft.com/office/drawing/2014/main" id="{AAE6AF87-B018-8A44-81E6-B8267ADC39E9}"/>
                </a:ext>
              </a:extLst>
            </p:cNvPr>
            <p:cNvSpPr>
              <a:spLocks noChangeShapeType="1"/>
            </p:cNvSpPr>
            <p:nvPr/>
          </p:nvSpPr>
          <p:spPr bwMode="auto">
            <a:xfrm>
              <a:off x="4703" y="1548"/>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08" name="Rectangle 37">
              <a:extLst>
                <a:ext uri="{FF2B5EF4-FFF2-40B4-BE49-F238E27FC236}">
                  <a16:creationId xmlns:a16="http://schemas.microsoft.com/office/drawing/2014/main" id="{E486C5EC-F3AE-514D-8BFC-C15DDC7BC42F}"/>
                </a:ext>
              </a:extLst>
            </p:cNvPr>
            <p:cNvSpPr>
              <a:spLocks noChangeArrowheads="1"/>
            </p:cNvSpPr>
            <p:nvPr/>
          </p:nvSpPr>
          <p:spPr bwMode="auto">
            <a:xfrm>
              <a:off x="4391" y="1548"/>
              <a:ext cx="309"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413" name="Oval 38">
              <a:extLst>
                <a:ext uri="{FF2B5EF4-FFF2-40B4-BE49-F238E27FC236}">
                  <a16:creationId xmlns:a16="http://schemas.microsoft.com/office/drawing/2014/main" id="{D570042E-655B-9244-B2DE-DD6B84D18E36}"/>
                </a:ext>
              </a:extLst>
            </p:cNvPr>
            <p:cNvSpPr>
              <a:spLocks noChangeArrowheads="1"/>
            </p:cNvSpPr>
            <p:nvPr/>
          </p:nvSpPr>
          <p:spPr bwMode="auto">
            <a:xfrm>
              <a:off x="4394" y="1492"/>
              <a:ext cx="312"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14" name="Oval 39">
              <a:extLst>
                <a:ext uri="{FF2B5EF4-FFF2-40B4-BE49-F238E27FC236}">
                  <a16:creationId xmlns:a16="http://schemas.microsoft.com/office/drawing/2014/main" id="{209FDC48-A133-7C43-A4F4-AEC33B2394DC}"/>
                </a:ext>
              </a:extLst>
            </p:cNvPr>
            <p:cNvSpPr>
              <a:spLocks noChangeArrowheads="1"/>
            </p:cNvSpPr>
            <p:nvPr/>
          </p:nvSpPr>
          <p:spPr bwMode="auto">
            <a:xfrm>
              <a:off x="4401" y="2246"/>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15" name="Line 40">
              <a:extLst>
                <a:ext uri="{FF2B5EF4-FFF2-40B4-BE49-F238E27FC236}">
                  <a16:creationId xmlns:a16="http://schemas.microsoft.com/office/drawing/2014/main" id="{6C737D5E-249D-704B-8624-06BC6AF83FC8}"/>
                </a:ext>
              </a:extLst>
            </p:cNvPr>
            <p:cNvSpPr>
              <a:spLocks noChangeShapeType="1"/>
            </p:cNvSpPr>
            <p:nvPr/>
          </p:nvSpPr>
          <p:spPr bwMode="auto">
            <a:xfrm>
              <a:off x="4401" y="2239"/>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16" name="Line 41">
              <a:extLst>
                <a:ext uri="{FF2B5EF4-FFF2-40B4-BE49-F238E27FC236}">
                  <a16:creationId xmlns:a16="http://schemas.microsoft.com/office/drawing/2014/main" id="{2BB65E91-5543-2A4A-83D1-AF4BD2A561BA}"/>
                </a:ext>
              </a:extLst>
            </p:cNvPr>
            <p:cNvSpPr>
              <a:spLocks noChangeShapeType="1"/>
            </p:cNvSpPr>
            <p:nvPr/>
          </p:nvSpPr>
          <p:spPr bwMode="auto">
            <a:xfrm>
              <a:off x="4714" y="2239"/>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17" name="Rectangle 42">
              <a:extLst>
                <a:ext uri="{FF2B5EF4-FFF2-40B4-BE49-F238E27FC236}">
                  <a16:creationId xmlns:a16="http://schemas.microsoft.com/office/drawing/2014/main" id="{31754303-C1B0-564A-BC8B-D1994E2260A3}"/>
                </a:ext>
              </a:extLst>
            </p:cNvPr>
            <p:cNvSpPr>
              <a:spLocks noChangeArrowheads="1"/>
            </p:cNvSpPr>
            <p:nvPr/>
          </p:nvSpPr>
          <p:spPr bwMode="auto">
            <a:xfrm>
              <a:off x="4401" y="2239"/>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418" name="Oval 43">
              <a:extLst>
                <a:ext uri="{FF2B5EF4-FFF2-40B4-BE49-F238E27FC236}">
                  <a16:creationId xmlns:a16="http://schemas.microsoft.com/office/drawing/2014/main" id="{5EBC6ED3-D791-D849-8DF4-6EEC31DF9218}"/>
                </a:ext>
              </a:extLst>
            </p:cNvPr>
            <p:cNvSpPr>
              <a:spLocks noChangeArrowheads="1"/>
            </p:cNvSpPr>
            <p:nvPr/>
          </p:nvSpPr>
          <p:spPr bwMode="auto">
            <a:xfrm>
              <a:off x="4398" y="2180"/>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19" name="Oval 44">
              <a:extLst>
                <a:ext uri="{FF2B5EF4-FFF2-40B4-BE49-F238E27FC236}">
                  <a16:creationId xmlns:a16="http://schemas.microsoft.com/office/drawing/2014/main" id="{69D4B18F-1B3D-AA47-B609-E5E0116A4B8C}"/>
                </a:ext>
              </a:extLst>
            </p:cNvPr>
            <p:cNvSpPr>
              <a:spLocks noChangeArrowheads="1"/>
            </p:cNvSpPr>
            <p:nvPr/>
          </p:nvSpPr>
          <p:spPr bwMode="auto">
            <a:xfrm>
              <a:off x="4966" y="1905"/>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23" name="Line 45">
              <a:extLst>
                <a:ext uri="{FF2B5EF4-FFF2-40B4-BE49-F238E27FC236}">
                  <a16:creationId xmlns:a16="http://schemas.microsoft.com/office/drawing/2014/main" id="{6B623BCC-754E-AD43-A91B-5BE9046197D9}"/>
                </a:ext>
              </a:extLst>
            </p:cNvPr>
            <p:cNvSpPr>
              <a:spLocks noChangeShapeType="1"/>
            </p:cNvSpPr>
            <p:nvPr/>
          </p:nvSpPr>
          <p:spPr bwMode="auto">
            <a:xfrm>
              <a:off x="4966" y="1898"/>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25" name="Line 46">
              <a:extLst>
                <a:ext uri="{FF2B5EF4-FFF2-40B4-BE49-F238E27FC236}">
                  <a16:creationId xmlns:a16="http://schemas.microsoft.com/office/drawing/2014/main" id="{70C54C4E-9E9A-CB4F-9BAD-759F10AB73D6}"/>
                </a:ext>
              </a:extLst>
            </p:cNvPr>
            <p:cNvSpPr>
              <a:spLocks noChangeShapeType="1"/>
            </p:cNvSpPr>
            <p:nvPr/>
          </p:nvSpPr>
          <p:spPr bwMode="auto">
            <a:xfrm>
              <a:off x="5279" y="1898"/>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27" name="Rectangle 47">
              <a:extLst>
                <a:ext uri="{FF2B5EF4-FFF2-40B4-BE49-F238E27FC236}">
                  <a16:creationId xmlns:a16="http://schemas.microsoft.com/office/drawing/2014/main" id="{48B02502-224F-614A-AF74-CA45B87B4FC2}"/>
                </a:ext>
              </a:extLst>
            </p:cNvPr>
            <p:cNvSpPr>
              <a:spLocks noChangeArrowheads="1"/>
            </p:cNvSpPr>
            <p:nvPr/>
          </p:nvSpPr>
          <p:spPr bwMode="auto">
            <a:xfrm>
              <a:off x="4966" y="1898"/>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432" name="Oval 48">
              <a:extLst>
                <a:ext uri="{FF2B5EF4-FFF2-40B4-BE49-F238E27FC236}">
                  <a16:creationId xmlns:a16="http://schemas.microsoft.com/office/drawing/2014/main" id="{1CBE76C4-29B1-DF47-8C80-E056EC01FEE0}"/>
                </a:ext>
              </a:extLst>
            </p:cNvPr>
            <p:cNvSpPr>
              <a:spLocks noChangeArrowheads="1"/>
            </p:cNvSpPr>
            <p:nvPr/>
          </p:nvSpPr>
          <p:spPr bwMode="auto">
            <a:xfrm>
              <a:off x="4963" y="1839"/>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33" name="Freeform 49">
              <a:extLst>
                <a:ext uri="{FF2B5EF4-FFF2-40B4-BE49-F238E27FC236}">
                  <a16:creationId xmlns:a16="http://schemas.microsoft.com/office/drawing/2014/main" id="{F7C58F3A-0B59-CE40-8968-EFD5B03D593E}"/>
                </a:ext>
              </a:extLst>
            </p:cNvPr>
            <p:cNvSpPr>
              <a:spLocks/>
            </p:cNvSpPr>
            <p:nvPr/>
          </p:nvSpPr>
          <p:spPr bwMode="auto">
            <a:xfrm>
              <a:off x="4557" y="1647"/>
              <a:ext cx="1" cy="522"/>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38" name="Freeform 50">
              <a:extLst>
                <a:ext uri="{FF2B5EF4-FFF2-40B4-BE49-F238E27FC236}">
                  <a16:creationId xmlns:a16="http://schemas.microsoft.com/office/drawing/2014/main" id="{5CA0B20D-583A-724F-8F77-3D2EE0DD0137}"/>
                </a:ext>
              </a:extLst>
            </p:cNvPr>
            <p:cNvSpPr>
              <a:spLocks/>
            </p:cNvSpPr>
            <p:nvPr/>
          </p:nvSpPr>
          <p:spPr bwMode="auto">
            <a:xfrm>
              <a:off x="3864" y="1653"/>
              <a:ext cx="1" cy="53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43" name="Freeform 51">
              <a:extLst>
                <a:ext uri="{FF2B5EF4-FFF2-40B4-BE49-F238E27FC236}">
                  <a16:creationId xmlns:a16="http://schemas.microsoft.com/office/drawing/2014/main" id="{F9705D5A-4067-4E46-97EF-A4A7592F8062}"/>
                </a:ext>
              </a:extLst>
            </p:cNvPr>
            <p:cNvSpPr>
              <a:spLocks/>
            </p:cNvSpPr>
            <p:nvPr/>
          </p:nvSpPr>
          <p:spPr bwMode="auto">
            <a:xfrm>
              <a:off x="4029" y="1638"/>
              <a:ext cx="504" cy="600"/>
            </a:xfrm>
            <a:custGeom>
              <a:avLst/>
              <a:gdLst>
                <a:gd name="T0" fmla="*/ 0 w 378"/>
                <a:gd name="T1" fmla="*/ 11993521 h 174"/>
                <a:gd name="T2" fmla="*/ 5035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44" name="Freeform 52">
              <a:extLst>
                <a:ext uri="{FF2B5EF4-FFF2-40B4-BE49-F238E27FC236}">
                  <a16:creationId xmlns:a16="http://schemas.microsoft.com/office/drawing/2014/main" id="{22C3BA86-2C31-C244-BCC8-F79B83E99BAE}"/>
                </a:ext>
              </a:extLst>
            </p:cNvPr>
            <p:cNvSpPr>
              <a:spLocks/>
            </p:cNvSpPr>
            <p:nvPr/>
          </p:nvSpPr>
          <p:spPr bwMode="auto">
            <a:xfrm>
              <a:off x="4716" y="1986"/>
              <a:ext cx="366" cy="270"/>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45" name="Freeform 53">
              <a:extLst>
                <a:ext uri="{FF2B5EF4-FFF2-40B4-BE49-F238E27FC236}">
                  <a16:creationId xmlns:a16="http://schemas.microsoft.com/office/drawing/2014/main" id="{36BA8254-18D7-D841-8B10-CF1677FF4B4C}"/>
                </a:ext>
              </a:extLst>
            </p:cNvPr>
            <p:cNvSpPr>
              <a:spLocks/>
            </p:cNvSpPr>
            <p:nvPr/>
          </p:nvSpPr>
          <p:spPr bwMode="auto">
            <a:xfrm>
              <a:off x="4035" y="226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46" name="Freeform 54">
              <a:extLst>
                <a:ext uri="{FF2B5EF4-FFF2-40B4-BE49-F238E27FC236}">
                  <a16:creationId xmlns:a16="http://schemas.microsoft.com/office/drawing/2014/main" id="{FDD9D6F7-B6B7-8C4F-B4CD-8A42B44DA874}"/>
                </a:ext>
              </a:extLst>
            </p:cNvPr>
            <p:cNvSpPr>
              <a:spLocks/>
            </p:cNvSpPr>
            <p:nvPr/>
          </p:nvSpPr>
          <p:spPr bwMode="auto">
            <a:xfrm>
              <a:off x="3444" y="1944"/>
              <a:ext cx="276" cy="264"/>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47" name="Freeform 55">
              <a:extLst>
                <a:ext uri="{FF2B5EF4-FFF2-40B4-BE49-F238E27FC236}">
                  <a16:creationId xmlns:a16="http://schemas.microsoft.com/office/drawing/2014/main" id="{0EEE8685-1A2C-124B-AEBC-CE60F95275A6}"/>
                </a:ext>
              </a:extLst>
            </p:cNvPr>
            <p:cNvSpPr>
              <a:spLocks/>
            </p:cNvSpPr>
            <p:nvPr/>
          </p:nvSpPr>
          <p:spPr bwMode="auto">
            <a:xfrm>
              <a:off x="4029" y="157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48" name="Freeform 56">
              <a:extLst>
                <a:ext uri="{FF2B5EF4-FFF2-40B4-BE49-F238E27FC236}">
                  <a16:creationId xmlns:a16="http://schemas.microsoft.com/office/drawing/2014/main" id="{CDFCCD1A-99F5-3248-A9D4-80A4A3508E86}"/>
                </a:ext>
              </a:extLst>
            </p:cNvPr>
            <p:cNvSpPr>
              <a:spLocks/>
            </p:cNvSpPr>
            <p:nvPr/>
          </p:nvSpPr>
          <p:spPr bwMode="auto">
            <a:xfrm>
              <a:off x="4704" y="1575"/>
              <a:ext cx="396" cy="267"/>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49" name="Freeform 57">
              <a:extLst>
                <a:ext uri="{FF2B5EF4-FFF2-40B4-BE49-F238E27FC236}">
                  <a16:creationId xmlns:a16="http://schemas.microsoft.com/office/drawing/2014/main" id="{8158BEB1-D7DD-304F-93D8-B63A3B9F79D7}"/>
                </a:ext>
              </a:extLst>
            </p:cNvPr>
            <p:cNvSpPr>
              <a:spLocks/>
            </p:cNvSpPr>
            <p:nvPr/>
          </p:nvSpPr>
          <p:spPr bwMode="auto">
            <a:xfrm>
              <a:off x="3387" y="1146"/>
              <a:ext cx="1110" cy="645"/>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450" name="Group 58">
              <a:extLst>
                <a:ext uri="{FF2B5EF4-FFF2-40B4-BE49-F238E27FC236}">
                  <a16:creationId xmlns:a16="http://schemas.microsoft.com/office/drawing/2014/main" id="{5708D0AB-39B8-5F4D-964A-583102F20F6D}"/>
                </a:ext>
              </a:extLst>
            </p:cNvPr>
            <p:cNvGrpSpPr>
              <a:grpSpLocks/>
            </p:cNvGrpSpPr>
            <p:nvPr/>
          </p:nvGrpSpPr>
          <p:grpSpPr bwMode="auto">
            <a:xfrm>
              <a:off x="3287" y="1744"/>
              <a:ext cx="205" cy="250"/>
              <a:chOff x="2954" y="2425"/>
              <a:chExt cx="208" cy="250"/>
            </a:xfrm>
          </p:grpSpPr>
          <p:sp>
            <p:nvSpPr>
              <p:cNvPr id="476" name="Rectangle 59">
                <a:extLst>
                  <a:ext uri="{FF2B5EF4-FFF2-40B4-BE49-F238E27FC236}">
                    <a16:creationId xmlns:a16="http://schemas.microsoft.com/office/drawing/2014/main" id="{698B8676-76A7-4C47-8D65-7AD44E1F849C}"/>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77" name="Text Box 60">
                <a:extLst>
                  <a:ext uri="{FF2B5EF4-FFF2-40B4-BE49-F238E27FC236}">
                    <a16:creationId xmlns:a16="http://schemas.microsoft.com/office/drawing/2014/main" id="{5163CA4B-303D-0E4C-B36C-0EB9193499CB}"/>
                  </a:ext>
                </a:extLst>
              </p:cNvPr>
              <p:cNvSpPr txBox="1">
                <a:spLocks noChangeArrowheads="1"/>
              </p:cNvSpPr>
              <p:nvPr/>
            </p:nvSpPr>
            <p:spPr bwMode="auto">
              <a:xfrm>
                <a:off x="2954" y="2425"/>
                <a:ext cx="20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u</a:t>
                </a:r>
                <a:endParaRPr lang="en-US" kern="0" dirty="0">
                  <a:solidFill>
                    <a:srgbClr val="000000"/>
                  </a:solidFill>
                </a:endParaRPr>
              </a:p>
            </p:txBody>
          </p:sp>
        </p:grpSp>
        <p:grpSp>
          <p:nvGrpSpPr>
            <p:cNvPr id="451" name="Group 61">
              <a:extLst>
                <a:ext uri="{FF2B5EF4-FFF2-40B4-BE49-F238E27FC236}">
                  <a16:creationId xmlns:a16="http://schemas.microsoft.com/office/drawing/2014/main" id="{22504589-6EDA-CD46-9F6D-B4E53859C7BB}"/>
                </a:ext>
              </a:extLst>
            </p:cNvPr>
            <p:cNvGrpSpPr>
              <a:grpSpLocks/>
            </p:cNvGrpSpPr>
            <p:nvPr/>
          </p:nvGrpSpPr>
          <p:grpSpPr bwMode="auto">
            <a:xfrm>
              <a:off x="4461" y="2128"/>
              <a:ext cx="196" cy="250"/>
              <a:chOff x="2958" y="2425"/>
              <a:chExt cx="199" cy="250"/>
            </a:xfrm>
          </p:grpSpPr>
          <p:sp>
            <p:nvSpPr>
              <p:cNvPr id="474" name="Rectangle 62">
                <a:extLst>
                  <a:ext uri="{FF2B5EF4-FFF2-40B4-BE49-F238E27FC236}">
                    <a16:creationId xmlns:a16="http://schemas.microsoft.com/office/drawing/2014/main" id="{B5EB60BB-0E5E-C14B-B24B-878829D35E80}"/>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75" name="Text Box 63">
                <a:extLst>
                  <a:ext uri="{FF2B5EF4-FFF2-40B4-BE49-F238E27FC236}">
                    <a16:creationId xmlns:a16="http://schemas.microsoft.com/office/drawing/2014/main" id="{AC01CA65-68FA-E340-BE13-4C47DBA310D1}"/>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y</a:t>
                </a:r>
                <a:endParaRPr lang="en-US" kern="0" dirty="0">
                  <a:solidFill>
                    <a:srgbClr val="000000"/>
                  </a:solidFill>
                </a:endParaRPr>
              </a:p>
            </p:txBody>
          </p:sp>
        </p:grpSp>
        <p:grpSp>
          <p:nvGrpSpPr>
            <p:cNvPr id="452" name="Group 64">
              <a:extLst>
                <a:ext uri="{FF2B5EF4-FFF2-40B4-BE49-F238E27FC236}">
                  <a16:creationId xmlns:a16="http://schemas.microsoft.com/office/drawing/2014/main" id="{7E66326C-FC5C-CB48-9635-4D30ECB15D8D}"/>
                </a:ext>
              </a:extLst>
            </p:cNvPr>
            <p:cNvGrpSpPr>
              <a:grpSpLocks/>
            </p:cNvGrpSpPr>
            <p:nvPr/>
          </p:nvGrpSpPr>
          <p:grpSpPr bwMode="auto">
            <a:xfrm>
              <a:off x="3772" y="2095"/>
              <a:ext cx="212" cy="288"/>
              <a:chOff x="2951" y="2395"/>
              <a:chExt cx="213" cy="288"/>
            </a:xfrm>
          </p:grpSpPr>
          <p:sp>
            <p:nvSpPr>
              <p:cNvPr id="472" name="Rectangle 65">
                <a:extLst>
                  <a:ext uri="{FF2B5EF4-FFF2-40B4-BE49-F238E27FC236}">
                    <a16:creationId xmlns:a16="http://schemas.microsoft.com/office/drawing/2014/main" id="{6BF35853-D616-6B43-8985-14AABE1F7525}"/>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73" name="Text Box 66">
                <a:extLst>
                  <a:ext uri="{FF2B5EF4-FFF2-40B4-BE49-F238E27FC236}">
                    <a16:creationId xmlns:a16="http://schemas.microsoft.com/office/drawing/2014/main" id="{3282D7A0-A2E9-7F4B-A22E-01546569C593}"/>
                  </a:ext>
                </a:extLst>
              </p:cNvPr>
              <p:cNvSpPr txBox="1">
                <a:spLocks noChangeArrowheads="1"/>
              </p:cNvSpPr>
              <p:nvPr/>
            </p:nvSpPr>
            <p:spPr bwMode="auto">
              <a:xfrm>
                <a:off x="2951" y="2395"/>
                <a:ext cx="21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kern="0" dirty="0">
                    <a:solidFill>
                      <a:srgbClr val="000000"/>
                    </a:solidFill>
                  </a:rPr>
                  <a:t>x</a:t>
                </a:r>
              </a:p>
            </p:txBody>
          </p:sp>
        </p:grpSp>
        <p:grpSp>
          <p:nvGrpSpPr>
            <p:cNvPr id="453" name="Group 67">
              <a:extLst>
                <a:ext uri="{FF2B5EF4-FFF2-40B4-BE49-F238E27FC236}">
                  <a16:creationId xmlns:a16="http://schemas.microsoft.com/office/drawing/2014/main" id="{3104BBAE-4F76-E649-85DB-F84D22362B81}"/>
                </a:ext>
              </a:extLst>
            </p:cNvPr>
            <p:cNvGrpSpPr>
              <a:grpSpLocks/>
            </p:cNvGrpSpPr>
            <p:nvPr/>
          </p:nvGrpSpPr>
          <p:grpSpPr bwMode="auto">
            <a:xfrm>
              <a:off x="4438" y="1438"/>
              <a:ext cx="232" cy="250"/>
              <a:chOff x="2941" y="2425"/>
              <a:chExt cx="235" cy="250"/>
            </a:xfrm>
          </p:grpSpPr>
          <p:sp>
            <p:nvSpPr>
              <p:cNvPr id="470" name="Rectangle 68">
                <a:extLst>
                  <a:ext uri="{FF2B5EF4-FFF2-40B4-BE49-F238E27FC236}">
                    <a16:creationId xmlns:a16="http://schemas.microsoft.com/office/drawing/2014/main" id="{0CEE42FC-526E-AB47-8798-637A6484857F}"/>
                  </a:ext>
                </a:extLst>
              </p:cNvPr>
              <p:cNvSpPr>
                <a:spLocks noChangeArrowheads="1"/>
              </p:cNvSpPr>
              <p:nvPr/>
            </p:nvSpPr>
            <p:spPr bwMode="auto">
              <a:xfrm>
                <a:off x="2982" y="2490"/>
                <a:ext cx="146"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71" name="Text Box 69">
                <a:extLst>
                  <a:ext uri="{FF2B5EF4-FFF2-40B4-BE49-F238E27FC236}">
                    <a16:creationId xmlns:a16="http://schemas.microsoft.com/office/drawing/2014/main" id="{BD20AA39-4C83-B348-A22B-DC09D5E67986}"/>
                  </a:ext>
                </a:extLst>
              </p:cNvPr>
              <p:cNvSpPr txBox="1">
                <a:spLocks noChangeArrowheads="1"/>
              </p:cNvSpPr>
              <p:nvPr/>
            </p:nvSpPr>
            <p:spPr bwMode="auto">
              <a:xfrm>
                <a:off x="2941" y="2425"/>
                <a:ext cx="23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w</a:t>
                </a:r>
                <a:endParaRPr lang="en-US" kern="0" dirty="0">
                  <a:solidFill>
                    <a:srgbClr val="000000"/>
                  </a:solidFill>
                </a:endParaRPr>
              </a:p>
            </p:txBody>
          </p:sp>
        </p:grpSp>
        <p:grpSp>
          <p:nvGrpSpPr>
            <p:cNvPr id="454" name="Group 70">
              <a:extLst>
                <a:ext uri="{FF2B5EF4-FFF2-40B4-BE49-F238E27FC236}">
                  <a16:creationId xmlns:a16="http://schemas.microsoft.com/office/drawing/2014/main" id="{76A8AB1F-2271-4C40-97FF-558125D0E3D2}"/>
                </a:ext>
              </a:extLst>
            </p:cNvPr>
            <p:cNvGrpSpPr>
              <a:grpSpLocks/>
            </p:cNvGrpSpPr>
            <p:nvPr/>
          </p:nvGrpSpPr>
          <p:grpSpPr bwMode="auto">
            <a:xfrm>
              <a:off x="3771" y="1438"/>
              <a:ext cx="196" cy="250"/>
              <a:chOff x="2958" y="2425"/>
              <a:chExt cx="199" cy="250"/>
            </a:xfrm>
          </p:grpSpPr>
          <p:sp>
            <p:nvSpPr>
              <p:cNvPr id="468" name="Rectangle 71">
                <a:extLst>
                  <a:ext uri="{FF2B5EF4-FFF2-40B4-BE49-F238E27FC236}">
                    <a16:creationId xmlns:a16="http://schemas.microsoft.com/office/drawing/2014/main" id="{8A1243C8-B070-1144-AFC1-660A0D476384}"/>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69" name="Text Box 72">
                <a:extLst>
                  <a:ext uri="{FF2B5EF4-FFF2-40B4-BE49-F238E27FC236}">
                    <a16:creationId xmlns:a16="http://schemas.microsoft.com/office/drawing/2014/main" id="{0A633A5D-CB9F-9D4A-9828-FA8DAB76D822}"/>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v</a:t>
                </a:r>
                <a:endParaRPr lang="en-US" kern="0" dirty="0">
                  <a:solidFill>
                    <a:srgbClr val="000000"/>
                  </a:solidFill>
                </a:endParaRPr>
              </a:p>
            </p:txBody>
          </p:sp>
        </p:grpSp>
        <p:grpSp>
          <p:nvGrpSpPr>
            <p:cNvPr id="455" name="Group 73">
              <a:extLst>
                <a:ext uri="{FF2B5EF4-FFF2-40B4-BE49-F238E27FC236}">
                  <a16:creationId xmlns:a16="http://schemas.microsoft.com/office/drawing/2014/main" id="{1F39B98B-5A5F-9A45-8998-1BA51D5362D8}"/>
                </a:ext>
              </a:extLst>
            </p:cNvPr>
            <p:cNvGrpSpPr>
              <a:grpSpLocks/>
            </p:cNvGrpSpPr>
            <p:nvPr/>
          </p:nvGrpSpPr>
          <p:grpSpPr bwMode="auto">
            <a:xfrm>
              <a:off x="5025" y="1756"/>
              <a:ext cx="212" cy="288"/>
              <a:chOff x="2949" y="2395"/>
              <a:chExt cx="214" cy="288"/>
            </a:xfrm>
          </p:grpSpPr>
          <p:sp>
            <p:nvSpPr>
              <p:cNvPr id="466" name="Rectangle 74">
                <a:extLst>
                  <a:ext uri="{FF2B5EF4-FFF2-40B4-BE49-F238E27FC236}">
                    <a16:creationId xmlns:a16="http://schemas.microsoft.com/office/drawing/2014/main" id="{6D133BDC-CBD5-E04A-956A-CB070C46E616}"/>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467" name="Text Box 75">
                <a:extLst>
                  <a:ext uri="{FF2B5EF4-FFF2-40B4-BE49-F238E27FC236}">
                    <a16:creationId xmlns:a16="http://schemas.microsoft.com/office/drawing/2014/main" id="{E22274D1-6BF0-6F4F-AA7F-923617C44471}"/>
                  </a:ext>
                </a:extLst>
              </p:cNvPr>
              <p:cNvSpPr txBox="1">
                <a:spLocks noChangeArrowheads="1"/>
              </p:cNvSpPr>
              <p:nvPr/>
            </p:nvSpPr>
            <p:spPr bwMode="auto">
              <a:xfrm>
                <a:off x="2949" y="2395"/>
                <a:ext cx="21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kern="0" dirty="0">
                    <a:solidFill>
                      <a:srgbClr val="000000"/>
                    </a:solidFill>
                  </a:rPr>
                  <a:t>z</a:t>
                </a:r>
              </a:p>
            </p:txBody>
          </p:sp>
        </p:grpSp>
        <p:sp>
          <p:nvSpPr>
            <p:cNvPr id="456" name="Text Box 76">
              <a:extLst>
                <a:ext uri="{FF2B5EF4-FFF2-40B4-BE49-F238E27FC236}">
                  <a16:creationId xmlns:a16="http://schemas.microsoft.com/office/drawing/2014/main" id="{E87F994C-88BC-7843-84FF-C20876A28AD3}"/>
                </a:ext>
              </a:extLst>
            </p:cNvPr>
            <p:cNvSpPr txBox="1">
              <a:spLocks noChangeArrowheads="1"/>
            </p:cNvSpPr>
            <p:nvPr/>
          </p:nvSpPr>
          <p:spPr bwMode="auto">
            <a:xfrm>
              <a:off x="3493" y="1568"/>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2</a:t>
              </a:r>
              <a:endParaRPr lang="en-US" kern="0" dirty="0">
                <a:solidFill>
                  <a:srgbClr val="000000"/>
                </a:solidFill>
              </a:endParaRPr>
            </a:p>
          </p:txBody>
        </p:sp>
        <p:sp>
          <p:nvSpPr>
            <p:cNvPr id="457" name="Text Box 77">
              <a:extLst>
                <a:ext uri="{FF2B5EF4-FFF2-40B4-BE49-F238E27FC236}">
                  <a16:creationId xmlns:a16="http://schemas.microsoft.com/office/drawing/2014/main" id="{D6E661FA-C756-184B-8F8C-454F6D2F20C6}"/>
                </a:ext>
              </a:extLst>
            </p:cNvPr>
            <p:cNvSpPr txBox="1">
              <a:spLocks noChangeArrowheads="1"/>
            </p:cNvSpPr>
            <p:nvPr/>
          </p:nvSpPr>
          <p:spPr bwMode="auto">
            <a:xfrm>
              <a:off x="3841" y="1787"/>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2</a:t>
              </a:r>
              <a:endParaRPr lang="en-US" kern="0" dirty="0">
                <a:solidFill>
                  <a:srgbClr val="000000"/>
                </a:solidFill>
              </a:endParaRPr>
            </a:p>
          </p:txBody>
        </p:sp>
        <p:sp>
          <p:nvSpPr>
            <p:cNvPr id="458" name="Text Box 78">
              <a:extLst>
                <a:ext uri="{FF2B5EF4-FFF2-40B4-BE49-F238E27FC236}">
                  <a16:creationId xmlns:a16="http://schemas.microsoft.com/office/drawing/2014/main" id="{7AAD1753-0153-BE49-9A5A-86A6144677D4}"/>
                </a:ext>
              </a:extLst>
            </p:cNvPr>
            <p:cNvSpPr txBox="1">
              <a:spLocks noChangeArrowheads="1"/>
            </p:cNvSpPr>
            <p:nvPr/>
          </p:nvSpPr>
          <p:spPr bwMode="auto">
            <a:xfrm>
              <a:off x="3406" y="20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1</a:t>
              </a:r>
              <a:endParaRPr lang="en-US" kern="0" dirty="0">
                <a:solidFill>
                  <a:srgbClr val="000000"/>
                </a:solidFill>
              </a:endParaRPr>
            </a:p>
          </p:txBody>
        </p:sp>
        <p:sp>
          <p:nvSpPr>
            <p:cNvPr id="459" name="Text Box 79">
              <a:extLst>
                <a:ext uri="{FF2B5EF4-FFF2-40B4-BE49-F238E27FC236}">
                  <a16:creationId xmlns:a16="http://schemas.microsoft.com/office/drawing/2014/main" id="{CE9F4FB6-1319-824C-8EE6-E829F9B81392}"/>
                </a:ext>
              </a:extLst>
            </p:cNvPr>
            <p:cNvSpPr txBox="1">
              <a:spLocks noChangeArrowheads="1"/>
            </p:cNvSpPr>
            <p:nvPr/>
          </p:nvSpPr>
          <p:spPr bwMode="auto">
            <a:xfrm>
              <a:off x="4225" y="188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3</a:t>
              </a:r>
              <a:endParaRPr lang="en-US" kern="0" dirty="0">
                <a:solidFill>
                  <a:srgbClr val="000000"/>
                </a:solidFill>
              </a:endParaRPr>
            </a:p>
          </p:txBody>
        </p:sp>
        <p:sp>
          <p:nvSpPr>
            <p:cNvPr id="460" name="Text Box 80">
              <a:extLst>
                <a:ext uri="{FF2B5EF4-FFF2-40B4-BE49-F238E27FC236}">
                  <a16:creationId xmlns:a16="http://schemas.microsoft.com/office/drawing/2014/main" id="{C479D34B-E495-6941-B1B8-7C27A07FA48D}"/>
                </a:ext>
              </a:extLst>
            </p:cNvPr>
            <p:cNvSpPr txBox="1">
              <a:spLocks noChangeArrowheads="1"/>
            </p:cNvSpPr>
            <p:nvPr/>
          </p:nvSpPr>
          <p:spPr bwMode="auto">
            <a:xfrm>
              <a:off x="4162" y="2234"/>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1</a:t>
              </a:r>
              <a:endParaRPr lang="en-US" kern="0" dirty="0">
                <a:solidFill>
                  <a:srgbClr val="000000"/>
                </a:solidFill>
              </a:endParaRPr>
            </a:p>
          </p:txBody>
        </p:sp>
        <p:sp>
          <p:nvSpPr>
            <p:cNvPr id="461" name="Text Box 81">
              <a:extLst>
                <a:ext uri="{FF2B5EF4-FFF2-40B4-BE49-F238E27FC236}">
                  <a16:creationId xmlns:a16="http://schemas.microsoft.com/office/drawing/2014/main" id="{651E935E-97A1-694E-90ED-DA0D52808F61}"/>
                </a:ext>
              </a:extLst>
            </p:cNvPr>
            <p:cNvSpPr txBox="1">
              <a:spLocks noChangeArrowheads="1"/>
            </p:cNvSpPr>
            <p:nvPr/>
          </p:nvSpPr>
          <p:spPr bwMode="auto">
            <a:xfrm>
              <a:off x="4522" y="1805"/>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1</a:t>
              </a:r>
              <a:endParaRPr lang="en-US" kern="0" dirty="0">
                <a:solidFill>
                  <a:srgbClr val="000000"/>
                </a:solidFill>
              </a:endParaRPr>
            </a:p>
          </p:txBody>
        </p:sp>
        <p:sp>
          <p:nvSpPr>
            <p:cNvPr id="462" name="Text Box 82">
              <a:extLst>
                <a:ext uri="{FF2B5EF4-FFF2-40B4-BE49-F238E27FC236}">
                  <a16:creationId xmlns:a16="http://schemas.microsoft.com/office/drawing/2014/main" id="{BCE34168-89E8-CA4E-B734-D7785C5D44A4}"/>
                </a:ext>
              </a:extLst>
            </p:cNvPr>
            <p:cNvSpPr txBox="1">
              <a:spLocks noChangeArrowheads="1"/>
            </p:cNvSpPr>
            <p:nvPr/>
          </p:nvSpPr>
          <p:spPr bwMode="auto">
            <a:xfrm>
              <a:off x="4882" y="2069"/>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2</a:t>
              </a:r>
              <a:endParaRPr lang="en-US" kern="0" dirty="0">
                <a:solidFill>
                  <a:srgbClr val="000000"/>
                </a:solidFill>
              </a:endParaRPr>
            </a:p>
          </p:txBody>
        </p:sp>
        <p:sp>
          <p:nvSpPr>
            <p:cNvPr id="463" name="Text Box 83">
              <a:extLst>
                <a:ext uri="{FF2B5EF4-FFF2-40B4-BE49-F238E27FC236}">
                  <a16:creationId xmlns:a16="http://schemas.microsoft.com/office/drawing/2014/main" id="{E61D1248-702D-AA4E-A62B-3B6DB8874302}"/>
                </a:ext>
              </a:extLst>
            </p:cNvPr>
            <p:cNvSpPr txBox="1">
              <a:spLocks noChangeArrowheads="1"/>
            </p:cNvSpPr>
            <p:nvPr/>
          </p:nvSpPr>
          <p:spPr bwMode="auto">
            <a:xfrm>
              <a:off x="4855" y="1532"/>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5</a:t>
              </a:r>
              <a:endParaRPr lang="en-US" kern="0" dirty="0">
                <a:solidFill>
                  <a:srgbClr val="000000"/>
                </a:solidFill>
              </a:endParaRPr>
            </a:p>
          </p:txBody>
        </p:sp>
        <p:sp>
          <p:nvSpPr>
            <p:cNvPr id="464" name="Text Box 84">
              <a:extLst>
                <a:ext uri="{FF2B5EF4-FFF2-40B4-BE49-F238E27FC236}">
                  <a16:creationId xmlns:a16="http://schemas.microsoft.com/office/drawing/2014/main" id="{8E7448E7-B23E-9A4A-947C-66285C7E1020}"/>
                </a:ext>
              </a:extLst>
            </p:cNvPr>
            <p:cNvSpPr txBox="1">
              <a:spLocks noChangeArrowheads="1"/>
            </p:cNvSpPr>
            <p:nvPr/>
          </p:nvSpPr>
          <p:spPr bwMode="auto">
            <a:xfrm>
              <a:off x="4120" y="1382"/>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3</a:t>
              </a:r>
              <a:endParaRPr lang="en-US" kern="0" dirty="0">
                <a:solidFill>
                  <a:srgbClr val="000000"/>
                </a:solidFill>
              </a:endParaRPr>
            </a:p>
          </p:txBody>
        </p:sp>
        <p:sp>
          <p:nvSpPr>
            <p:cNvPr id="465" name="Text Box 85">
              <a:extLst>
                <a:ext uri="{FF2B5EF4-FFF2-40B4-BE49-F238E27FC236}">
                  <a16:creationId xmlns:a16="http://schemas.microsoft.com/office/drawing/2014/main" id="{EFA31E11-E078-ED44-8DB8-4912DC480664}"/>
                </a:ext>
              </a:extLst>
            </p:cNvPr>
            <p:cNvSpPr txBox="1">
              <a:spLocks noChangeArrowheads="1"/>
            </p:cNvSpPr>
            <p:nvPr/>
          </p:nvSpPr>
          <p:spPr bwMode="auto">
            <a:xfrm>
              <a:off x="3769" y="1115"/>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5</a:t>
              </a:r>
              <a:endParaRPr lang="en-US" kern="0" dirty="0">
                <a:solidFill>
                  <a:srgbClr val="000000"/>
                </a:solidFill>
              </a:endParaRPr>
            </a:p>
          </p:txBody>
        </p:sp>
      </p:grpSp>
      <p:sp>
        <p:nvSpPr>
          <p:cNvPr id="498" name="Text Box 6">
            <a:extLst>
              <a:ext uri="{FF2B5EF4-FFF2-40B4-BE49-F238E27FC236}">
                <a16:creationId xmlns:a16="http://schemas.microsoft.com/office/drawing/2014/main" id="{64BB3F8B-CE19-1C41-B2C9-B564AF1B5BB5}"/>
              </a:ext>
            </a:extLst>
          </p:cNvPr>
          <p:cNvSpPr txBox="1">
            <a:spLocks noChangeArrowheads="1"/>
          </p:cNvSpPr>
          <p:nvPr/>
        </p:nvSpPr>
        <p:spPr bwMode="auto">
          <a:xfrm>
            <a:off x="13837414" y="2958717"/>
            <a:ext cx="1284288" cy="1616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D(w),p(w)</a:t>
            </a:r>
          </a:p>
          <a:p>
            <a:pPr algn="r" eaLnBrk="0" fontAlgn="base" hangingPunct="0">
              <a:spcBef>
                <a:spcPct val="0"/>
              </a:spcBef>
              <a:spcAft>
                <a:spcPct val="0"/>
              </a:spcAft>
              <a:defRPr/>
            </a:pPr>
            <a:r>
              <a:rPr lang="en-US" sz="2000" kern="0" dirty="0">
                <a:solidFill>
                  <a:srgbClr val="000000"/>
                </a:solidFill>
              </a:rPr>
              <a:t>5,u</a:t>
            </a:r>
          </a:p>
          <a:p>
            <a:pPr algn="r" eaLnBrk="0" fontAlgn="base" hangingPunct="0">
              <a:spcBef>
                <a:spcPct val="0"/>
              </a:spcBef>
              <a:spcAft>
                <a:spcPct val="0"/>
              </a:spcAft>
              <a:defRPr/>
            </a:pPr>
            <a:r>
              <a:rPr lang="en-US" sz="2000" kern="0" dirty="0">
                <a:solidFill>
                  <a:srgbClr val="000000"/>
                </a:solidFill>
              </a:rPr>
              <a:t>4,x</a:t>
            </a:r>
          </a:p>
          <a:p>
            <a:pPr algn="r" eaLnBrk="0" fontAlgn="base" hangingPunct="0">
              <a:spcBef>
                <a:spcPct val="0"/>
              </a:spcBef>
              <a:spcAft>
                <a:spcPct val="0"/>
              </a:spcAft>
              <a:defRPr/>
            </a:pPr>
            <a:r>
              <a:rPr lang="en-US" sz="2000" kern="0" dirty="0">
                <a:solidFill>
                  <a:srgbClr val="000000"/>
                </a:solidFill>
              </a:rPr>
              <a:t>3,y</a:t>
            </a:r>
          </a:p>
          <a:p>
            <a:pPr algn="r" eaLnBrk="0" fontAlgn="base" hangingPunct="0">
              <a:spcBef>
                <a:spcPct val="0"/>
              </a:spcBef>
              <a:spcAft>
                <a:spcPct val="0"/>
              </a:spcAft>
              <a:defRPr/>
            </a:pPr>
            <a:r>
              <a:rPr lang="en-US" sz="2000" kern="0" dirty="0">
                <a:solidFill>
                  <a:srgbClr val="000000"/>
                </a:solidFill>
              </a:rPr>
              <a:t>3,y</a:t>
            </a:r>
          </a:p>
        </p:txBody>
      </p:sp>
      <p:cxnSp>
        <p:nvCxnSpPr>
          <p:cNvPr id="38" name="Straight Arrow Connector 37">
            <a:extLst>
              <a:ext uri="{FF2B5EF4-FFF2-40B4-BE49-F238E27FC236}">
                <a16:creationId xmlns:a16="http://schemas.microsoft.com/office/drawing/2014/main" id="{112457CF-2890-E146-8628-638AC5577656}"/>
              </a:ext>
            </a:extLst>
          </p:cNvPr>
          <p:cNvCxnSpPr>
            <a:cxnSpLocks/>
            <a:endCxn id="271" idx="2"/>
          </p:cNvCxnSpPr>
          <p:nvPr/>
        </p:nvCxnSpPr>
        <p:spPr>
          <a:xfrm>
            <a:off x="4666129" y="2789499"/>
            <a:ext cx="439472" cy="428799"/>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59" name="Straight Arrow Connector 558">
            <a:extLst>
              <a:ext uri="{FF2B5EF4-FFF2-40B4-BE49-F238E27FC236}">
                <a16:creationId xmlns:a16="http://schemas.microsoft.com/office/drawing/2014/main" id="{491C301B-8A6E-4845-BF28-577AD894F891}"/>
              </a:ext>
            </a:extLst>
          </p:cNvPr>
          <p:cNvCxnSpPr>
            <a:cxnSpLocks/>
            <a:endCxn id="414" idx="2"/>
          </p:cNvCxnSpPr>
          <p:nvPr/>
        </p:nvCxnSpPr>
        <p:spPr>
          <a:xfrm>
            <a:off x="5617182" y="3300714"/>
            <a:ext cx="586969" cy="6484"/>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60" name="Straight Arrow Connector 559">
            <a:extLst>
              <a:ext uri="{FF2B5EF4-FFF2-40B4-BE49-F238E27FC236}">
                <a16:creationId xmlns:a16="http://schemas.microsoft.com/office/drawing/2014/main" id="{3C9D1B43-9124-3142-843B-DC7A58F1456E}"/>
              </a:ext>
            </a:extLst>
          </p:cNvPr>
          <p:cNvCxnSpPr>
            <a:cxnSpLocks/>
            <a:stCxn id="266" idx="7"/>
          </p:cNvCxnSpPr>
          <p:nvPr/>
        </p:nvCxnSpPr>
        <p:spPr>
          <a:xfrm flipV="1">
            <a:off x="4777246" y="2268639"/>
            <a:ext cx="502342" cy="281976"/>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61" name="Straight Arrow Connector 560">
            <a:extLst>
              <a:ext uri="{FF2B5EF4-FFF2-40B4-BE49-F238E27FC236}">
                <a16:creationId xmlns:a16="http://schemas.microsoft.com/office/drawing/2014/main" id="{8A7B92A4-0E80-6D4D-87F2-803D33EFB3E5}"/>
              </a:ext>
            </a:extLst>
          </p:cNvPr>
          <p:cNvCxnSpPr>
            <a:cxnSpLocks/>
          </p:cNvCxnSpPr>
          <p:nvPr/>
        </p:nvCxnSpPr>
        <p:spPr>
          <a:xfrm flipV="1">
            <a:off x="6452488" y="2233914"/>
            <a:ext cx="0" cy="883534"/>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62" name="Straight Arrow Connector 561">
            <a:extLst>
              <a:ext uri="{FF2B5EF4-FFF2-40B4-BE49-F238E27FC236}">
                <a16:creationId xmlns:a16="http://schemas.microsoft.com/office/drawing/2014/main" id="{368CBA46-10A4-6B43-8244-BF448DB2A1AB}"/>
              </a:ext>
            </a:extLst>
          </p:cNvPr>
          <p:cNvCxnSpPr>
            <a:cxnSpLocks/>
          </p:cNvCxnSpPr>
          <p:nvPr/>
        </p:nvCxnSpPr>
        <p:spPr>
          <a:xfrm flipV="1">
            <a:off x="6715788" y="2822294"/>
            <a:ext cx="606730" cy="448060"/>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nvGrpSpPr>
          <p:cNvPr id="234" name="Group 3">
            <a:extLst>
              <a:ext uri="{FF2B5EF4-FFF2-40B4-BE49-F238E27FC236}">
                <a16:creationId xmlns:a16="http://schemas.microsoft.com/office/drawing/2014/main" id="{CAD83B90-6A61-424F-807D-7507674811C5}"/>
              </a:ext>
            </a:extLst>
          </p:cNvPr>
          <p:cNvGrpSpPr>
            <a:grpSpLocks/>
          </p:cNvGrpSpPr>
          <p:nvPr/>
        </p:nvGrpSpPr>
        <p:grpSpPr bwMode="auto">
          <a:xfrm>
            <a:off x="1182356" y="4594769"/>
            <a:ext cx="3244850" cy="1500187"/>
            <a:chOff x="1385" y="1283"/>
            <a:chExt cx="2044" cy="945"/>
          </a:xfrm>
        </p:grpSpPr>
        <p:sp>
          <p:nvSpPr>
            <p:cNvPr id="235" name="Freeform 4">
              <a:extLst>
                <a:ext uri="{FF2B5EF4-FFF2-40B4-BE49-F238E27FC236}">
                  <a16:creationId xmlns:a16="http://schemas.microsoft.com/office/drawing/2014/main" id="{D55BBFC2-7A7F-8B48-AC36-5E367A0102A7}"/>
                </a:ext>
              </a:extLst>
            </p:cNvPr>
            <p:cNvSpPr>
              <a:spLocks/>
            </p:cNvSpPr>
            <p:nvPr/>
          </p:nvSpPr>
          <p:spPr bwMode="auto">
            <a:xfrm>
              <a:off x="1648" y="1465"/>
              <a:ext cx="342" cy="186"/>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36" name="Oval 5">
              <a:extLst>
                <a:ext uri="{FF2B5EF4-FFF2-40B4-BE49-F238E27FC236}">
                  <a16:creationId xmlns:a16="http://schemas.microsoft.com/office/drawing/2014/main" id="{D1E533AD-8D87-7A4B-8A7E-E763008FB4BF}"/>
                </a:ext>
              </a:extLst>
            </p:cNvPr>
            <p:cNvSpPr>
              <a:spLocks noChangeArrowheads="1"/>
            </p:cNvSpPr>
            <p:nvPr/>
          </p:nvSpPr>
          <p:spPr bwMode="auto">
            <a:xfrm>
              <a:off x="1388" y="1707"/>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37" name="Line 6">
              <a:extLst>
                <a:ext uri="{FF2B5EF4-FFF2-40B4-BE49-F238E27FC236}">
                  <a16:creationId xmlns:a16="http://schemas.microsoft.com/office/drawing/2014/main" id="{8393A25C-8E73-3945-96CC-27CA319F0D65}"/>
                </a:ext>
              </a:extLst>
            </p:cNvPr>
            <p:cNvSpPr>
              <a:spLocks noChangeShapeType="1"/>
            </p:cNvSpPr>
            <p:nvPr/>
          </p:nvSpPr>
          <p:spPr bwMode="auto">
            <a:xfrm>
              <a:off x="1388" y="1700"/>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38" name="Line 7">
              <a:extLst>
                <a:ext uri="{FF2B5EF4-FFF2-40B4-BE49-F238E27FC236}">
                  <a16:creationId xmlns:a16="http://schemas.microsoft.com/office/drawing/2014/main" id="{00CB3848-99BB-D84B-AFA1-D2A40790588A}"/>
                </a:ext>
              </a:extLst>
            </p:cNvPr>
            <p:cNvSpPr>
              <a:spLocks noChangeShapeType="1"/>
            </p:cNvSpPr>
            <p:nvPr/>
          </p:nvSpPr>
          <p:spPr bwMode="auto">
            <a:xfrm>
              <a:off x="1701" y="1700"/>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39" name="Rectangle 8">
              <a:extLst>
                <a:ext uri="{FF2B5EF4-FFF2-40B4-BE49-F238E27FC236}">
                  <a16:creationId xmlns:a16="http://schemas.microsoft.com/office/drawing/2014/main" id="{D86D7FD3-F350-4745-AAE8-4DC4DEC2289F}"/>
                </a:ext>
              </a:extLst>
            </p:cNvPr>
            <p:cNvSpPr>
              <a:spLocks noChangeArrowheads="1"/>
            </p:cNvSpPr>
            <p:nvPr/>
          </p:nvSpPr>
          <p:spPr bwMode="auto">
            <a:xfrm>
              <a:off x="1388" y="1700"/>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240" name="Oval 9">
              <a:extLst>
                <a:ext uri="{FF2B5EF4-FFF2-40B4-BE49-F238E27FC236}">
                  <a16:creationId xmlns:a16="http://schemas.microsoft.com/office/drawing/2014/main" id="{9A82BFE7-2A38-894C-A32D-46DEDFCA2D5B}"/>
                </a:ext>
              </a:extLst>
            </p:cNvPr>
            <p:cNvSpPr>
              <a:spLocks noChangeArrowheads="1"/>
            </p:cNvSpPr>
            <p:nvPr/>
          </p:nvSpPr>
          <p:spPr bwMode="auto">
            <a:xfrm>
              <a:off x="1385" y="1641"/>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41" name="Oval 10">
              <a:extLst>
                <a:ext uri="{FF2B5EF4-FFF2-40B4-BE49-F238E27FC236}">
                  <a16:creationId xmlns:a16="http://schemas.microsoft.com/office/drawing/2014/main" id="{AA854307-5377-8A41-9AEB-75CD5A873A85}"/>
                </a:ext>
              </a:extLst>
            </p:cNvPr>
            <p:cNvSpPr>
              <a:spLocks noChangeArrowheads="1"/>
            </p:cNvSpPr>
            <p:nvPr/>
          </p:nvSpPr>
          <p:spPr bwMode="auto">
            <a:xfrm>
              <a:off x="1862" y="2094"/>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42" name="Line 11">
              <a:extLst>
                <a:ext uri="{FF2B5EF4-FFF2-40B4-BE49-F238E27FC236}">
                  <a16:creationId xmlns:a16="http://schemas.microsoft.com/office/drawing/2014/main" id="{9FA810B5-81B4-AB4E-9CB4-8AB6FC42F914}"/>
                </a:ext>
              </a:extLst>
            </p:cNvPr>
            <p:cNvSpPr>
              <a:spLocks noChangeShapeType="1"/>
            </p:cNvSpPr>
            <p:nvPr/>
          </p:nvSpPr>
          <p:spPr bwMode="auto">
            <a:xfrm>
              <a:off x="1862" y="2087"/>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43" name="Line 12">
              <a:extLst>
                <a:ext uri="{FF2B5EF4-FFF2-40B4-BE49-F238E27FC236}">
                  <a16:creationId xmlns:a16="http://schemas.microsoft.com/office/drawing/2014/main" id="{1F897DDB-A59F-8A49-AA62-3734F23BB98B}"/>
                </a:ext>
              </a:extLst>
            </p:cNvPr>
            <p:cNvSpPr>
              <a:spLocks noChangeShapeType="1"/>
            </p:cNvSpPr>
            <p:nvPr/>
          </p:nvSpPr>
          <p:spPr bwMode="auto">
            <a:xfrm>
              <a:off x="2175" y="2087"/>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44" name="Rectangle 13">
              <a:extLst>
                <a:ext uri="{FF2B5EF4-FFF2-40B4-BE49-F238E27FC236}">
                  <a16:creationId xmlns:a16="http://schemas.microsoft.com/office/drawing/2014/main" id="{109513FF-1C63-234A-9B1E-75D62A42C019}"/>
                </a:ext>
              </a:extLst>
            </p:cNvPr>
            <p:cNvSpPr>
              <a:spLocks noChangeArrowheads="1"/>
            </p:cNvSpPr>
            <p:nvPr/>
          </p:nvSpPr>
          <p:spPr bwMode="auto">
            <a:xfrm>
              <a:off x="1862" y="2087"/>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245" name="Oval 14">
              <a:extLst>
                <a:ext uri="{FF2B5EF4-FFF2-40B4-BE49-F238E27FC236}">
                  <a16:creationId xmlns:a16="http://schemas.microsoft.com/office/drawing/2014/main" id="{30EA6A56-1EC2-C342-B322-0BD69F60A770}"/>
                </a:ext>
              </a:extLst>
            </p:cNvPr>
            <p:cNvSpPr>
              <a:spLocks noChangeArrowheads="1"/>
            </p:cNvSpPr>
            <p:nvPr/>
          </p:nvSpPr>
          <p:spPr bwMode="auto">
            <a:xfrm>
              <a:off x="1859" y="2028"/>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54" name="Oval 15">
              <a:extLst>
                <a:ext uri="{FF2B5EF4-FFF2-40B4-BE49-F238E27FC236}">
                  <a16:creationId xmlns:a16="http://schemas.microsoft.com/office/drawing/2014/main" id="{91BAA6D5-E6E6-3F47-BA4B-0311E0711BF2}"/>
                </a:ext>
              </a:extLst>
            </p:cNvPr>
            <p:cNvSpPr>
              <a:spLocks noChangeArrowheads="1"/>
            </p:cNvSpPr>
            <p:nvPr/>
          </p:nvSpPr>
          <p:spPr bwMode="auto">
            <a:xfrm>
              <a:off x="1858" y="1404"/>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55" name="Line 16">
              <a:extLst>
                <a:ext uri="{FF2B5EF4-FFF2-40B4-BE49-F238E27FC236}">
                  <a16:creationId xmlns:a16="http://schemas.microsoft.com/office/drawing/2014/main" id="{A8F35EF4-8155-D144-9887-2394E21FD472}"/>
                </a:ext>
              </a:extLst>
            </p:cNvPr>
            <p:cNvSpPr>
              <a:spLocks noChangeShapeType="1"/>
            </p:cNvSpPr>
            <p:nvPr/>
          </p:nvSpPr>
          <p:spPr bwMode="auto">
            <a:xfrm>
              <a:off x="1858" y="1397"/>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56" name="Line 17">
              <a:extLst>
                <a:ext uri="{FF2B5EF4-FFF2-40B4-BE49-F238E27FC236}">
                  <a16:creationId xmlns:a16="http://schemas.microsoft.com/office/drawing/2014/main" id="{C0FFA446-EED0-654F-8B59-830BB7BE9A71}"/>
                </a:ext>
              </a:extLst>
            </p:cNvPr>
            <p:cNvSpPr>
              <a:spLocks noChangeShapeType="1"/>
            </p:cNvSpPr>
            <p:nvPr/>
          </p:nvSpPr>
          <p:spPr bwMode="auto">
            <a:xfrm>
              <a:off x="2171" y="1397"/>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57" name="Rectangle 18">
              <a:extLst>
                <a:ext uri="{FF2B5EF4-FFF2-40B4-BE49-F238E27FC236}">
                  <a16:creationId xmlns:a16="http://schemas.microsoft.com/office/drawing/2014/main" id="{8C6FDE51-7923-3B44-830E-2DB7807967F9}"/>
                </a:ext>
              </a:extLst>
            </p:cNvPr>
            <p:cNvSpPr>
              <a:spLocks noChangeArrowheads="1"/>
            </p:cNvSpPr>
            <p:nvPr/>
          </p:nvSpPr>
          <p:spPr bwMode="auto">
            <a:xfrm>
              <a:off x="1858" y="1397"/>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258" name="Oval 19">
              <a:extLst>
                <a:ext uri="{FF2B5EF4-FFF2-40B4-BE49-F238E27FC236}">
                  <a16:creationId xmlns:a16="http://schemas.microsoft.com/office/drawing/2014/main" id="{48735EAA-D015-2749-B8E6-A932F1A86542}"/>
                </a:ext>
              </a:extLst>
            </p:cNvPr>
            <p:cNvSpPr>
              <a:spLocks noChangeArrowheads="1"/>
            </p:cNvSpPr>
            <p:nvPr/>
          </p:nvSpPr>
          <p:spPr bwMode="auto">
            <a:xfrm>
              <a:off x="1855" y="1338"/>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76" name="Oval 20">
              <a:extLst>
                <a:ext uri="{FF2B5EF4-FFF2-40B4-BE49-F238E27FC236}">
                  <a16:creationId xmlns:a16="http://schemas.microsoft.com/office/drawing/2014/main" id="{2C0D7CB9-B6B7-7F48-A7C9-A5362FCF3389}"/>
                </a:ext>
              </a:extLst>
            </p:cNvPr>
            <p:cNvSpPr>
              <a:spLocks noChangeArrowheads="1"/>
            </p:cNvSpPr>
            <p:nvPr/>
          </p:nvSpPr>
          <p:spPr bwMode="auto">
            <a:xfrm>
              <a:off x="2541" y="1400"/>
              <a:ext cx="312"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77" name="Line 21">
              <a:extLst>
                <a:ext uri="{FF2B5EF4-FFF2-40B4-BE49-F238E27FC236}">
                  <a16:creationId xmlns:a16="http://schemas.microsoft.com/office/drawing/2014/main" id="{5710184A-753A-EF4E-A1BA-C728CC0A0842}"/>
                </a:ext>
              </a:extLst>
            </p:cNvPr>
            <p:cNvSpPr>
              <a:spLocks noChangeShapeType="1"/>
            </p:cNvSpPr>
            <p:nvPr/>
          </p:nvSpPr>
          <p:spPr bwMode="auto">
            <a:xfrm>
              <a:off x="2541" y="1393"/>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78" name="Line 22">
              <a:extLst>
                <a:ext uri="{FF2B5EF4-FFF2-40B4-BE49-F238E27FC236}">
                  <a16:creationId xmlns:a16="http://schemas.microsoft.com/office/drawing/2014/main" id="{77D8EC50-7DE6-D947-804E-5FF59E34213E}"/>
                </a:ext>
              </a:extLst>
            </p:cNvPr>
            <p:cNvSpPr>
              <a:spLocks noChangeShapeType="1"/>
            </p:cNvSpPr>
            <p:nvPr/>
          </p:nvSpPr>
          <p:spPr bwMode="auto">
            <a:xfrm>
              <a:off x="2853" y="1393"/>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79" name="Rectangle 23">
              <a:extLst>
                <a:ext uri="{FF2B5EF4-FFF2-40B4-BE49-F238E27FC236}">
                  <a16:creationId xmlns:a16="http://schemas.microsoft.com/office/drawing/2014/main" id="{640A0C04-CA0A-D44B-AE10-2BB26102D989}"/>
                </a:ext>
              </a:extLst>
            </p:cNvPr>
            <p:cNvSpPr>
              <a:spLocks noChangeArrowheads="1"/>
            </p:cNvSpPr>
            <p:nvPr/>
          </p:nvSpPr>
          <p:spPr bwMode="auto">
            <a:xfrm>
              <a:off x="2541" y="1393"/>
              <a:ext cx="309"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280" name="Oval 24">
              <a:extLst>
                <a:ext uri="{FF2B5EF4-FFF2-40B4-BE49-F238E27FC236}">
                  <a16:creationId xmlns:a16="http://schemas.microsoft.com/office/drawing/2014/main" id="{3DBD615F-4385-7F48-84F4-A38AEA1DC5FD}"/>
                </a:ext>
              </a:extLst>
            </p:cNvPr>
            <p:cNvSpPr>
              <a:spLocks noChangeArrowheads="1"/>
            </p:cNvSpPr>
            <p:nvPr/>
          </p:nvSpPr>
          <p:spPr bwMode="auto">
            <a:xfrm>
              <a:off x="2544" y="1337"/>
              <a:ext cx="312"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81" name="Oval 25">
              <a:extLst>
                <a:ext uri="{FF2B5EF4-FFF2-40B4-BE49-F238E27FC236}">
                  <a16:creationId xmlns:a16="http://schemas.microsoft.com/office/drawing/2014/main" id="{5EAEA945-6C71-7244-8444-F5DE78D3A253}"/>
                </a:ext>
              </a:extLst>
            </p:cNvPr>
            <p:cNvSpPr>
              <a:spLocks noChangeArrowheads="1"/>
            </p:cNvSpPr>
            <p:nvPr/>
          </p:nvSpPr>
          <p:spPr bwMode="auto">
            <a:xfrm>
              <a:off x="2551" y="2091"/>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82" name="Line 26">
              <a:extLst>
                <a:ext uri="{FF2B5EF4-FFF2-40B4-BE49-F238E27FC236}">
                  <a16:creationId xmlns:a16="http://schemas.microsoft.com/office/drawing/2014/main" id="{B239EFA1-CE87-FA45-AECE-0A1D04B2EEA2}"/>
                </a:ext>
              </a:extLst>
            </p:cNvPr>
            <p:cNvSpPr>
              <a:spLocks noChangeShapeType="1"/>
            </p:cNvSpPr>
            <p:nvPr/>
          </p:nvSpPr>
          <p:spPr bwMode="auto">
            <a:xfrm>
              <a:off x="2551" y="2084"/>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83" name="Line 27">
              <a:extLst>
                <a:ext uri="{FF2B5EF4-FFF2-40B4-BE49-F238E27FC236}">
                  <a16:creationId xmlns:a16="http://schemas.microsoft.com/office/drawing/2014/main" id="{F57F8B7F-1DEE-0646-944B-3627E05035DF}"/>
                </a:ext>
              </a:extLst>
            </p:cNvPr>
            <p:cNvSpPr>
              <a:spLocks noChangeShapeType="1"/>
            </p:cNvSpPr>
            <p:nvPr/>
          </p:nvSpPr>
          <p:spPr bwMode="auto">
            <a:xfrm>
              <a:off x="2864" y="2084"/>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84" name="Rectangle 28">
              <a:extLst>
                <a:ext uri="{FF2B5EF4-FFF2-40B4-BE49-F238E27FC236}">
                  <a16:creationId xmlns:a16="http://schemas.microsoft.com/office/drawing/2014/main" id="{48E9AA69-2A64-F44B-AF24-4B58BF3B859A}"/>
                </a:ext>
              </a:extLst>
            </p:cNvPr>
            <p:cNvSpPr>
              <a:spLocks noChangeArrowheads="1"/>
            </p:cNvSpPr>
            <p:nvPr/>
          </p:nvSpPr>
          <p:spPr bwMode="auto">
            <a:xfrm>
              <a:off x="2551" y="2084"/>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285" name="Oval 29">
              <a:extLst>
                <a:ext uri="{FF2B5EF4-FFF2-40B4-BE49-F238E27FC236}">
                  <a16:creationId xmlns:a16="http://schemas.microsoft.com/office/drawing/2014/main" id="{DB57CF03-5C7F-7446-BFCA-6885962A7619}"/>
                </a:ext>
              </a:extLst>
            </p:cNvPr>
            <p:cNvSpPr>
              <a:spLocks noChangeArrowheads="1"/>
            </p:cNvSpPr>
            <p:nvPr/>
          </p:nvSpPr>
          <p:spPr bwMode="auto">
            <a:xfrm>
              <a:off x="2548" y="2025"/>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86" name="Oval 30">
              <a:extLst>
                <a:ext uri="{FF2B5EF4-FFF2-40B4-BE49-F238E27FC236}">
                  <a16:creationId xmlns:a16="http://schemas.microsoft.com/office/drawing/2014/main" id="{57E7565D-361A-0649-83E3-41C966CEDD90}"/>
                </a:ext>
              </a:extLst>
            </p:cNvPr>
            <p:cNvSpPr>
              <a:spLocks noChangeArrowheads="1"/>
            </p:cNvSpPr>
            <p:nvPr/>
          </p:nvSpPr>
          <p:spPr bwMode="auto">
            <a:xfrm>
              <a:off x="3116" y="1750"/>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87" name="Line 31">
              <a:extLst>
                <a:ext uri="{FF2B5EF4-FFF2-40B4-BE49-F238E27FC236}">
                  <a16:creationId xmlns:a16="http://schemas.microsoft.com/office/drawing/2014/main" id="{7307AAD6-1B7B-3E4C-AD3F-1CB98C2433DD}"/>
                </a:ext>
              </a:extLst>
            </p:cNvPr>
            <p:cNvSpPr>
              <a:spLocks noChangeShapeType="1"/>
            </p:cNvSpPr>
            <p:nvPr/>
          </p:nvSpPr>
          <p:spPr bwMode="auto">
            <a:xfrm>
              <a:off x="3116" y="1743"/>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88" name="Line 32">
              <a:extLst>
                <a:ext uri="{FF2B5EF4-FFF2-40B4-BE49-F238E27FC236}">
                  <a16:creationId xmlns:a16="http://schemas.microsoft.com/office/drawing/2014/main" id="{85AADD66-C3FE-324C-91AE-0057BDCFD4DB}"/>
                </a:ext>
              </a:extLst>
            </p:cNvPr>
            <p:cNvSpPr>
              <a:spLocks noChangeShapeType="1"/>
            </p:cNvSpPr>
            <p:nvPr/>
          </p:nvSpPr>
          <p:spPr bwMode="auto">
            <a:xfrm>
              <a:off x="3429" y="1743"/>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89" name="Rectangle 33">
              <a:extLst>
                <a:ext uri="{FF2B5EF4-FFF2-40B4-BE49-F238E27FC236}">
                  <a16:creationId xmlns:a16="http://schemas.microsoft.com/office/drawing/2014/main" id="{8FC4E749-70CE-3946-A306-97D91D359DD6}"/>
                </a:ext>
              </a:extLst>
            </p:cNvPr>
            <p:cNvSpPr>
              <a:spLocks noChangeArrowheads="1"/>
            </p:cNvSpPr>
            <p:nvPr/>
          </p:nvSpPr>
          <p:spPr bwMode="auto">
            <a:xfrm>
              <a:off x="3116" y="1743"/>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290" name="Oval 34">
              <a:extLst>
                <a:ext uri="{FF2B5EF4-FFF2-40B4-BE49-F238E27FC236}">
                  <a16:creationId xmlns:a16="http://schemas.microsoft.com/office/drawing/2014/main" id="{83AC3490-7FA4-A843-9DD7-EAD43C146CE9}"/>
                </a:ext>
              </a:extLst>
            </p:cNvPr>
            <p:cNvSpPr>
              <a:spLocks noChangeArrowheads="1"/>
            </p:cNvSpPr>
            <p:nvPr/>
          </p:nvSpPr>
          <p:spPr bwMode="auto">
            <a:xfrm>
              <a:off x="3113" y="1684"/>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91" name="Freeform 35">
              <a:extLst>
                <a:ext uri="{FF2B5EF4-FFF2-40B4-BE49-F238E27FC236}">
                  <a16:creationId xmlns:a16="http://schemas.microsoft.com/office/drawing/2014/main" id="{E0CB0E6F-0318-5A42-804B-74DE7351E2D5}"/>
                </a:ext>
              </a:extLst>
            </p:cNvPr>
            <p:cNvSpPr>
              <a:spLocks/>
            </p:cNvSpPr>
            <p:nvPr/>
          </p:nvSpPr>
          <p:spPr bwMode="auto">
            <a:xfrm>
              <a:off x="2707" y="1492"/>
              <a:ext cx="1" cy="522"/>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92" name="Freeform 36">
              <a:extLst>
                <a:ext uri="{FF2B5EF4-FFF2-40B4-BE49-F238E27FC236}">
                  <a16:creationId xmlns:a16="http://schemas.microsoft.com/office/drawing/2014/main" id="{8911BBF2-790A-F940-A9A6-265EE2DEDCD5}"/>
                </a:ext>
              </a:extLst>
            </p:cNvPr>
            <p:cNvSpPr>
              <a:spLocks/>
            </p:cNvSpPr>
            <p:nvPr/>
          </p:nvSpPr>
          <p:spPr bwMode="auto">
            <a:xfrm>
              <a:off x="2866" y="1831"/>
              <a:ext cx="366" cy="270"/>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93" name="Freeform 37">
              <a:extLst>
                <a:ext uri="{FF2B5EF4-FFF2-40B4-BE49-F238E27FC236}">
                  <a16:creationId xmlns:a16="http://schemas.microsoft.com/office/drawing/2014/main" id="{5FCEA00D-30D9-AD48-B36B-87D306BDCA76}"/>
                </a:ext>
              </a:extLst>
            </p:cNvPr>
            <p:cNvSpPr>
              <a:spLocks/>
            </p:cNvSpPr>
            <p:nvPr/>
          </p:nvSpPr>
          <p:spPr bwMode="auto">
            <a:xfrm>
              <a:off x="2185" y="2113"/>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94" name="Freeform 38">
              <a:extLst>
                <a:ext uri="{FF2B5EF4-FFF2-40B4-BE49-F238E27FC236}">
                  <a16:creationId xmlns:a16="http://schemas.microsoft.com/office/drawing/2014/main" id="{FFF79244-8621-1B4A-A951-D5F428298CC0}"/>
                </a:ext>
              </a:extLst>
            </p:cNvPr>
            <p:cNvSpPr>
              <a:spLocks/>
            </p:cNvSpPr>
            <p:nvPr/>
          </p:nvSpPr>
          <p:spPr bwMode="auto">
            <a:xfrm>
              <a:off x="1594" y="1789"/>
              <a:ext cx="276" cy="264"/>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295" name="Group 39">
              <a:extLst>
                <a:ext uri="{FF2B5EF4-FFF2-40B4-BE49-F238E27FC236}">
                  <a16:creationId xmlns:a16="http://schemas.microsoft.com/office/drawing/2014/main" id="{3FE22FDD-2AF6-2F45-9D94-A7E347A876AC}"/>
                </a:ext>
              </a:extLst>
            </p:cNvPr>
            <p:cNvGrpSpPr>
              <a:grpSpLocks/>
            </p:cNvGrpSpPr>
            <p:nvPr/>
          </p:nvGrpSpPr>
          <p:grpSpPr bwMode="auto">
            <a:xfrm>
              <a:off x="1437" y="1589"/>
              <a:ext cx="205" cy="250"/>
              <a:chOff x="2954" y="2425"/>
              <a:chExt cx="208" cy="250"/>
            </a:xfrm>
          </p:grpSpPr>
          <p:sp>
            <p:nvSpPr>
              <p:cNvPr id="311" name="Rectangle 40">
                <a:extLst>
                  <a:ext uri="{FF2B5EF4-FFF2-40B4-BE49-F238E27FC236}">
                    <a16:creationId xmlns:a16="http://schemas.microsoft.com/office/drawing/2014/main" id="{7F9E7EA5-4703-3A4F-83AA-78477F6D2D3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12" name="Text Box 41">
                <a:extLst>
                  <a:ext uri="{FF2B5EF4-FFF2-40B4-BE49-F238E27FC236}">
                    <a16:creationId xmlns:a16="http://schemas.microsoft.com/office/drawing/2014/main" id="{7F6788A4-B028-5E46-BA6B-8260B340CCBA}"/>
                  </a:ext>
                </a:extLst>
              </p:cNvPr>
              <p:cNvSpPr txBox="1">
                <a:spLocks noChangeArrowheads="1"/>
              </p:cNvSpPr>
              <p:nvPr/>
            </p:nvSpPr>
            <p:spPr bwMode="auto">
              <a:xfrm>
                <a:off x="2954" y="2425"/>
                <a:ext cx="20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u</a:t>
                </a:r>
                <a:endParaRPr lang="en-US" kern="0" dirty="0">
                  <a:solidFill>
                    <a:srgbClr val="000000"/>
                  </a:solidFill>
                </a:endParaRPr>
              </a:p>
            </p:txBody>
          </p:sp>
        </p:grpSp>
        <p:grpSp>
          <p:nvGrpSpPr>
            <p:cNvPr id="296" name="Group 42">
              <a:extLst>
                <a:ext uri="{FF2B5EF4-FFF2-40B4-BE49-F238E27FC236}">
                  <a16:creationId xmlns:a16="http://schemas.microsoft.com/office/drawing/2014/main" id="{3B399E80-BBE9-DE42-9C20-F733C3486EF5}"/>
                </a:ext>
              </a:extLst>
            </p:cNvPr>
            <p:cNvGrpSpPr>
              <a:grpSpLocks/>
            </p:cNvGrpSpPr>
            <p:nvPr/>
          </p:nvGrpSpPr>
          <p:grpSpPr bwMode="auto">
            <a:xfrm>
              <a:off x="2611" y="1973"/>
              <a:ext cx="196" cy="250"/>
              <a:chOff x="2958" y="2425"/>
              <a:chExt cx="199" cy="250"/>
            </a:xfrm>
          </p:grpSpPr>
          <p:sp>
            <p:nvSpPr>
              <p:cNvPr id="309" name="Rectangle 43">
                <a:extLst>
                  <a:ext uri="{FF2B5EF4-FFF2-40B4-BE49-F238E27FC236}">
                    <a16:creationId xmlns:a16="http://schemas.microsoft.com/office/drawing/2014/main" id="{C759317C-74E3-004E-8696-C6730D2A76B6}"/>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10" name="Text Box 44">
                <a:extLst>
                  <a:ext uri="{FF2B5EF4-FFF2-40B4-BE49-F238E27FC236}">
                    <a16:creationId xmlns:a16="http://schemas.microsoft.com/office/drawing/2014/main" id="{5EC66565-CE3C-DC49-A451-6127C9B7F138}"/>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y</a:t>
                </a:r>
                <a:endParaRPr lang="en-US" kern="0" dirty="0">
                  <a:solidFill>
                    <a:srgbClr val="000000"/>
                  </a:solidFill>
                </a:endParaRPr>
              </a:p>
            </p:txBody>
          </p:sp>
        </p:grpSp>
        <p:grpSp>
          <p:nvGrpSpPr>
            <p:cNvPr id="297" name="Group 45">
              <a:extLst>
                <a:ext uri="{FF2B5EF4-FFF2-40B4-BE49-F238E27FC236}">
                  <a16:creationId xmlns:a16="http://schemas.microsoft.com/office/drawing/2014/main" id="{24F7013F-EE6F-1840-BCC7-9CF2E43BDEC7}"/>
                </a:ext>
              </a:extLst>
            </p:cNvPr>
            <p:cNvGrpSpPr>
              <a:grpSpLocks/>
            </p:cNvGrpSpPr>
            <p:nvPr/>
          </p:nvGrpSpPr>
          <p:grpSpPr bwMode="auto">
            <a:xfrm>
              <a:off x="1922" y="1940"/>
              <a:ext cx="212" cy="288"/>
              <a:chOff x="2951" y="2395"/>
              <a:chExt cx="213" cy="288"/>
            </a:xfrm>
          </p:grpSpPr>
          <p:sp>
            <p:nvSpPr>
              <p:cNvPr id="307" name="Rectangle 46">
                <a:extLst>
                  <a:ext uri="{FF2B5EF4-FFF2-40B4-BE49-F238E27FC236}">
                    <a16:creationId xmlns:a16="http://schemas.microsoft.com/office/drawing/2014/main" id="{534C2F14-5739-6A42-A4B7-963A8F9D05F3}"/>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08" name="Text Box 47">
                <a:extLst>
                  <a:ext uri="{FF2B5EF4-FFF2-40B4-BE49-F238E27FC236}">
                    <a16:creationId xmlns:a16="http://schemas.microsoft.com/office/drawing/2014/main" id="{06099668-A654-B443-AD81-E015DBEC4A94}"/>
                  </a:ext>
                </a:extLst>
              </p:cNvPr>
              <p:cNvSpPr txBox="1">
                <a:spLocks noChangeArrowheads="1"/>
              </p:cNvSpPr>
              <p:nvPr/>
            </p:nvSpPr>
            <p:spPr bwMode="auto">
              <a:xfrm>
                <a:off x="2951" y="2395"/>
                <a:ext cx="21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kern="0" dirty="0">
                    <a:solidFill>
                      <a:srgbClr val="000000"/>
                    </a:solidFill>
                  </a:rPr>
                  <a:t>x</a:t>
                </a:r>
              </a:p>
            </p:txBody>
          </p:sp>
        </p:grpSp>
        <p:grpSp>
          <p:nvGrpSpPr>
            <p:cNvPr id="298" name="Group 48">
              <a:extLst>
                <a:ext uri="{FF2B5EF4-FFF2-40B4-BE49-F238E27FC236}">
                  <a16:creationId xmlns:a16="http://schemas.microsoft.com/office/drawing/2014/main" id="{9DDFF683-1C8F-C14A-B1E0-84D48C9766B8}"/>
                </a:ext>
              </a:extLst>
            </p:cNvPr>
            <p:cNvGrpSpPr>
              <a:grpSpLocks/>
            </p:cNvGrpSpPr>
            <p:nvPr/>
          </p:nvGrpSpPr>
          <p:grpSpPr bwMode="auto">
            <a:xfrm>
              <a:off x="2588" y="1283"/>
              <a:ext cx="232" cy="250"/>
              <a:chOff x="2941" y="2425"/>
              <a:chExt cx="235" cy="250"/>
            </a:xfrm>
          </p:grpSpPr>
          <p:sp>
            <p:nvSpPr>
              <p:cNvPr id="305" name="Rectangle 49">
                <a:extLst>
                  <a:ext uri="{FF2B5EF4-FFF2-40B4-BE49-F238E27FC236}">
                    <a16:creationId xmlns:a16="http://schemas.microsoft.com/office/drawing/2014/main" id="{6ACA49F7-2DDA-174A-BA02-F0E6DC5FE7C7}"/>
                  </a:ext>
                </a:extLst>
              </p:cNvPr>
              <p:cNvSpPr>
                <a:spLocks noChangeArrowheads="1"/>
              </p:cNvSpPr>
              <p:nvPr/>
            </p:nvSpPr>
            <p:spPr bwMode="auto">
              <a:xfrm>
                <a:off x="2982" y="2490"/>
                <a:ext cx="146"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06" name="Text Box 50">
                <a:extLst>
                  <a:ext uri="{FF2B5EF4-FFF2-40B4-BE49-F238E27FC236}">
                    <a16:creationId xmlns:a16="http://schemas.microsoft.com/office/drawing/2014/main" id="{B380098B-5F1B-B443-B890-D9D80D58A566}"/>
                  </a:ext>
                </a:extLst>
              </p:cNvPr>
              <p:cNvSpPr txBox="1">
                <a:spLocks noChangeArrowheads="1"/>
              </p:cNvSpPr>
              <p:nvPr/>
            </p:nvSpPr>
            <p:spPr bwMode="auto">
              <a:xfrm>
                <a:off x="2941" y="2425"/>
                <a:ext cx="23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w</a:t>
                </a:r>
                <a:endParaRPr lang="en-US" kern="0" dirty="0">
                  <a:solidFill>
                    <a:srgbClr val="000000"/>
                  </a:solidFill>
                </a:endParaRPr>
              </a:p>
            </p:txBody>
          </p:sp>
        </p:grpSp>
        <p:grpSp>
          <p:nvGrpSpPr>
            <p:cNvPr id="299" name="Group 51">
              <a:extLst>
                <a:ext uri="{FF2B5EF4-FFF2-40B4-BE49-F238E27FC236}">
                  <a16:creationId xmlns:a16="http://schemas.microsoft.com/office/drawing/2014/main" id="{657C09A9-0D00-C341-97E4-BFE0D534EAC3}"/>
                </a:ext>
              </a:extLst>
            </p:cNvPr>
            <p:cNvGrpSpPr>
              <a:grpSpLocks/>
            </p:cNvGrpSpPr>
            <p:nvPr/>
          </p:nvGrpSpPr>
          <p:grpSpPr bwMode="auto">
            <a:xfrm>
              <a:off x="1921" y="1283"/>
              <a:ext cx="196" cy="250"/>
              <a:chOff x="2958" y="2425"/>
              <a:chExt cx="199" cy="250"/>
            </a:xfrm>
          </p:grpSpPr>
          <p:sp>
            <p:nvSpPr>
              <p:cNvPr id="303" name="Rectangle 52">
                <a:extLst>
                  <a:ext uri="{FF2B5EF4-FFF2-40B4-BE49-F238E27FC236}">
                    <a16:creationId xmlns:a16="http://schemas.microsoft.com/office/drawing/2014/main" id="{DA96FFA9-8E2C-F446-A90C-1D2C3A740941}"/>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04" name="Text Box 53">
                <a:extLst>
                  <a:ext uri="{FF2B5EF4-FFF2-40B4-BE49-F238E27FC236}">
                    <a16:creationId xmlns:a16="http://schemas.microsoft.com/office/drawing/2014/main" id="{4094D47B-3C2E-1549-9303-FE64B14C52B7}"/>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v</a:t>
                </a:r>
                <a:endParaRPr lang="en-US" kern="0" dirty="0">
                  <a:solidFill>
                    <a:srgbClr val="000000"/>
                  </a:solidFill>
                </a:endParaRPr>
              </a:p>
            </p:txBody>
          </p:sp>
        </p:grpSp>
        <p:grpSp>
          <p:nvGrpSpPr>
            <p:cNvPr id="300" name="Group 54">
              <a:extLst>
                <a:ext uri="{FF2B5EF4-FFF2-40B4-BE49-F238E27FC236}">
                  <a16:creationId xmlns:a16="http://schemas.microsoft.com/office/drawing/2014/main" id="{4895C555-2EC4-9F4B-9A35-FF3D23C076E1}"/>
                </a:ext>
              </a:extLst>
            </p:cNvPr>
            <p:cNvGrpSpPr>
              <a:grpSpLocks/>
            </p:cNvGrpSpPr>
            <p:nvPr/>
          </p:nvGrpSpPr>
          <p:grpSpPr bwMode="auto">
            <a:xfrm>
              <a:off x="3175" y="1601"/>
              <a:ext cx="212" cy="288"/>
              <a:chOff x="2949" y="2395"/>
              <a:chExt cx="214" cy="288"/>
            </a:xfrm>
          </p:grpSpPr>
          <p:sp>
            <p:nvSpPr>
              <p:cNvPr id="301" name="Rectangle 55">
                <a:extLst>
                  <a:ext uri="{FF2B5EF4-FFF2-40B4-BE49-F238E27FC236}">
                    <a16:creationId xmlns:a16="http://schemas.microsoft.com/office/drawing/2014/main" id="{1594FC40-950D-DD4E-9742-69A340A7FA59}"/>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02" name="Text Box 56">
                <a:extLst>
                  <a:ext uri="{FF2B5EF4-FFF2-40B4-BE49-F238E27FC236}">
                    <a16:creationId xmlns:a16="http://schemas.microsoft.com/office/drawing/2014/main" id="{70D90BEE-05A4-FA49-8BE7-08E95F13AB67}"/>
                  </a:ext>
                </a:extLst>
              </p:cNvPr>
              <p:cNvSpPr txBox="1">
                <a:spLocks noChangeArrowheads="1"/>
              </p:cNvSpPr>
              <p:nvPr/>
            </p:nvSpPr>
            <p:spPr bwMode="auto">
              <a:xfrm>
                <a:off x="2949" y="2395"/>
                <a:ext cx="21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kern="0" dirty="0">
                    <a:solidFill>
                      <a:srgbClr val="000000"/>
                    </a:solidFill>
                  </a:rPr>
                  <a:t>z</a:t>
                </a:r>
              </a:p>
            </p:txBody>
          </p:sp>
        </p:grpSp>
      </p:grpSp>
      <p:sp>
        <p:nvSpPr>
          <p:cNvPr id="313" name="Text Box 57">
            <a:extLst>
              <a:ext uri="{FF2B5EF4-FFF2-40B4-BE49-F238E27FC236}">
                <a16:creationId xmlns:a16="http://schemas.microsoft.com/office/drawing/2014/main" id="{64A60984-9F92-014B-A1A1-4ED6EE18F034}"/>
              </a:ext>
            </a:extLst>
          </p:cNvPr>
          <p:cNvSpPr txBox="1">
            <a:spLocks noChangeArrowheads="1"/>
          </p:cNvSpPr>
          <p:nvPr/>
        </p:nvSpPr>
        <p:spPr bwMode="auto">
          <a:xfrm>
            <a:off x="441194" y="3975560"/>
            <a:ext cx="47521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0" fontAlgn="base" hangingPunct="0">
              <a:spcBef>
                <a:spcPct val="0"/>
              </a:spcBef>
              <a:spcAft>
                <a:spcPct val="0"/>
              </a:spcAft>
            </a:pPr>
            <a:r>
              <a:rPr lang="en-US" dirty="0">
                <a:solidFill>
                  <a:srgbClr val="000000"/>
                </a:solidFill>
                <a:latin typeface="Calibri" panose="020F0502020204030204"/>
              </a:rPr>
              <a:t>resulting least-cost-path tree from u:</a:t>
            </a:r>
          </a:p>
        </p:txBody>
      </p:sp>
      <p:grpSp>
        <p:nvGrpSpPr>
          <p:cNvPr id="24" name="Group 23">
            <a:extLst>
              <a:ext uri="{FF2B5EF4-FFF2-40B4-BE49-F238E27FC236}">
                <a16:creationId xmlns:a16="http://schemas.microsoft.com/office/drawing/2014/main" id="{6CB75B83-340D-DF48-B11B-E4763431618C}"/>
              </a:ext>
            </a:extLst>
          </p:cNvPr>
          <p:cNvGrpSpPr/>
          <p:nvPr/>
        </p:nvGrpSpPr>
        <p:grpSpPr>
          <a:xfrm>
            <a:off x="5736310" y="3974818"/>
            <a:ext cx="4022768" cy="2583002"/>
            <a:chOff x="6731733" y="3986393"/>
            <a:chExt cx="4022768" cy="2583002"/>
          </a:xfrm>
        </p:grpSpPr>
        <p:sp>
          <p:nvSpPr>
            <p:cNvPr id="329" name="Text Box 73">
              <a:extLst>
                <a:ext uri="{FF2B5EF4-FFF2-40B4-BE49-F238E27FC236}">
                  <a16:creationId xmlns:a16="http://schemas.microsoft.com/office/drawing/2014/main" id="{33F13002-9C84-AC45-85CD-36E5D057AC9F}"/>
                </a:ext>
              </a:extLst>
            </p:cNvPr>
            <p:cNvSpPr txBox="1">
              <a:spLocks noChangeArrowheads="1"/>
            </p:cNvSpPr>
            <p:nvPr/>
          </p:nvSpPr>
          <p:spPr bwMode="auto">
            <a:xfrm>
              <a:off x="6731733" y="3986393"/>
              <a:ext cx="40227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0" fontAlgn="base" hangingPunct="0">
                <a:spcBef>
                  <a:spcPct val="0"/>
                </a:spcBef>
                <a:spcAft>
                  <a:spcPct val="0"/>
                </a:spcAft>
              </a:pPr>
              <a:r>
                <a:rPr lang="en-US" dirty="0">
                  <a:solidFill>
                    <a:srgbClr val="000000"/>
                  </a:solidFill>
                  <a:latin typeface="Calibri" panose="020F0502020204030204"/>
                </a:rPr>
                <a:t>resulting forwarding table in u:</a:t>
              </a:r>
            </a:p>
          </p:txBody>
        </p:sp>
        <p:grpSp>
          <p:nvGrpSpPr>
            <p:cNvPr id="22" name="Group 21">
              <a:extLst>
                <a:ext uri="{FF2B5EF4-FFF2-40B4-BE49-F238E27FC236}">
                  <a16:creationId xmlns:a16="http://schemas.microsoft.com/office/drawing/2014/main" id="{5A06AC3B-3519-6940-83CC-F298AC6E1530}"/>
                </a:ext>
              </a:extLst>
            </p:cNvPr>
            <p:cNvGrpSpPr/>
            <p:nvPr/>
          </p:nvGrpSpPr>
          <p:grpSpPr>
            <a:xfrm>
              <a:off x="7373074" y="4495305"/>
              <a:ext cx="2423080" cy="2074090"/>
              <a:chOff x="9178724" y="1740531"/>
              <a:chExt cx="2423080" cy="2074090"/>
            </a:xfrm>
          </p:grpSpPr>
          <p:sp>
            <p:nvSpPr>
              <p:cNvPr id="21" name="Rectangle 20">
                <a:extLst>
                  <a:ext uri="{FF2B5EF4-FFF2-40B4-BE49-F238E27FC236}">
                    <a16:creationId xmlns:a16="http://schemas.microsoft.com/office/drawing/2014/main" id="{FA510DE8-21E1-A542-BA94-C8D9DE35CF35}"/>
                  </a:ext>
                </a:extLst>
              </p:cNvPr>
              <p:cNvSpPr/>
              <p:nvPr/>
            </p:nvSpPr>
            <p:spPr>
              <a:xfrm>
                <a:off x="9199418" y="1778000"/>
                <a:ext cx="2373746" cy="277091"/>
              </a:xfrm>
              <a:prstGeom prst="rect">
                <a:avLst/>
              </a:prstGeom>
              <a:solidFill>
                <a:schemeClr val="bg1">
                  <a:lumMod val="8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 name="Rectangle 1">
                <a:extLst>
                  <a:ext uri="{FF2B5EF4-FFF2-40B4-BE49-F238E27FC236}">
                    <a16:creationId xmlns:a16="http://schemas.microsoft.com/office/drawing/2014/main" id="{1854B982-B7D4-D841-A53C-E699EE81E943}"/>
                  </a:ext>
                </a:extLst>
              </p:cNvPr>
              <p:cNvSpPr/>
              <p:nvPr/>
            </p:nvSpPr>
            <p:spPr>
              <a:xfrm>
                <a:off x="9190298" y="1770927"/>
                <a:ext cx="2384385" cy="1979271"/>
              </a:xfrm>
              <a:prstGeom prst="rect">
                <a:avLst/>
              </a:prstGeom>
              <a:noFill/>
              <a:ln>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7" name="TextBox 6">
                <a:extLst>
                  <a:ext uri="{FF2B5EF4-FFF2-40B4-BE49-F238E27FC236}">
                    <a16:creationId xmlns:a16="http://schemas.microsoft.com/office/drawing/2014/main" id="{7507A910-2025-F047-93E1-3DCFBCE13ED1}"/>
                  </a:ext>
                </a:extLst>
              </p:cNvPr>
              <p:cNvSpPr txBox="1"/>
              <p:nvPr/>
            </p:nvSpPr>
            <p:spPr>
              <a:xfrm>
                <a:off x="9572264" y="2060295"/>
                <a:ext cx="404277" cy="1754326"/>
              </a:xfrm>
              <a:prstGeom prst="rect">
                <a:avLst/>
              </a:prstGeom>
              <a:noFill/>
            </p:spPr>
            <p:txBody>
              <a:bodyPr wrap="none" rtlCol="0">
                <a:spAutoFit/>
              </a:bodyPr>
              <a:lstStyle/>
              <a:p>
                <a:pPr algn="ctr">
                  <a:lnSpc>
                    <a:spcPct val="90000"/>
                  </a:lnSpc>
                </a:pPr>
                <a:r>
                  <a:rPr lang="en-US" sz="2400" dirty="0">
                    <a:solidFill>
                      <a:prstClr val="black"/>
                    </a:solidFill>
                  </a:rPr>
                  <a:t>v</a:t>
                </a:r>
              </a:p>
              <a:p>
                <a:pPr algn="ctr">
                  <a:lnSpc>
                    <a:spcPct val="90000"/>
                  </a:lnSpc>
                </a:pPr>
                <a:r>
                  <a:rPr lang="en-US" sz="2400" dirty="0">
                    <a:solidFill>
                      <a:prstClr val="black"/>
                    </a:solidFill>
                  </a:rPr>
                  <a:t>x</a:t>
                </a:r>
              </a:p>
              <a:p>
                <a:pPr algn="ctr">
                  <a:lnSpc>
                    <a:spcPct val="90000"/>
                  </a:lnSpc>
                </a:pPr>
                <a:r>
                  <a:rPr lang="en-US" sz="2400" dirty="0">
                    <a:solidFill>
                      <a:prstClr val="black"/>
                    </a:solidFill>
                  </a:rPr>
                  <a:t>y</a:t>
                </a:r>
              </a:p>
              <a:p>
                <a:pPr algn="ctr">
                  <a:lnSpc>
                    <a:spcPct val="90000"/>
                  </a:lnSpc>
                </a:pPr>
                <a:r>
                  <a:rPr lang="en-US" sz="2400" dirty="0">
                    <a:solidFill>
                      <a:prstClr val="black"/>
                    </a:solidFill>
                  </a:rPr>
                  <a:t>w</a:t>
                </a:r>
              </a:p>
              <a:p>
                <a:pPr algn="ctr">
                  <a:lnSpc>
                    <a:spcPct val="90000"/>
                  </a:lnSpc>
                </a:pPr>
                <a:r>
                  <a:rPr lang="en-US" sz="2400" dirty="0">
                    <a:solidFill>
                      <a:prstClr val="black"/>
                    </a:solidFill>
                  </a:rPr>
                  <a:t>z</a:t>
                </a:r>
                <a:endParaRPr lang="en-US" dirty="0">
                  <a:solidFill>
                    <a:prstClr val="black"/>
                  </a:solidFill>
                </a:endParaRPr>
              </a:p>
            </p:txBody>
          </p:sp>
          <p:sp>
            <p:nvSpPr>
              <p:cNvPr id="330" name="TextBox 329">
                <a:extLst>
                  <a:ext uri="{FF2B5EF4-FFF2-40B4-BE49-F238E27FC236}">
                    <a16:creationId xmlns:a16="http://schemas.microsoft.com/office/drawing/2014/main" id="{D2ECC22B-FD29-854E-98E6-577039BEAFC8}"/>
                  </a:ext>
                </a:extLst>
              </p:cNvPr>
              <p:cNvSpPr txBox="1"/>
              <p:nvPr/>
            </p:nvSpPr>
            <p:spPr>
              <a:xfrm>
                <a:off x="10615914" y="2050649"/>
                <a:ext cx="748923" cy="1754326"/>
              </a:xfrm>
              <a:prstGeom prst="rect">
                <a:avLst/>
              </a:prstGeom>
              <a:noFill/>
            </p:spPr>
            <p:txBody>
              <a:bodyPr wrap="none" rtlCol="0">
                <a:spAutoFit/>
              </a:bodyPr>
              <a:lstStyle/>
              <a:p>
                <a:pPr>
                  <a:lnSpc>
                    <a:spcPct val="90000"/>
                  </a:lnSpc>
                </a:pPr>
                <a:r>
                  <a:rPr lang="en-US" sz="2400" dirty="0">
                    <a:solidFill>
                      <a:prstClr val="black"/>
                    </a:solidFill>
                  </a:rPr>
                  <a:t>(u,v)</a:t>
                </a:r>
              </a:p>
              <a:p>
                <a:pPr>
                  <a:lnSpc>
                    <a:spcPct val="90000"/>
                  </a:lnSpc>
                </a:pPr>
                <a:r>
                  <a:rPr lang="en-US" sz="2400" dirty="0">
                    <a:solidFill>
                      <a:prstClr val="black"/>
                    </a:solidFill>
                  </a:rPr>
                  <a:t>(u,x)</a:t>
                </a:r>
              </a:p>
              <a:p>
                <a:pPr>
                  <a:lnSpc>
                    <a:spcPct val="90000"/>
                  </a:lnSpc>
                </a:pPr>
                <a:r>
                  <a:rPr lang="en-US" sz="2400" dirty="0">
                    <a:solidFill>
                      <a:prstClr val="black"/>
                    </a:solidFill>
                  </a:rPr>
                  <a:t>(u,x)</a:t>
                </a:r>
              </a:p>
              <a:p>
                <a:pPr>
                  <a:lnSpc>
                    <a:spcPct val="90000"/>
                  </a:lnSpc>
                </a:pPr>
                <a:r>
                  <a:rPr lang="en-US" sz="2400" dirty="0">
                    <a:solidFill>
                      <a:prstClr val="black"/>
                    </a:solidFill>
                  </a:rPr>
                  <a:t>(u,x)</a:t>
                </a:r>
              </a:p>
              <a:p>
                <a:pPr>
                  <a:lnSpc>
                    <a:spcPct val="90000"/>
                  </a:lnSpc>
                </a:pPr>
                <a:r>
                  <a:rPr lang="en-US" sz="2400" dirty="0">
                    <a:solidFill>
                      <a:prstClr val="black"/>
                    </a:solidFill>
                  </a:rPr>
                  <a:t>(u,x)</a:t>
                </a:r>
                <a:endParaRPr lang="en-US" dirty="0">
                  <a:solidFill>
                    <a:prstClr val="black"/>
                  </a:solidFill>
                </a:endParaRPr>
              </a:p>
            </p:txBody>
          </p:sp>
          <p:sp>
            <p:nvSpPr>
              <p:cNvPr id="8" name="TextBox 7">
                <a:extLst>
                  <a:ext uri="{FF2B5EF4-FFF2-40B4-BE49-F238E27FC236}">
                    <a16:creationId xmlns:a16="http://schemas.microsoft.com/office/drawing/2014/main" id="{9E9A1932-3100-C346-AA74-8048C9EF5669}"/>
                  </a:ext>
                </a:extLst>
              </p:cNvPr>
              <p:cNvSpPr txBox="1"/>
              <p:nvPr/>
            </p:nvSpPr>
            <p:spPr>
              <a:xfrm>
                <a:off x="9220467" y="1747835"/>
                <a:ext cx="1123000" cy="338554"/>
              </a:xfrm>
              <a:prstGeom prst="rect">
                <a:avLst/>
              </a:prstGeom>
              <a:noFill/>
            </p:spPr>
            <p:txBody>
              <a:bodyPr wrap="none" rtlCol="0">
                <a:spAutoFit/>
              </a:bodyPr>
              <a:lstStyle/>
              <a:p>
                <a:r>
                  <a:rPr lang="en-US" sz="1600" dirty="0">
                    <a:solidFill>
                      <a:prstClr val="black"/>
                    </a:solidFill>
                  </a:rPr>
                  <a:t>destination</a:t>
                </a:r>
                <a:endParaRPr lang="en-US" dirty="0">
                  <a:solidFill>
                    <a:prstClr val="black"/>
                  </a:solidFill>
                </a:endParaRPr>
              </a:p>
            </p:txBody>
          </p:sp>
          <p:sp>
            <p:nvSpPr>
              <p:cNvPr id="331" name="TextBox 330">
                <a:extLst>
                  <a:ext uri="{FF2B5EF4-FFF2-40B4-BE49-F238E27FC236}">
                    <a16:creationId xmlns:a16="http://schemas.microsoft.com/office/drawing/2014/main" id="{5C520567-C138-9F4F-972E-A6D6E1C098AE}"/>
                  </a:ext>
                </a:extLst>
              </p:cNvPr>
              <p:cNvSpPr txBox="1"/>
              <p:nvPr/>
            </p:nvSpPr>
            <p:spPr>
              <a:xfrm>
                <a:off x="10338125" y="1740531"/>
                <a:ext cx="1263679" cy="338554"/>
              </a:xfrm>
              <a:prstGeom prst="rect">
                <a:avLst/>
              </a:prstGeom>
              <a:noFill/>
            </p:spPr>
            <p:txBody>
              <a:bodyPr wrap="none" rtlCol="0">
                <a:spAutoFit/>
              </a:bodyPr>
              <a:lstStyle/>
              <a:p>
                <a:r>
                  <a:rPr lang="en-US" sz="1600" dirty="0">
                    <a:solidFill>
                      <a:prstClr val="black"/>
                    </a:solidFill>
                  </a:rPr>
                  <a:t>outgoing link</a:t>
                </a:r>
              </a:p>
            </p:txBody>
          </p:sp>
          <p:cxnSp>
            <p:nvCxnSpPr>
              <p:cNvPr id="10" name="Straight Connector 9">
                <a:extLst>
                  <a:ext uri="{FF2B5EF4-FFF2-40B4-BE49-F238E27FC236}">
                    <a16:creationId xmlns:a16="http://schemas.microsoft.com/office/drawing/2014/main" id="{C34AB781-8439-8C4F-8F97-23D8CA7BA068}"/>
                  </a:ext>
                </a:extLst>
              </p:cNvPr>
              <p:cNvCxnSpPr>
                <a:cxnSpLocks/>
              </p:cNvCxnSpPr>
              <p:nvPr/>
            </p:nvCxnSpPr>
            <p:spPr>
              <a:xfrm>
                <a:off x="9178724" y="2060293"/>
                <a:ext cx="2395960" cy="0"/>
              </a:xfrm>
              <a:prstGeom prst="line">
                <a:avLst/>
              </a:prstGeom>
              <a:ln w="12700">
                <a:solidFill>
                  <a:srgbClr val="0000A8"/>
                </a:solidFill>
              </a:ln>
            </p:spPr>
            <p:style>
              <a:lnRef idx="1">
                <a:schemeClr val="accent1"/>
              </a:lnRef>
              <a:fillRef idx="0">
                <a:schemeClr val="accent1"/>
              </a:fillRef>
              <a:effectRef idx="0">
                <a:schemeClr val="accent1"/>
              </a:effectRef>
              <a:fontRef idx="minor">
                <a:schemeClr val="tx1"/>
              </a:fontRef>
            </p:style>
          </p:cxnSp>
          <p:cxnSp>
            <p:nvCxnSpPr>
              <p:cNvPr id="332" name="Straight Connector 331">
                <a:extLst>
                  <a:ext uri="{FF2B5EF4-FFF2-40B4-BE49-F238E27FC236}">
                    <a16:creationId xmlns:a16="http://schemas.microsoft.com/office/drawing/2014/main" id="{CE7D2336-FF8B-F94C-A7C3-827D1CE1B031}"/>
                  </a:ext>
                </a:extLst>
              </p:cNvPr>
              <p:cNvCxnSpPr>
                <a:cxnSpLocks/>
              </p:cNvCxnSpPr>
              <p:nvPr/>
            </p:nvCxnSpPr>
            <p:spPr>
              <a:xfrm>
                <a:off x="10359342" y="1770927"/>
                <a:ext cx="0" cy="1990845"/>
              </a:xfrm>
              <a:prstGeom prst="line">
                <a:avLst/>
              </a:prstGeom>
              <a:ln w="12700">
                <a:solidFill>
                  <a:srgbClr val="0000A8"/>
                </a:solidFill>
              </a:ln>
            </p:spPr>
            <p:style>
              <a:lnRef idx="1">
                <a:schemeClr val="accent1"/>
              </a:lnRef>
              <a:fillRef idx="0">
                <a:schemeClr val="accent1"/>
              </a:fillRef>
              <a:effectRef idx="0">
                <a:schemeClr val="accent1"/>
              </a:effectRef>
              <a:fontRef idx="minor">
                <a:schemeClr val="tx1"/>
              </a:fontRef>
            </p:style>
          </p:cxnSp>
        </p:grpSp>
      </p:grpSp>
      <p:grpSp>
        <p:nvGrpSpPr>
          <p:cNvPr id="29" name="Group 28">
            <a:extLst>
              <a:ext uri="{FF2B5EF4-FFF2-40B4-BE49-F238E27FC236}">
                <a16:creationId xmlns:a16="http://schemas.microsoft.com/office/drawing/2014/main" id="{F7EB9AF4-5603-FB43-B05B-61449C2AEFFB}"/>
              </a:ext>
            </a:extLst>
          </p:cNvPr>
          <p:cNvGrpSpPr/>
          <p:nvPr/>
        </p:nvGrpSpPr>
        <p:grpSpPr>
          <a:xfrm>
            <a:off x="8565265" y="4815068"/>
            <a:ext cx="3170508" cy="369332"/>
            <a:chOff x="8565265" y="4815068"/>
            <a:chExt cx="3170508" cy="369332"/>
          </a:xfrm>
        </p:grpSpPr>
        <p:sp>
          <p:nvSpPr>
            <p:cNvPr id="25" name="TextBox 24">
              <a:extLst>
                <a:ext uri="{FF2B5EF4-FFF2-40B4-BE49-F238E27FC236}">
                  <a16:creationId xmlns:a16="http://schemas.microsoft.com/office/drawing/2014/main" id="{7E6387EE-3D37-4948-8425-E51C56BFAD3E}"/>
                </a:ext>
              </a:extLst>
            </p:cNvPr>
            <p:cNvSpPr txBox="1"/>
            <p:nvPr/>
          </p:nvSpPr>
          <p:spPr>
            <a:xfrm>
              <a:off x="9201874" y="4815068"/>
              <a:ext cx="2533899" cy="369332"/>
            </a:xfrm>
            <a:prstGeom prst="rect">
              <a:avLst/>
            </a:prstGeom>
            <a:noFill/>
          </p:spPr>
          <p:txBody>
            <a:bodyPr wrap="none" rtlCol="0">
              <a:spAutoFit/>
            </a:bodyPr>
            <a:lstStyle/>
            <a:p>
              <a:r>
                <a:rPr lang="en-US" dirty="0">
                  <a:solidFill>
                    <a:prstClr val="black"/>
                  </a:solidFill>
                </a:rPr>
                <a:t>route from </a:t>
              </a:r>
              <a:r>
                <a:rPr lang="en-US" i="1" dirty="0">
                  <a:solidFill>
                    <a:prstClr val="black"/>
                  </a:solidFill>
                </a:rPr>
                <a:t>u</a:t>
              </a:r>
              <a:r>
                <a:rPr lang="en-US" dirty="0">
                  <a:solidFill>
                    <a:prstClr val="black"/>
                  </a:solidFill>
                </a:rPr>
                <a:t> to</a:t>
              </a:r>
              <a:r>
                <a:rPr lang="en-US" i="1" dirty="0">
                  <a:solidFill>
                    <a:prstClr val="black"/>
                  </a:solidFill>
                </a:rPr>
                <a:t> v </a:t>
              </a:r>
              <a:r>
                <a:rPr lang="en-US" dirty="0">
                  <a:solidFill>
                    <a:prstClr val="black"/>
                  </a:solidFill>
                </a:rPr>
                <a:t>directly</a:t>
              </a:r>
            </a:p>
          </p:txBody>
        </p:sp>
        <p:cxnSp>
          <p:nvCxnSpPr>
            <p:cNvPr id="27" name="Straight Connector 26">
              <a:extLst>
                <a:ext uri="{FF2B5EF4-FFF2-40B4-BE49-F238E27FC236}">
                  <a16:creationId xmlns:a16="http://schemas.microsoft.com/office/drawing/2014/main" id="{B127B774-BBDB-844B-9FDB-AFB31AC4A39F}"/>
                </a:ext>
              </a:extLst>
            </p:cNvPr>
            <p:cNvCxnSpPr>
              <a:cxnSpLocks/>
            </p:cNvCxnSpPr>
            <p:nvPr/>
          </p:nvCxnSpPr>
          <p:spPr>
            <a:xfrm>
              <a:off x="8565265" y="5000264"/>
              <a:ext cx="682907" cy="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31" name="Group 30">
            <a:extLst>
              <a:ext uri="{FF2B5EF4-FFF2-40B4-BE49-F238E27FC236}">
                <a16:creationId xmlns:a16="http://schemas.microsoft.com/office/drawing/2014/main" id="{7F3C6B55-B326-044B-8E06-D5159D43754E}"/>
              </a:ext>
            </a:extLst>
          </p:cNvPr>
          <p:cNvGrpSpPr/>
          <p:nvPr/>
        </p:nvGrpSpPr>
        <p:grpSpPr>
          <a:xfrm>
            <a:off x="8877782" y="5197032"/>
            <a:ext cx="2372811" cy="1260926"/>
            <a:chOff x="8877782" y="5197032"/>
            <a:chExt cx="2372811" cy="1260926"/>
          </a:xfrm>
        </p:grpSpPr>
        <p:sp>
          <p:nvSpPr>
            <p:cNvPr id="333" name="TextBox 332">
              <a:extLst>
                <a:ext uri="{FF2B5EF4-FFF2-40B4-BE49-F238E27FC236}">
                  <a16:creationId xmlns:a16="http://schemas.microsoft.com/office/drawing/2014/main" id="{C09FF997-745F-784E-9A60-C291F499E8CB}"/>
                </a:ext>
              </a:extLst>
            </p:cNvPr>
            <p:cNvSpPr txBox="1"/>
            <p:nvPr/>
          </p:nvSpPr>
          <p:spPr>
            <a:xfrm>
              <a:off x="9215379" y="5534628"/>
              <a:ext cx="2035214" cy="923330"/>
            </a:xfrm>
            <a:prstGeom prst="rect">
              <a:avLst/>
            </a:prstGeom>
            <a:noFill/>
          </p:spPr>
          <p:txBody>
            <a:bodyPr wrap="square" rtlCol="0">
              <a:spAutoFit/>
            </a:bodyPr>
            <a:lstStyle/>
            <a:p>
              <a:r>
                <a:rPr lang="en-US" dirty="0">
                  <a:solidFill>
                    <a:prstClr val="black"/>
                  </a:solidFill>
                </a:rPr>
                <a:t>route from u to all other destinations via </a:t>
              </a:r>
              <a:r>
                <a:rPr lang="en-US" i="1" dirty="0">
                  <a:solidFill>
                    <a:prstClr val="black"/>
                  </a:solidFill>
                </a:rPr>
                <a:t>x</a:t>
              </a:r>
              <a:r>
                <a:rPr lang="en-US" dirty="0">
                  <a:solidFill>
                    <a:prstClr val="black"/>
                  </a:solidFill>
                </a:rPr>
                <a:t> </a:t>
              </a:r>
            </a:p>
          </p:txBody>
        </p:sp>
        <p:sp>
          <p:nvSpPr>
            <p:cNvPr id="30" name="Right Brace 29">
              <a:extLst>
                <a:ext uri="{FF2B5EF4-FFF2-40B4-BE49-F238E27FC236}">
                  <a16:creationId xmlns:a16="http://schemas.microsoft.com/office/drawing/2014/main" id="{68ADB3E5-D636-BB44-86FA-BBB701733A10}"/>
                </a:ext>
              </a:extLst>
            </p:cNvPr>
            <p:cNvSpPr/>
            <p:nvPr/>
          </p:nvSpPr>
          <p:spPr>
            <a:xfrm>
              <a:off x="8877782" y="5197032"/>
              <a:ext cx="352218" cy="1238491"/>
            </a:xfrm>
            <a:prstGeom prst="rightBrace">
              <a:avLst/>
            </a:prstGeom>
            <a:ln w="127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solidFill>
                  <a:prstClr val="black"/>
                </a:solidFill>
              </a:endParaRPr>
            </a:p>
          </p:txBody>
        </p:sp>
      </p:grpSp>
    </p:spTree>
    <p:extLst>
      <p:ext uri="{BB962C8B-B14F-4D97-AF65-F5344CB8AC3E}">
        <p14:creationId xmlns:p14="http://schemas.microsoft.com/office/powerpoint/2010/main" val="39460434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dissolve">
                                      <p:cBhvr>
                                        <p:cTn id="7" dur="500"/>
                                        <p:tgtEl>
                                          <p:spTgt spid="2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9"/>
                                        </p:tgtEl>
                                        <p:attrNameLst>
                                          <p:attrName>style.visibility</p:attrName>
                                        </p:attrNameLst>
                                      </p:cBhvr>
                                      <p:to>
                                        <p:strVal val="visible"/>
                                      </p:to>
                                    </p:set>
                                    <p:animEffect transition="in" filter="dissolve">
                                      <p:cBhvr>
                                        <p:cTn id="12" dur="500"/>
                                        <p:tgtEl>
                                          <p:spTgt spid="2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1"/>
                                        </p:tgtEl>
                                        <p:attrNameLst>
                                          <p:attrName>style.visibility</p:attrName>
                                        </p:attrNameLst>
                                      </p:cBhvr>
                                      <p:to>
                                        <p:strVal val="visible"/>
                                      </p:to>
                                    </p:set>
                                    <p:animEffect transition="in" filter="dissolve">
                                      <p:cBhvr>
                                        <p:cTn id="17"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B27BFF1-5DCE-D642-8EFE-FACB1C97EEE0}"/>
              </a:ext>
            </a:extLst>
          </p:cNvPr>
          <p:cNvSpPr>
            <a:spLocks noGrp="1"/>
          </p:cNvSpPr>
          <p:nvPr>
            <p:ph type="title"/>
          </p:nvPr>
        </p:nvSpPr>
        <p:spPr>
          <a:xfrm>
            <a:off x="838199" y="354060"/>
            <a:ext cx="11179629" cy="894622"/>
          </a:xfrm>
        </p:spPr>
        <p:txBody>
          <a:bodyPr/>
          <a:lstStyle/>
          <a:p>
            <a:r>
              <a:rPr lang="en-US" b="0" dirty="0">
                <a:latin typeface="+mn-lt"/>
              </a:rPr>
              <a:t>Dijkstra’s algorithm: another example</a:t>
            </a:r>
          </a:p>
        </p:txBody>
      </p:sp>
      <p:sp>
        <p:nvSpPr>
          <p:cNvPr id="546" name="Slide Number Placeholder 4">
            <a:extLst>
              <a:ext uri="{FF2B5EF4-FFF2-40B4-BE49-F238E27FC236}">
                <a16:creationId xmlns:a16="http://schemas.microsoft.com/office/drawing/2014/main" id="{5DC8F37A-7230-5148-88D9-265AE5AD394E}"/>
              </a:ext>
            </a:extLst>
          </p:cNvPr>
          <p:cNvSpPr>
            <a:spLocks noGrp="1"/>
          </p:cNvSpPr>
          <p:nvPr>
            <p:ph type="sldNum" sz="quarter" idx="4"/>
          </p:nvPr>
        </p:nvSpPr>
        <p:spPr>
          <a:xfrm>
            <a:off x="9219616" y="6443089"/>
            <a:ext cx="2743200" cy="365125"/>
          </a:xfrm>
        </p:spPr>
        <p:txBody>
          <a:bodyPr/>
          <a:lstStyle/>
          <a:p>
            <a:pPr>
              <a:defRPr/>
            </a:pPr>
            <a:r>
              <a:rPr lang="en-US" dirty="0">
                <a:solidFill>
                  <a:prstClr val="white">
                    <a:lumMod val="50000"/>
                  </a:prstClr>
                </a:solidFill>
              </a:rPr>
              <a:t>Network Layer: 5-</a:t>
            </a:r>
            <a:fld id="{C4204591-24BD-A542-B9D5-F8D8A88D2FEE}" type="slidenum">
              <a:rPr lang="en-US" smtClean="0">
                <a:solidFill>
                  <a:prstClr val="white">
                    <a:lumMod val="50000"/>
                  </a:prstClr>
                </a:solidFill>
              </a:rPr>
              <a:pPr>
                <a:defRPr/>
              </a:pPr>
              <a:t>47</a:t>
            </a:fld>
            <a:endParaRPr lang="en-US" dirty="0">
              <a:solidFill>
                <a:prstClr val="white">
                  <a:lumMod val="50000"/>
                </a:prstClr>
              </a:solidFill>
            </a:endParaRPr>
          </a:p>
        </p:txBody>
      </p:sp>
      <p:grpSp>
        <p:nvGrpSpPr>
          <p:cNvPr id="276" name="Group 2">
            <a:extLst>
              <a:ext uri="{FF2B5EF4-FFF2-40B4-BE49-F238E27FC236}">
                <a16:creationId xmlns:a16="http://schemas.microsoft.com/office/drawing/2014/main" id="{32F1096F-92AF-264C-9891-4B2131A1535A}"/>
              </a:ext>
            </a:extLst>
          </p:cNvPr>
          <p:cNvGrpSpPr>
            <a:grpSpLocks/>
          </p:cNvGrpSpPr>
          <p:nvPr/>
        </p:nvGrpSpPr>
        <p:grpSpPr bwMode="auto">
          <a:xfrm>
            <a:off x="7267328" y="1497821"/>
            <a:ext cx="4217987" cy="3364357"/>
            <a:chOff x="415" y="856"/>
            <a:chExt cx="2910" cy="2258"/>
          </a:xfrm>
        </p:grpSpPr>
        <p:grpSp>
          <p:nvGrpSpPr>
            <p:cNvPr id="277" name="Group 3">
              <a:extLst>
                <a:ext uri="{FF2B5EF4-FFF2-40B4-BE49-F238E27FC236}">
                  <a16:creationId xmlns:a16="http://schemas.microsoft.com/office/drawing/2014/main" id="{658BC70D-BFE1-3445-B630-7B3A4A79644E}"/>
                </a:ext>
              </a:extLst>
            </p:cNvPr>
            <p:cNvGrpSpPr>
              <a:grpSpLocks/>
            </p:cNvGrpSpPr>
            <p:nvPr/>
          </p:nvGrpSpPr>
          <p:grpSpPr bwMode="auto">
            <a:xfrm>
              <a:off x="1290" y="1997"/>
              <a:ext cx="316" cy="267"/>
              <a:chOff x="1613" y="2011"/>
              <a:chExt cx="316" cy="267"/>
            </a:xfrm>
          </p:grpSpPr>
          <p:sp>
            <p:nvSpPr>
              <p:cNvPr id="339" name="Oval 4">
                <a:extLst>
                  <a:ext uri="{FF2B5EF4-FFF2-40B4-BE49-F238E27FC236}">
                    <a16:creationId xmlns:a16="http://schemas.microsoft.com/office/drawing/2014/main" id="{12B70928-94ED-274E-B17E-6E7CC5A85CBE}"/>
                  </a:ext>
                </a:extLst>
              </p:cNvPr>
              <p:cNvSpPr>
                <a:spLocks noChangeArrowheads="1"/>
              </p:cNvSpPr>
              <p:nvPr/>
            </p:nvSpPr>
            <p:spPr bwMode="auto">
              <a:xfrm>
                <a:off x="1616" y="2138"/>
                <a:ext cx="311"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40" name="Line 5">
                <a:extLst>
                  <a:ext uri="{FF2B5EF4-FFF2-40B4-BE49-F238E27FC236}">
                    <a16:creationId xmlns:a16="http://schemas.microsoft.com/office/drawing/2014/main" id="{724BACA0-C784-AA40-8F39-24AD77537946}"/>
                  </a:ext>
                </a:extLst>
              </p:cNvPr>
              <p:cNvSpPr>
                <a:spLocks noChangeShapeType="1"/>
              </p:cNvSpPr>
              <p:nvPr/>
            </p:nvSpPr>
            <p:spPr bwMode="auto">
              <a:xfrm>
                <a:off x="1616" y="2129"/>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41" name="Line 6">
                <a:extLst>
                  <a:ext uri="{FF2B5EF4-FFF2-40B4-BE49-F238E27FC236}">
                    <a16:creationId xmlns:a16="http://schemas.microsoft.com/office/drawing/2014/main" id="{60ABD3DF-926A-F240-941E-16F8EC7F87C1}"/>
                  </a:ext>
                </a:extLst>
              </p:cNvPr>
              <p:cNvSpPr>
                <a:spLocks noChangeShapeType="1"/>
              </p:cNvSpPr>
              <p:nvPr/>
            </p:nvSpPr>
            <p:spPr bwMode="auto">
              <a:xfrm>
                <a:off x="1929" y="2129"/>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42" name="Rectangle 7">
                <a:extLst>
                  <a:ext uri="{FF2B5EF4-FFF2-40B4-BE49-F238E27FC236}">
                    <a16:creationId xmlns:a16="http://schemas.microsoft.com/office/drawing/2014/main" id="{422D10D2-9AFE-1242-8892-1E7B20AE2262}"/>
                  </a:ext>
                </a:extLst>
              </p:cNvPr>
              <p:cNvSpPr>
                <a:spLocks noChangeArrowheads="1"/>
              </p:cNvSpPr>
              <p:nvPr/>
            </p:nvSpPr>
            <p:spPr bwMode="auto">
              <a:xfrm>
                <a:off x="1616" y="2129"/>
                <a:ext cx="308"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343" name="Oval 8">
                <a:extLst>
                  <a:ext uri="{FF2B5EF4-FFF2-40B4-BE49-F238E27FC236}">
                    <a16:creationId xmlns:a16="http://schemas.microsoft.com/office/drawing/2014/main" id="{A63B1AAC-711F-694A-BF58-5189313DB89E}"/>
                  </a:ext>
                </a:extLst>
              </p:cNvPr>
              <p:cNvSpPr>
                <a:spLocks noChangeArrowheads="1"/>
              </p:cNvSpPr>
              <p:nvPr/>
            </p:nvSpPr>
            <p:spPr bwMode="auto">
              <a:xfrm>
                <a:off x="1613" y="2072"/>
                <a:ext cx="311"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44" name="Rectangle 9">
                <a:extLst>
                  <a:ext uri="{FF2B5EF4-FFF2-40B4-BE49-F238E27FC236}">
                    <a16:creationId xmlns:a16="http://schemas.microsoft.com/office/drawing/2014/main" id="{C458B676-20F1-6E43-A811-83BAEA22C33B}"/>
                  </a:ext>
                </a:extLst>
              </p:cNvPr>
              <p:cNvSpPr>
                <a:spLocks noChangeArrowheads="1"/>
              </p:cNvSpPr>
              <p:nvPr/>
            </p:nvSpPr>
            <p:spPr bwMode="auto">
              <a:xfrm>
                <a:off x="1686" y="2100"/>
                <a:ext cx="140" cy="105"/>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45" name="Text Box 10">
                <a:extLst>
                  <a:ext uri="{FF2B5EF4-FFF2-40B4-BE49-F238E27FC236}">
                    <a16:creationId xmlns:a16="http://schemas.microsoft.com/office/drawing/2014/main" id="{484CB1B7-C628-9F42-990E-9F7B96F34448}"/>
                  </a:ext>
                </a:extLst>
              </p:cNvPr>
              <p:cNvSpPr txBox="1">
                <a:spLocks noChangeArrowheads="1"/>
              </p:cNvSpPr>
              <p:nvPr/>
            </p:nvSpPr>
            <p:spPr bwMode="auto">
              <a:xfrm>
                <a:off x="1633" y="2011"/>
                <a:ext cx="254"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w</a:t>
                </a:r>
                <a:endParaRPr lang="en-US" kern="0" dirty="0">
                  <a:solidFill>
                    <a:srgbClr val="000000"/>
                  </a:solidFill>
                </a:endParaRPr>
              </a:p>
            </p:txBody>
          </p:sp>
        </p:grpSp>
        <p:sp>
          <p:nvSpPr>
            <p:cNvPr id="278" name="Text Box 11">
              <a:extLst>
                <a:ext uri="{FF2B5EF4-FFF2-40B4-BE49-F238E27FC236}">
                  <a16:creationId xmlns:a16="http://schemas.microsoft.com/office/drawing/2014/main" id="{2C66EC07-AF51-8046-9F06-245C35A6BAEF}"/>
                </a:ext>
              </a:extLst>
            </p:cNvPr>
            <p:cNvSpPr txBox="1">
              <a:spLocks noChangeArrowheads="1"/>
            </p:cNvSpPr>
            <p:nvPr/>
          </p:nvSpPr>
          <p:spPr bwMode="auto">
            <a:xfrm>
              <a:off x="925" y="1959"/>
              <a:ext cx="215"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3</a:t>
              </a:r>
              <a:endParaRPr lang="en-US" kern="0" dirty="0">
                <a:solidFill>
                  <a:srgbClr val="000000"/>
                </a:solidFill>
              </a:endParaRPr>
            </a:p>
          </p:txBody>
        </p:sp>
        <p:sp>
          <p:nvSpPr>
            <p:cNvPr id="279" name="Text Box 12">
              <a:extLst>
                <a:ext uri="{FF2B5EF4-FFF2-40B4-BE49-F238E27FC236}">
                  <a16:creationId xmlns:a16="http://schemas.microsoft.com/office/drawing/2014/main" id="{FD2DA6DD-F18F-9646-A088-CBDDFC29893E}"/>
                </a:ext>
              </a:extLst>
            </p:cNvPr>
            <p:cNvSpPr txBox="1">
              <a:spLocks noChangeArrowheads="1"/>
            </p:cNvSpPr>
            <p:nvPr/>
          </p:nvSpPr>
          <p:spPr bwMode="auto">
            <a:xfrm>
              <a:off x="1430" y="1478"/>
              <a:ext cx="215"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4</a:t>
              </a:r>
              <a:endParaRPr lang="en-US" kern="0" dirty="0">
                <a:solidFill>
                  <a:srgbClr val="000000"/>
                </a:solidFill>
              </a:endParaRPr>
            </a:p>
          </p:txBody>
        </p:sp>
        <p:grpSp>
          <p:nvGrpSpPr>
            <p:cNvPr id="280" name="Group 13">
              <a:extLst>
                <a:ext uri="{FF2B5EF4-FFF2-40B4-BE49-F238E27FC236}">
                  <a16:creationId xmlns:a16="http://schemas.microsoft.com/office/drawing/2014/main" id="{471A1164-4650-7144-A6A9-CC01236964B8}"/>
                </a:ext>
              </a:extLst>
            </p:cNvPr>
            <p:cNvGrpSpPr>
              <a:grpSpLocks/>
            </p:cNvGrpSpPr>
            <p:nvPr/>
          </p:nvGrpSpPr>
          <p:grpSpPr bwMode="auto">
            <a:xfrm>
              <a:off x="1299" y="2848"/>
              <a:ext cx="316" cy="266"/>
              <a:chOff x="1613" y="2011"/>
              <a:chExt cx="316" cy="266"/>
            </a:xfrm>
          </p:grpSpPr>
          <p:sp>
            <p:nvSpPr>
              <p:cNvPr id="332" name="Oval 14">
                <a:extLst>
                  <a:ext uri="{FF2B5EF4-FFF2-40B4-BE49-F238E27FC236}">
                    <a16:creationId xmlns:a16="http://schemas.microsoft.com/office/drawing/2014/main" id="{80A336F3-1162-5342-AC4A-8B2AED4E9173}"/>
                  </a:ext>
                </a:extLst>
              </p:cNvPr>
              <p:cNvSpPr>
                <a:spLocks noChangeArrowheads="1"/>
              </p:cNvSpPr>
              <p:nvPr/>
            </p:nvSpPr>
            <p:spPr bwMode="auto">
              <a:xfrm>
                <a:off x="1616" y="2138"/>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33" name="Line 15">
                <a:extLst>
                  <a:ext uri="{FF2B5EF4-FFF2-40B4-BE49-F238E27FC236}">
                    <a16:creationId xmlns:a16="http://schemas.microsoft.com/office/drawing/2014/main" id="{9FF9E86E-2F60-184C-8322-81DAB6CC7920}"/>
                  </a:ext>
                </a:extLst>
              </p:cNvPr>
              <p:cNvSpPr>
                <a:spLocks noChangeShapeType="1"/>
              </p:cNvSpPr>
              <p:nvPr/>
            </p:nvSpPr>
            <p:spPr bwMode="auto">
              <a:xfrm>
                <a:off x="1616" y="2131"/>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34" name="Line 16">
                <a:extLst>
                  <a:ext uri="{FF2B5EF4-FFF2-40B4-BE49-F238E27FC236}">
                    <a16:creationId xmlns:a16="http://schemas.microsoft.com/office/drawing/2014/main" id="{139291DA-0B23-AF4A-80E1-C5AB8C8D5486}"/>
                  </a:ext>
                </a:extLst>
              </p:cNvPr>
              <p:cNvSpPr>
                <a:spLocks noChangeShapeType="1"/>
              </p:cNvSpPr>
              <p:nvPr/>
            </p:nvSpPr>
            <p:spPr bwMode="auto">
              <a:xfrm>
                <a:off x="1929" y="2131"/>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35" name="Rectangle 17">
                <a:extLst>
                  <a:ext uri="{FF2B5EF4-FFF2-40B4-BE49-F238E27FC236}">
                    <a16:creationId xmlns:a16="http://schemas.microsoft.com/office/drawing/2014/main" id="{DCCEEA9D-E3E7-3E47-B22F-9936B2939769}"/>
                  </a:ext>
                </a:extLst>
              </p:cNvPr>
              <p:cNvSpPr>
                <a:spLocks noChangeArrowheads="1"/>
              </p:cNvSpPr>
              <p:nvPr/>
            </p:nvSpPr>
            <p:spPr bwMode="auto">
              <a:xfrm>
                <a:off x="1616" y="2131"/>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336" name="Oval 18">
                <a:extLst>
                  <a:ext uri="{FF2B5EF4-FFF2-40B4-BE49-F238E27FC236}">
                    <a16:creationId xmlns:a16="http://schemas.microsoft.com/office/drawing/2014/main" id="{BC673A69-9F19-6E48-B78B-300E678AB93C}"/>
                  </a:ext>
                </a:extLst>
              </p:cNvPr>
              <p:cNvSpPr>
                <a:spLocks noChangeArrowheads="1"/>
              </p:cNvSpPr>
              <p:nvPr/>
            </p:nvSpPr>
            <p:spPr bwMode="auto">
              <a:xfrm>
                <a:off x="1613" y="2072"/>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37" name="Rectangle 19">
                <a:extLst>
                  <a:ext uri="{FF2B5EF4-FFF2-40B4-BE49-F238E27FC236}">
                    <a16:creationId xmlns:a16="http://schemas.microsoft.com/office/drawing/2014/main" id="{9CB54AFD-33DB-F34A-A696-9C14C1F2BC23}"/>
                  </a:ext>
                </a:extLst>
              </p:cNvPr>
              <p:cNvSpPr>
                <a:spLocks noChangeArrowheads="1"/>
              </p:cNvSpPr>
              <p:nvPr/>
            </p:nvSpPr>
            <p:spPr bwMode="auto">
              <a:xfrm>
                <a:off x="1687" y="2100"/>
                <a:ext cx="141" cy="105"/>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38" name="Text Box 20">
                <a:extLst>
                  <a:ext uri="{FF2B5EF4-FFF2-40B4-BE49-F238E27FC236}">
                    <a16:creationId xmlns:a16="http://schemas.microsoft.com/office/drawing/2014/main" id="{AC845383-9D3E-5C42-BB6B-3E65197E8A69}"/>
                  </a:ext>
                </a:extLst>
              </p:cNvPr>
              <p:cNvSpPr txBox="1">
                <a:spLocks noChangeArrowheads="1"/>
              </p:cNvSpPr>
              <p:nvPr/>
            </p:nvSpPr>
            <p:spPr bwMode="auto">
              <a:xfrm>
                <a:off x="1652" y="2011"/>
                <a:ext cx="215"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v</a:t>
                </a:r>
                <a:endParaRPr lang="en-US" kern="0" dirty="0">
                  <a:solidFill>
                    <a:srgbClr val="000000"/>
                  </a:solidFill>
                </a:endParaRPr>
              </a:p>
            </p:txBody>
          </p:sp>
        </p:grpSp>
        <p:grpSp>
          <p:nvGrpSpPr>
            <p:cNvPr id="281" name="Group 21">
              <a:extLst>
                <a:ext uri="{FF2B5EF4-FFF2-40B4-BE49-F238E27FC236}">
                  <a16:creationId xmlns:a16="http://schemas.microsoft.com/office/drawing/2014/main" id="{BA8E377E-CA1A-ED4B-BF90-295028D96A71}"/>
                </a:ext>
              </a:extLst>
            </p:cNvPr>
            <p:cNvGrpSpPr>
              <a:grpSpLocks/>
            </p:cNvGrpSpPr>
            <p:nvPr/>
          </p:nvGrpSpPr>
          <p:grpSpPr bwMode="auto">
            <a:xfrm>
              <a:off x="1295" y="856"/>
              <a:ext cx="316" cy="266"/>
              <a:chOff x="1613" y="2011"/>
              <a:chExt cx="316" cy="266"/>
            </a:xfrm>
          </p:grpSpPr>
          <p:sp>
            <p:nvSpPr>
              <p:cNvPr id="325" name="Oval 22">
                <a:extLst>
                  <a:ext uri="{FF2B5EF4-FFF2-40B4-BE49-F238E27FC236}">
                    <a16:creationId xmlns:a16="http://schemas.microsoft.com/office/drawing/2014/main" id="{BDA57358-5E81-8C48-92CB-61DF13F5077D}"/>
                  </a:ext>
                </a:extLst>
              </p:cNvPr>
              <p:cNvSpPr>
                <a:spLocks noChangeArrowheads="1"/>
              </p:cNvSpPr>
              <p:nvPr/>
            </p:nvSpPr>
            <p:spPr bwMode="auto">
              <a:xfrm>
                <a:off x="1616" y="2138"/>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26" name="Line 23">
                <a:extLst>
                  <a:ext uri="{FF2B5EF4-FFF2-40B4-BE49-F238E27FC236}">
                    <a16:creationId xmlns:a16="http://schemas.microsoft.com/office/drawing/2014/main" id="{25B69C18-8DE4-7742-9F14-35A6A889477E}"/>
                  </a:ext>
                </a:extLst>
              </p:cNvPr>
              <p:cNvSpPr>
                <a:spLocks noChangeShapeType="1"/>
              </p:cNvSpPr>
              <p:nvPr/>
            </p:nvSpPr>
            <p:spPr bwMode="auto">
              <a:xfrm>
                <a:off x="1616" y="2131"/>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27" name="Line 24">
                <a:extLst>
                  <a:ext uri="{FF2B5EF4-FFF2-40B4-BE49-F238E27FC236}">
                    <a16:creationId xmlns:a16="http://schemas.microsoft.com/office/drawing/2014/main" id="{6CB89C37-D416-D242-8479-89D57F65205D}"/>
                  </a:ext>
                </a:extLst>
              </p:cNvPr>
              <p:cNvSpPr>
                <a:spLocks noChangeShapeType="1"/>
              </p:cNvSpPr>
              <p:nvPr/>
            </p:nvSpPr>
            <p:spPr bwMode="auto">
              <a:xfrm>
                <a:off x="1929" y="2131"/>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28" name="Rectangle 25">
                <a:extLst>
                  <a:ext uri="{FF2B5EF4-FFF2-40B4-BE49-F238E27FC236}">
                    <a16:creationId xmlns:a16="http://schemas.microsoft.com/office/drawing/2014/main" id="{21DBFB42-3378-4745-AF73-D425CA55A387}"/>
                  </a:ext>
                </a:extLst>
              </p:cNvPr>
              <p:cNvSpPr>
                <a:spLocks noChangeArrowheads="1"/>
              </p:cNvSpPr>
              <p:nvPr/>
            </p:nvSpPr>
            <p:spPr bwMode="auto">
              <a:xfrm>
                <a:off x="1616" y="2131"/>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329" name="Oval 26">
                <a:extLst>
                  <a:ext uri="{FF2B5EF4-FFF2-40B4-BE49-F238E27FC236}">
                    <a16:creationId xmlns:a16="http://schemas.microsoft.com/office/drawing/2014/main" id="{447835FA-E0FB-B943-9D6A-5FD52614881A}"/>
                  </a:ext>
                </a:extLst>
              </p:cNvPr>
              <p:cNvSpPr>
                <a:spLocks noChangeArrowheads="1"/>
              </p:cNvSpPr>
              <p:nvPr/>
            </p:nvSpPr>
            <p:spPr bwMode="auto">
              <a:xfrm>
                <a:off x="1611" y="2072"/>
                <a:ext cx="313" cy="97"/>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30" name="Rectangle 27">
                <a:extLst>
                  <a:ext uri="{FF2B5EF4-FFF2-40B4-BE49-F238E27FC236}">
                    <a16:creationId xmlns:a16="http://schemas.microsoft.com/office/drawing/2014/main" id="{07E675A6-015B-7F42-BDF9-8330D4ADC660}"/>
                  </a:ext>
                </a:extLst>
              </p:cNvPr>
              <p:cNvSpPr>
                <a:spLocks noChangeArrowheads="1"/>
              </p:cNvSpPr>
              <p:nvPr/>
            </p:nvSpPr>
            <p:spPr bwMode="auto">
              <a:xfrm>
                <a:off x="1687" y="2100"/>
                <a:ext cx="141" cy="103"/>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31" name="Text Box 28">
                <a:extLst>
                  <a:ext uri="{FF2B5EF4-FFF2-40B4-BE49-F238E27FC236}">
                    <a16:creationId xmlns:a16="http://schemas.microsoft.com/office/drawing/2014/main" id="{9E12F9CF-21DB-3349-B2C0-3044A3D51B5F}"/>
                  </a:ext>
                </a:extLst>
              </p:cNvPr>
              <p:cNvSpPr txBox="1">
                <a:spLocks noChangeArrowheads="1"/>
              </p:cNvSpPr>
              <p:nvPr/>
            </p:nvSpPr>
            <p:spPr bwMode="auto">
              <a:xfrm>
                <a:off x="1652" y="2011"/>
                <a:ext cx="215"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x</a:t>
                </a:r>
                <a:endParaRPr lang="en-US" kern="0" dirty="0">
                  <a:solidFill>
                    <a:srgbClr val="000000"/>
                  </a:solidFill>
                </a:endParaRPr>
              </a:p>
            </p:txBody>
          </p:sp>
        </p:grpSp>
        <p:grpSp>
          <p:nvGrpSpPr>
            <p:cNvPr id="282" name="Group 29">
              <a:extLst>
                <a:ext uri="{FF2B5EF4-FFF2-40B4-BE49-F238E27FC236}">
                  <a16:creationId xmlns:a16="http://schemas.microsoft.com/office/drawing/2014/main" id="{21FBA163-2A78-6543-B0CC-7CA119F1B6E5}"/>
                </a:ext>
              </a:extLst>
            </p:cNvPr>
            <p:cNvGrpSpPr>
              <a:grpSpLocks/>
            </p:cNvGrpSpPr>
            <p:nvPr/>
          </p:nvGrpSpPr>
          <p:grpSpPr bwMode="auto">
            <a:xfrm>
              <a:off x="415" y="2028"/>
              <a:ext cx="316" cy="267"/>
              <a:chOff x="1613" y="2011"/>
              <a:chExt cx="316" cy="267"/>
            </a:xfrm>
          </p:grpSpPr>
          <p:sp>
            <p:nvSpPr>
              <p:cNvPr id="318" name="Oval 30">
                <a:extLst>
                  <a:ext uri="{FF2B5EF4-FFF2-40B4-BE49-F238E27FC236}">
                    <a16:creationId xmlns:a16="http://schemas.microsoft.com/office/drawing/2014/main" id="{29825365-4AD8-5E4B-8933-DB1422AAA033}"/>
                  </a:ext>
                </a:extLst>
              </p:cNvPr>
              <p:cNvSpPr>
                <a:spLocks noChangeArrowheads="1"/>
              </p:cNvSpPr>
              <p:nvPr/>
            </p:nvSpPr>
            <p:spPr bwMode="auto">
              <a:xfrm>
                <a:off x="1616" y="2138"/>
                <a:ext cx="313" cy="82"/>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19" name="Line 31">
                <a:extLst>
                  <a:ext uri="{FF2B5EF4-FFF2-40B4-BE49-F238E27FC236}">
                    <a16:creationId xmlns:a16="http://schemas.microsoft.com/office/drawing/2014/main" id="{F38B670B-8807-404D-9154-5457C9702221}"/>
                  </a:ext>
                </a:extLst>
              </p:cNvPr>
              <p:cNvSpPr>
                <a:spLocks noChangeShapeType="1"/>
              </p:cNvSpPr>
              <p:nvPr/>
            </p:nvSpPr>
            <p:spPr bwMode="auto">
              <a:xfrm>
                <a:off x="1616" y="2131"/>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20" name="Line 32">
                <a:extLst>
                  <a:ext uri="{FF2B5EF4-FFF2-40B4-BE49-F238E27FC236}">
                    <a16:creationId xmlns:a16="http://schemas.microsoft.com/office/drawing/2014/main" id="{00108054-5F4F-9447-84AE-A11B0755C199}"/>
                  </a:ext>
                </a:extLst>
              </p:cNvPr>
              <p:cNvSpPr>
                <a:spLocks noChangeShapeType="1"/>
              </p:cNvSpPr>
              <p:nvPr/>
            </p:nvSpPr>
            <p:spPr bwMode="auto">
              <a:xfrm>
                <a:off x="1931" y="2131"/>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21" name="Rectangle 33">
                <a:extLst>
                  <a:ext uri="{FF2B5EF4-FFF2-40B4-BE49-F238E27FC236}">
                    <a16:creationId xmlns:a16="http://schemas.microsoft.com/office/drawing/2014/main" id="{D048D158-7C67-CC4B-A11E-67C17E0A2401}"/>
                  </a:ext>
                </a:extLst>
              </p:cNvPr>
              <p:cNvSpPr>
                <a:spLocks noChangeArrowheads="1"/>
              </p:cNvSpPr>
              <p:nvPr/>
            </p:nvSpPr>
            <p:spPr bwMode="auto">
              <a:xfrm>
                <a:off x="1616" y="2131"/>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322" name="Oval 34">
                <a:extLst>
                  <a:ext uri="{FF2B5EF4-FFF2-40B4-BE49-F238E27FC236}">
                    <a16:creationId xmlns:a16="http://schemas.microsoft.com/office/drawing/2014/main" id="{138D5ABE-A76B-984C-BC94-76AC43F40B59}"/>
                  </a:ext>
                </a:extLst>
              </p:cNvPr>
              <p:cNvSpPr>
                <a:spLocks noChangeArrowheads="1"/>
              </p:cNvSpPr>
              <p:nvPr/>
            </p:nvSpPr>
            <p:spPr bwMode="auto">
              <a:xfrm>
                <a:off x="1613" y="2072"/>
                <a:ext cx="313" cy="97"/>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23" name="Rectangle 35">
                <a:extLst>
                  <a:ext uri="{FF2B5EF4-FFF2-40B4-BE49-F238E27FC236}">
                    <a16:creationId xmlns:a16="http://schemas.microsoft.com/office/drawing/2014/main" id="{A4BA8382-8E98-814C-B112-88E0250B6E6C}"/>
                  </a:ext>
                </a:extLst>
              </p:cNvPr>
              <p:cNvSpPr>
                <a:spLocks noChangeArrowheads="1"/>
              </p:cNvSpPr>
              <p:nvPr/>
            </p:nvSpPr>
            <p:spPr bwMode="auto">
              <a:xfrm>
                <a:off x="1687" y="2102"/>
                <a:ext cx="141" cy="103"/>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24" name="Text Box 36">
                <a:extLst>
                  <a:ext uri="{FF2B5EF4-FFF2-40B4-BE49-F238E27FC236}">
                    <a16:creationId xmlns:a16="http://schemas.microsoft.com/office/drawing/2014/main" id="{C430FDFB-B840-284A-B1DA-B79B4376897B}"/>
                  </a:ext>
                </a:extLst>
              </p:cNvPr>
              <p:cNvSpPr txBox="1">
                <a:spLocks noChangeArrowheads="1"/>
              </p:cNvSpPr>
              <p:nvPr/>
            </p:nvSpPr>
            <p:spPr bwMode="auto">
              <a:xfrm>
                <a:off x="1648" y="2011"/>
                <a:ext cx="226"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u</a:t>
                </a:r>
                <a:endParaRPr lang="en-US" kern="0" dirty="0">
                  <a:solidFill>
                    <a:srgbClr val="000000"/>
                  </a:solidFill>
                </a:endParaRPr>
              </a:p>
            </p:txBody>
          </p:sp>
        </p:grpSp>
        <p:sp>
          <p:nvSpPr>
            <p:cNvPr id="283" name="Line 37">
              <a:extLst>
                <a:ext uri="{FF2B5EF4-FFF2-40B4-BE49-F238E27FC236}">
                  <a16:creationId xmlns:a16="http://schemas.microsoft.com/office/drawing/2014/main" id="{808D4F56-0160-9841-BF84-39B90D2E1D66}"/>
                </a:ext>
              </a:extLst>
            </p:cNvPr>
            <p:cNvSpPr>
              <a:spLocks noChangeShapeType="1"/>
            </p:cNvSpPr>
            <p:nvPr/>
          </p:nvSpPr>
          <p:spPr bwMode="auto">
            <a:xfrm>
              <a:off x="738" y="2156"/>
              <a:ext cx="63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84" name="Line 38">
              <a:extLst>
                <a:ext uri="{FF2B5EF4-FFF2-40B4-BE49-F238E27FC236}">
                  <a16:creationId xmlns:a16="http://schemas.microsoft.com/office/drawing/2014/main" id="{7AFA0E43-6979-C944-8C7A-BFE8A232B3D5}"/>
                </a:ext>
              </a:extLst>
            </p:cNvPr>
            <p:cNvSpPr>
              <a:spLocks noChangeShapeType="1"/>
            </p:cNvSpPr>
            <p:nvPr/>
          </p:nvSpPr>
          <p:spPr bwMode="auto">
            <a:xfrm>
              <a:off x="1440" y="1082"/>
              <a:ext cx="0" cy="9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85" name="Line 39">
              <a:extLst>
                <a:ext uri="{FF2B5EF4-FFF2-40B4-BE49-F238E27FC236}">
                  <a16:creationId xmlns:a16="http://schemas.microsoft.com/office/drawing/2014/main" id="{8B831959-D369-6E45-8A3C-8760AE9252DD}"/>
                </a:ext>
              </a:extLst>
            </p:cNvPr>
            <p:cNvSpPr>
              <a:spLocks noChangeShapeType="1"/>
            </p:cNvSpPr>
            <p:nvPr/>
          </p:nvSpPr>
          <p:spPr bwMode="auto">
            <a:xfrm flipH="1">
              <a:off x="614" y="1021"/>
              <a:ext cx="674" cy="10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86" name="Text Box 40">
              <a:extLst>
                <a:ext uri="{FF2B5EF4-FFF2-40B4-BE49-F238E27FC236}">
                  <a16:creationId xmlns:a16="http://schemas.microsoft.com/office/drawing/2014/main" id="{4F3E9232-C703-104F-A4AB-12CF1F98134C}"/>
                </a:ext>
              </a:extLst>
            </p:cNvPr>
            <p:cNvSpPr txBox="1">
              <a:spLocks noChangeArrowheads="1"/>
            </p:cNvSpPr>
            <p:nvPr/>
          </p:nvSpPr>
          <p:spPr bwMode="auto">
            <a:xfrm>
              <a:off x="772" y="1368"/>
              <a:ext cx="215"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5</a:t>
              </a:r>
              <a:endParaRPr lang="en-US" kern="0" dirty="0">
                <a:solidFill>
                  <a:srgbClr val="000000"/>
                </a:solidFill>
              </a:endParaRPr>
            </a:p>
          </p:txBody>
        </p:sp>
        <p:sp>
          <p:nvSpPr>
            <p:cNvPr id="287" name="Line 41">
              <a:extLst>
                <a:ext uri="{FF2B5EF4-FFF2-40B4-BE49-F238E27FC236}">
                  <a16:creationId xmlns:a16="http://schemas.microsoft.com/office/drawing/2014/main" id="{5BC1DD56-6FD0-6A4A-8705-9C46BE3DC573}"/>
                </a:ext>
              </a:extLst>
            </p:cNvPr>
            <p:cNvSpPr>
              <a:spLocks noChangeShapeType="1"/>
            </p:cNvSpPr>
            <p:nvPr/>
          </p:nvSpPr>
          <p:spPr bwMode="auto">
            <a:xfrm>
              <a:off x="1447" y="2206"/>
              <a:ext cx="9" cy="71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88" name="Text Box 42">
              <a:extLst>
                <a:ext uri="{FF2B5EF4-FFF2-40B4-BE49-F238E27FC236}">
                  <a16:creationId xmlns:a16="http://schemas.microsoft.com/office/drawing/2014/main" id="{8B65710B-4630-3345-85EB-E3A08BF77DBC}"/>
                </a:ext>
              </a:extLst>
            </p:cNvPr>
            <p:cNvSpPr txBox="1">
              <a:spLocks noChangeArrowheads="1"/>
            </p:cNvSpPr>
            <p:nvPr/>
          </p:nvSpPr>
          <p:spPr bwMode="auto">
            <a:xfrm>
              <a:off x="1454" y="2407"/>
              <a:ext cx="215"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3</a:t>
              </a:r>
              <a:endParaRPr lang="en-US" kern="0" dirty="0">
                <a:solidFill>
                  <a:srgbClr val="000000"/>
                </a:solidFill>
              </a:endParaRPr>
            </a:p>
          </p:txBody>
        </p:sp>
        <p:sp>
          <p:nvSpPr>
            <p:cNvPr id="289" name="Freeform 43">
              <a:extLst>
                <a:ext uri="{FF2B5EF4-FFF2-40B4-BE49-F238E27FC236}">
                  <a16:creationId xmlns:a16="http://schemas.microsoft.com/office/drawing/2014/main" id="{1DA37895-BEA5-2F44-B0FB-06B2F676B163}"/>
                </a:ext>
              </a:extLst>
            </p:cNvPr>
            <p:cNvSpPr>
              <a:spLocks/>
            </p:cNvSpPr>
            <p:nvPr/>
          </p:nvSpPr>
          <p:spPr bwMode="auto">
            <a:xfrm>
              <a:off x="601" y="2227"/>
              <a:ext cx="860" cy="799"/>
            </a:xfrm>
            <a:custGeom>
              <a:avLst/>
              <a:gdLst>
                <a:gd name="T0" fmla="*/ 0 w 857"/>
                <a:gd name="T1" fmla="*/ 0 h 1152"/>
                <a:gd name="T2" fmla="*/ 562 w 857"/>
                <a:gd name="T3" fmla="*/ 1152 h 1152"/>
                <a:gd name="T4" fmla="*/ 857 w 857"/>
                <a:gd name="T5" fmla="*/ 772 h 1152"/>
                <a:gd name="T6" fmla="*/ 0 60000 65536"/>
                <a:gd name="T7" fmla="*/ 0 60000 65536"/>
                <a:gd name="T8" fmla="*/ 0 60000 65536"/>
                <a:gd name="T9" fmla="*/ 0 w 857"/>
                <a:gd name="T10" fmla="*/ 0 h 1152"/>
                <a:gd name="T11" fmla="*/ 857 w 857"/>
                <a:gd name="T12" fmla="*/ 1152 h 1152"/>
                <a:gd name="connsiteX0" fmla="*/ 0 w 10000"/>
                <a:gd name="connsiteY0" fmla="*/ 0 h 6928"/>
                <a:gd name="connsiteX1" fmla="*/ 3770 w 10000"/>
                <a:gd name="connsiteY1" fmla="*/ 6300 h 6928"/>
                <a:gd name="connsiteX2" fmla="*/ 10000 w 10000"/>
                <a:gd name="connsiteY2" fmla="*/ 6701 h 6928"/>
                <a:gd name="connsiteX0" fmla="*/ 0 w 10000"/>
                <a:gd name="connsiteY0" fmla="*/ 0 h 9871"/>
                <a:gd name="connsiteX1" fmla="*/ 1802 w 10000"/>
                <a:gd name="connsiteY1" fmla="*/ 7634 h 9871"/>
                <a:gd name="connsiteX2" fmla="*/ 10000 w 10000"/>
                <a:gd name="connsiteY2" fmla="*/ 9672 h 9871"/>
                <a:gd name="connsiteX0" fmla="*/ 0 w 10000"/>
                <a:gd name="connsiteY0" fmla="*/ 0 h 10136"/>
                <a:gd name="connsiteX1" fmla="*/ 1802 w 10000"/>
                <a:gd name="connsiteY1" fmla="*/ 7734 h 10136"/>
                <a:gd name="connsiteX2" fmla="*/ 10000 w 10000"/>
                <a:gd name="connsiteY2" fmla="*/ 9798 h 10136"/>
                <a:gd name="connsiteX0" fmla="*/ 0 w 10000"/>
                <a:gd name="connsiteY0" fmla="*/ 0 h 10136"/>
                <a:gd name="connsiteX1" fmla="*/ 1802 w 10000"/>
                <a:gd name="connsiteY1" fmla="*/ 7734 h 10136"/>
                <a:gd name="connsiteX2" fmla="*/ 10000 w 10000"/>
                <a:gd name="connsiteY2" fmla="*/ 9798 h 10136"/>
                <a:gd name="connsiteX0" fmla="*/ 32 w 10032"/>
                <a:gd name="connsiteY0" fmla="*/ 0 h 10136"/>
                <a:gd name="connsiteX1" fmla="*/ 1834 w 10032"/>
                <a:gd name="connsiteY1" fmla="*/ 7734 h 10136"/>
                <a:gd name="connsiteX2" fmla="*/ 10032 w 10032"/>
                <a:gd name="connsiteY2" fmla="*/ 9798 h 10136"/>
              </a:gdLst>
              <a:ahLst/>
              <a:cxnLst>
                <a:cxn ang="0">
                  <a:pos x="connsiteX0" y="connsiteY0"/>
                </a:cxn>
                <a:cxn ang="0">
                  <a:pos x="connsiteX1" y="connsiteY1"/>
                </a:cxn>
                <a:cxn ang="0">
                  <a:pos x="connsiteX2" y="connsiteY2"/>
                </a:cxn>
              </a:cxnLst>
              <a:rect l="l" t="t" r="r" b="b"/>
              <a:pathLst>
                <a:path w="10032" h="10136">
                  <a:moveTo>
                    <a:pt x="32" y="0"/>
                  </a:moveTo>
                  <a:cubicBezTo>
                    <a:pt x="62" y="4573"/>
                    <a:pt x="-465" y="5047"/>
                    <a:pt x="1834" y="7734"/>
                  </a:cubicBezTo>
                  <a:cubicBezTo>
                    <a:pt x="4132" y="9414"/>
                    <a:pt x="9320" y="10802"/>
                    <a:pt x="10032" y="9798"/>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90" name="Text Box 44">
              <a:extLst>
                <a:ext uri="{FF2B5EF4-FFF2-40B4-BE49-F238E27FC236}">
                  <a16:creationId xmlns:a16="http://schemas.microsoft.com/office/drawing/2014/main" id="{14130176-E966-1940-B020-47161106B123}"/>
                </a:ext>
              </a:extLst>
            </p:cNvPr>
            <p:cNvSpPr txBox="1">
              <a:spLocks noChangeArrowheads="1"/>
            </p:cNvSpPr>
            <p:nvPr/>
          </p:nvSpPr>
          <p:spPr bwMode="auto">
            <a:xfrm>
              <a:off x="768" y="2582"/>
              <a:ext cx="216"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7</a:t>
              </a:r>
              <a:endParaRPr lang="en-US" kern="0" dirty="0">
                <a:solidFill>
                  <a:srgbClr val="000000"/>
                </a:solidFill>
              </a:endParaRPr>
            </a:p>
          </p:txBody>
        </p:sp>
        <p:sp>
          <p:nvSpPr>
            <p:cNvPr id="291" name="Line 45">
              <a:extLst>
                <a:ext uri="{FF2B5EF4-FFF2-40B4-BE49-F238E27FC236}">
                  <a16:creationId xmlns:a16="http://schemas.microsoft.com/office/drawing/2014/main" id="{5FA533BD-9B17-724F-B020-409CFC3CE356}"/>
                </a:ext>
              </a:extLst>
            </p:cNvPr>
            <p:cNvSpPr>
              <a:spLocks noChangeShapeType="1"/>
            </p:cNvSpPr>
            <p:nvPr/>
          </p:nvSpPr>
          <p:spPr bwMode="auto">
            <a:xfrm flipH="1">
              <a:off x="1450" y="2158"/>
              <a:ext cx="998" cy="8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92" name="Text Box 46">
              <a:extLst>
                <a:ext uri="{FF2B5EF4-FFF2-40B4-BE49-F238E27FC236}">
                  <a16:creationId xmlns:a16="http://schemas.microsoft.com/office/drawing/2014/main" id="{4B9E6712-F2E9-6348-B7CF-9CEC9EE3D668}"/>
                </a:ext>
              </a:extLst>
            </p:cNvPr>
            <p:cNvSpPr txBox="1">
              <a:spLocks noChangeArrowheads="1"/>
            </p:cNvSpPr>
            <p:nvPr/>
          </p:nvSpPr>
          <p:spPr bwMode="auto">
            <a:xfrm>
              <a:off x="1896" y="2569"/>
              <a:ext cx="216"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4</a:t>
              </a:r>
              <a:endParaRPr lang="en-US" kern="0" dirty="0">
                <a:solidFill>
                  <a:srgbClr val="000000"/>
                </a:solidFill>
              </a:endParaRPr>
            </a:p>
          </p:txBody>
        </p:sp>
        <p:sp>
          <p:nvSpPr>
            <p:cNvPr id="293" name="Freeform 47">
              <a:extLst>
                <a:ext uri="{FF2B5EF4-FFF2-40B4-BE49-F238E27FC236}">
                  <a16:creationId xmlns:a16="http://schemas.microsoft.com/office/drawing/2014/main" id="{61A0A93C-B128-F646-84CC-2F72C42DF74E}"/>
                </a:ext>
              </a:extLst>
            </p:cNvPr>
            <p:cNvSpPr>
              <a:spLocks/>
            </p:cNvSpPr>
            <p:nvPr/>
          </p:nvSpPr>
          <p:spPr bwMode="auto">
            <a:xfrm>
              <a:off x="1477" y="1946"/>
              <a:ext cx="991" cy="484"/>
            </a:xfrm>
            <a:custGeom>
              <a:avLst/>
              <a:gdLst>
                <a:gd name="T0" fmla="*/ 0 w 991"/>
                <a:gd name="T1" fmla="*/ 168 h 484"/>
                <a:gd name="T2" fmla="*/ 204 w 991"/>
                <a:gd name="T3" fmla="*/ 484 h 484"/>
                <a:gd name="T4" fmla="*/ 302 w 991"/>
                <a:gd name="T5" fmla="*/ 7 h 484"/>
                <a:gd name="T6" fmla="*/ 379 w 991"/>
                <a:gd name="T7" fmla="*/ 442 h 484"/>
                <a:gd name="T8" fmla="*/ 534 w 991"/>
                <a:gd name="T9" fmla="*/ 21 h 484"/>
                <a:gd name="T10" fmla="*/ 611 w 991"/>
                <a:gd name="T11" fmla="*/ 351 h 484"/>
                <a:gd name="T12" fmla="*/ 660 w 991"/>
                <a:gd name="T13" fmla="*/ 77 h 484"/>
                <a:gd name="T14" fmla="*/ 991 w 991"/>
                <a:gd name="T15" fmla="*/ 218 h 484"/>
                <a:gd name="T16" fmla="*/ 0 60000 65536"/>
                <a:gd name="T17" fmla="*/ 0 60000 65536"/>
                <a:gd name="T18" fmla="*/ 0 60000 65536"/>
                <a:gd name="T19" fmla="*/ 0 60000 65536"/>
                <a:gd name="T20" fmla="*/ 0 60000 65536"/>
                <a:gd name="T21" fmla="*/ 0 60000 65536"/>
                <a:gd name="T22" fmla="*/ 0 60000 65536"/>
                <a:gd name="T23" fmla="*/ 0 60000 65536"/>
                <a:gd name="T24" fmla="*/ 0 w 991"/>
                <a:gd name="T25" fmla="*/ 0 h 484"/>
                <a:gd name="T26" fmla="*/ 991 w 991"/>
                <a:gd name="T27" fmla="*/ 484 h 48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91" h="484">
                  <a:moveTo>
                    <a:pt x="0" y="168"/>
                  </a:moveTo>
                  <a:cubicBezTo>
                    <a:pt x="0" y="168"/>
                    <a:pt x="145" y="484"/>
                    <a:pt x="204" y="484"/>
                  </a:cubicBezTo>
                  <a:cubicBezTo>
                    <a:pt x="263" y="484"/>
                    <a:pt x="253" y="6"/>
                    <a:pt x="302" y="7"/>
                  </a:cubicBezTo>
                  <a:cubicBezTo>
                    <a:pt x="331" y="0"/>
                    <a:pt x="313" y="444"/>
                    <a:pt x="379" y="442"/>
                  </a:cubicBezTo>
                  <a:cubicBezTo>
                    <a:pt x="418" y="444"/>
                    <a:pt x="475" y="24"/>
                    <a:pt x="534" y="21"/>
                  </a:cubicBezTo>
                  <a:cubicBezTo>
                    <a:pt x="573" y="6"/>
                    <a:pt x="575" y="360"/>
                    <a:pt x="611" y="351"/>
                  </a:cubicBezTo>
                  <a:cubicBezTo>
                    <a:pt x="647" y="342"/>
                    <a:pt x="577" y="80"/>
                    <a:pt x="660" y="77"/>
                  </a:cubicBezTo>
                  <a:cubicBezTo>
                    <a:pt x="743" y="74"/>
                    <a:pt x="922" y="189"/>
                    <a:pt x="991" y="218"/>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294" name="Group 48">
              <a:extLst>
                <a:ext uri="{FF2B5EF4-FFF2-40B4-BE49-F238E27FC236}">
                  <a16:creationId xmlns:a16="http://schemas.microsoft.com/office/drawing/2014/main" id="{B7C23859-55BB-9B44-ADBB-F78119E7BD0E}"/>
                </a:ext>
              </a:extLst>
            </p:cNvPr>
            <p:cNvGrpSpPr>
              <a:grpSpLocks/>
            </p:cNvGrpSpPr>
            <p:nvPr/>
          </p:nvGrpSpPr>
          <p:grpSpPr bwMode="auto">
            <a:xfrm>
              <a:off x="2332" y="2021"/>
              <a:ext cx="316" cy="266"/>
              <a:chOff x="1613" y="2011"/>
              <a:chExt cx="316" cy="266"/>
            </a:xfrm>
          </p:grpSpPr>
          <p:sp>
            <p:nvSpPr>
              <p:cNvPr id="311" name="Oval 49">
                <a:extLst>
                  <a:ext uri="{FF2B5EF4-FFF2-40B4-BE49-F238E27FC236}">
                    <a16:creationId xmlns:a16="http://schemas.microsoft.com/office/drawing/2014/main" id="{949CF37C-265E-D64E-B325-9AB7E8C2748C}"/>
                  </a:ext>
                </a:extLst>
              </p:cNvPr>
              <p:cNvSpPr>
                <a:spLocks noChangeArrowheads="1"/>
              </p:cNvSpPr>
              <p:nvPr/>
            </p:nvSpPr>
            <p:spPr bwMode="auto">
              <a:xfrm>
                <a:off x="1616" y="2136"/>
                <a:ext cx="313" cy="82"/>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12" name="Line 50">
                <a:extLst>
                  <a:ext uri="{FF2B5EF4-FFF2-40B4-BE49-F238E27FC236}">
                    <a16:creationId xmlns:a16="http://schemas.microsoft.com/office/drawing/2014/main" id="{97FEF3EE-7C25-6444-B8E7-03C400A28A6B}"/>
                  </a:ext>
                </a:extLst>
              </p:cNvPr>
              <p:cNvSpPr>
                <a:spLocks noChangeShapeType="1"/>
              </p:cNvSpPr>
              <p:nvPr/>
            </p:nvSpPr>
            <p:spPr bwMode="auto">
              <a:xfrm>
                <a:off x="1616" y="2131"/>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13" name="Line 51">
                <a:extLst>
                  <a:ext uri="{FF2B5EF4-FFF2-40B4-BE49-F238E27FC236}">
                    <a16:creationId xmlns:a16="http://schemas.microsoft.com/office/drawing/2014/main" id="{FE3C484F-0565-0E43-B670-DA87C89A2B77}"/>
                  </a:ext>
                </a:extLst>
              </p:cNvPr>
              <p:cNvSpPr>
                <a:spLocks noChangeShapeType="1"/>
              </p:cNvSpPr>
              <p:nvPr/>
            </p:nvSpPr>
            <p:spPr bwMode="auto">
              <a:xfrm>
                <a:off x="1929" y="2131"/>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14" name="Rectangle 52">
                <a:extLst>
                  <a:ext uri="{FF2B5EF4-FFF2-40B4-BE49-F238E27FC236}">
                    <a16:creationId xmlns:a16="http://schemas.microsoft.com/office/drawing/2014/main" id="{03D9537A-3264-0D40-B097-904F1967094C}"/>
                  </a:ext>
                </a:extLst>
              </p:cNvPr>
              <p:cNvSpPr>
                <a:spLocks noChangeArrowheads="1"/>
              </p:cNvSpPr>
              <p:nvPr/>
            </p:nvSpPr>
            <p:spPr bwMode="auto">
              <a:xfrm>
                <a:off x="1616" y="2131"/>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315" name="Oval 53">
                <a:extLst>
                  <a:ext uri="{FF2B5EF4-FFF2-40B4-BE49-F238E27FC236}">
                    <a16:creationId xmlns:a16="http://schemas.microsoft.com/office/drawing/2014/main" id="{39EFFB9B-60D2-6F4A-AE7C-381CD9E03BDB}"/>
                  </a:ext>
                </a:extLst>
              </p:cNvPr>
              <p:cNvSpPr>
                <a:spLocks noChangeArrowheads="1"/>
              </p:cNvSpPr>
              <p:nvPr/>
            </p:nvSpPr>
            <p:spPr bwMode="auto">
              <a:xfrm>
                <a:off x="1613" y="2070"/>
                <a:ext cx="313" cy="97"/>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16" name="Rectangle 54">
                <a:extLst>
                  <a:ext uri="{FF2B5EF4-FFF2-40B4-BE49-F238E27FC236}">
                    <a16:creationId xmlns:a16="http://schemas.microsoft.com/office/drawing/2014/main" id="{56D1F98E-84A8-024C-B33E-AF0196C29288}"/>
                  </a:ext>
                </a:extLst>
              </p:cNvPr>
              <p:cNvSpPr>
                <a:spLocks noChangeArrowheads="1"/>
              </p:cNvSpPr>
              <p:nvPr/>
            </p:nvSpPr>
            <p:spPr bwMode="auto">
              <a:xfrm>
                <a:off x="1687" y="2100"/>
                <a:ext cx="141" cy="103"/>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17" name="Text Box 55">
                <a:extLst>
                  <a:ext uri="{FF2B5EF4-FFF2-40B4-BE49-F238E27FC236}">
                    <a16:creationId xmlns:a16="http://schemas.microsoft.com/office/drawing/2014/main" id="{FF2D3BFC-D492-494B-B3FC-F2B37848F7ED}"/>
                  </a:ext>
                </a:extLst>
              </p:cNvPr>
              <p:cNvSpPr txBox="1">
                <a:spLocks noChangeArrowheads="1"/>
              </p:cNvSpPr>
              <p:nvPr/>
            </p:nvSpPr>
            <p:spPr bwMode="auto">
              <a:xfrm>
                <a:off x="1652" y="2011"/>
                <a:ext cx="215"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y</a:t>
                </a:r>
                <a:endParaRPr lang="en-US" kern="0" dirty="0">
                  <a:solidFill>
                    <a:srgbClr val="000000"/>
                  </a:solidFill>
                </a:endParaRPr>
              </a:p>
            </p:txBody>
          </p:sp>
        </p:grpSp>
        <p:sp>
          <p:nvSpPr>
            <p:cNvPr id="295" name="Text Box 56">
              <a:extLst>
                <a:ext uri="{FF2B5EF4-FFF2-40B4-BE49-F238E27FC236}">
                  <a16:creationId xmlns:a16="http://schemas.microsoft.com/office/drawing/2014/main" id="{B415EC29-BD23-5146-8BE4-412D2D3F3844}"/>
                </a:ext>
              </a:extLst>
            </p:cNvPr>
            <p:cNvSpPr txBox="1">
              <a:spLocks noChangeArrowheads="1"/>
            </p:cNvSpPr>
            <p:nvPr/>
          </p:nvSpPr>
          <p:spPr bwMode="auto">
            <a:xfrm>
              <a:off x="1814" y="1721"/>
              <a:ext cx="216"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8</a:t>
              </a:r>
              <a:endParaRPr lang="en-US" kern="0" dirty="0">
                <a:solidFill>
                  <a:srgbClr val="000000"/>
                </a:solidFill>
              </a:endParaRPr>
            </a:p>
          </p:txBody>
        </p:sp>
        <p:grpSp>
          <p:nvGrpSpPr>
            <p:cNvPr id="296" name="Group 57">
              <a:extLst>
                <a:ext uri="{FF2B5EF4-FFF2-40B4-BE49-F238E27FC236}">
                  <a16:creationId xmlns:a16="http://schemas.microsoft.com/office/drawing/2014/main" id="{C4202DE4-8110-9149-847A-09872B32E92F}"/>
                </a:ext>
              </a:extLst>
            </p:cNvPr>
            <p:cNvGrpSpPr>
              <a:grpSpLocks/>
            </p:cNvGrpSpPr>
            <p:nvPr/>
          </p:nvGrpSpPr>
          <p:grpSpPr bwMode="auto">
            <a:xfrm>
              <a:off x="3009" y="2002"/>
              <a:ext cx="316" cy="266"/>
              <a:chOff x="1613" y="2011"/>
              <a:chExt cx="316" cy="266"/>
            </a:xfrm>
          </p:grpSpPr>
          <p:sp>
            <p:nvSpPr>
              <p:cNvPr id="304" name="Oval 58">
                <a:extLst>
                  <a:ext uri="{FF2B5EF4-FFF2-40B4-BE49-F238E27FC236}">
                    <a16:creationId xmlns:a16="http://schemas.microsoft.com/office/drawing/2014/main" id="{9EF75287-5339-3F4B-9A63-10529CE67B12}"/>
                  </a:ext>
                </a:extLst>
              </p:cNvPr>
              <p:cNvSpPr>
                <a:spLocks noChangeArrowheads="1"/>
              </p:cNvSpPr>
              <p:nvPr/>
            </p:nvSpPr>
            <p:spPr bwMode="auto">
              <a:xfrm>
                <a:off x="1616" y="2138"/>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05" name="Line 59">
                <a:extLst>
                  <a:ext uri="{FF2B5EF4-FFF2-40B4-BE49-F238E27FC236}">
                    <a16:creationId xmlns:a16="http://schemas.microsoft.com/office/drawing/2014/main" id="{2AB637C9-6517-4947-A07D-D630784FBAE7}"/>
                  </a:ext>
                </a:extLst>
              </p:cNvPr>
              <p:cNvSpPr>
                <a:spLocks noChangeShapeType="1"/>
              </p:cNvSpPr>
              <p:nvPr/>
            </p:nvSpPr>
            <p:spPr bwMode="auto">
              <a:xfrm>
                <a:off x="1616" y="2131"/>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06" name="Line 60">
                <a:extLst>
                  <a:ext uri="{FF2B5EF4-FFF2-40B4-BE49-F238E27FC236}">
                    <a16:creationId xmlns:a16="http://schemas.microsoft.com/office/drawing/2014/main" id="{2495A212-75B8-3943-99C1-206BECF8DEE4}"/>
                  </a:ext>
                </a:extLst>
              </p:cNvPr>
              <p:cNvSpPr>
                <a:spLocks noChangeShapeType="1"/>
              </p:cNvSpPr>
              <p:nvPr/>
            </p:nvSpPr>
            <p:spPr bwMode="auto">
              <a:xfrm>
                <a:off x="1929" y="2131"/>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07" name="Rectangle 61">
                <a:extLst>
                  <a:ext uri="{FF2B5EF4-FFF2-40B4-BE49-F238E27FC236}">
                    <a16:creationId xmlns:a16="http://schemas.microsoft.com/office/drawing/2014/main" id="{8AA8B627-1CEC-4142-A0A3-32829E047EC1}"/>
                  </a:ext>
                </a:extLst>
              </p:cNvPr>
              <p:cNvSpPr>
                <a:spLocks noChangeArrowheads="1"/>
              </p:cNvSpPr>
              <p:nvPr/>
            </p:nvSpPr>
            <p:spPr bwMode="auto">
              <a:xfrm>
                <a:off x="1616" y="2131"/>
                <a:ext cx="310" cy="49"/>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308" name="Oval 62">
                <a:extLst>
                  <a:ext uri="{FF2B5EF4-FFF2-40B4-BE49-F238E27FC236}">
                    <a16:creationId xmlns:a16="http://schemas.microsoft.com/office/drawing/2014/main" id="{F2AD727A-865F-A446-B467-3543A7C5AD51}"/>
                  </a:ext>
                </a:extLst>
              </p:cNvPr>
              <p:cNvSpPr>
                <a:spLocks noChangeArrowheads="1"/>
              </p:cNvSpPr>
              <p:nvPr/>
            </p:nvSpPr>
            <p:spPr bwMode="auto">
              <a:xfrm>
                <a:off x="1611" y="2072"/>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09" name="Rectangle 63">
                <a:extLst>
                  <a:ext uri="{FF2B5EF4-FFF2-40B4-BE49-F238E27FC236}">
                    <a16:creationId xmlns:a16="http://schemas.microsoft.com/office/drawing/2014/main" id="{694BCF0D-8965-434E-92FD-E4E57EB0AB5B}"/>
                  </a:ext>
                </a:extLst>
              </p:cNvPr>
              <p:cNvSpPr>
                <a:spLocks noChangeArrowheads="1"/>
              </p:cNvSpPr>
              <p:nvPr/>
            </p:nvSpPr>
            <p:spPr bwMode="auto">
              <a:xfrm>
                <a:off x="1687" y="2100"/>
                <a:ext cx="141" cy="105"/>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10" name="Text Box 64">
                <a:extLst>
                  <a:ext uri="{FF2B5EF4-FFF2-40B4-BE49-F238E27FC236}">
                    <a16:creationId xmlns:a16="http://schemas.microsoft.com/office/drawing/2014/main" id="{0A90B092-1D02-6E42-B19F-DD4E347FBBB9}"/>
                  </a:ext>
                </a:extLst>
              </p:cNvPr>
              <p:cNvSpPr txBox="1">
                <a:spLocks noChangeArrowheads="1"/>
              </p:cNvSpPr>
              <p:nvPr/>
            </p:nvSpPr>
            <p:spPr bwMode="auto">
              <a:xfrm>
                <a:off x="1653" y="2011"/>
                <a:ext cx="215"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z</a:t>
                </a:r>
                <a:endParaRPr lang="en-US" kern="0" dirty="0">
                  <a:solidFill>
                    <a:srgbClr val="000000"/>
                  </a:solidFill>
                </a:endParaRPr>
              </a:p>
            </p:txBody>
          </p:sp>
        </p:grpSp>
        <p:sp>
          <p:nvSpPr>
            <p:cNvPr id="297" name="Line 65">
              <a:extLst>
                <a:ext uri="{FF2B5EF4-FFF2-40B4-BE49-F238E27FC236}">
                  <a16:creationId xmlns:a16="http://schemas.microsoft.com/office/drawing/2014/main" id="{65E888B4-5F50-3146-B1A9-976CBB4189C3}"/>
                </a:ext>
              </a:extLst>
            </p:cNvPr>
            <p:cNvSpPr>
              <a:spLocks noChangeShapeType="1"/>
            </p:cNvSpPr>
            <p:nvPr/>
          </p:nvSpPr>
          <p:spPr bwMode="auto">
            <a:xfrm>
              <a:off x="2640" y="2149"/>
              <a:ext cx="35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98" name="Text Box 66">
              <a:extLst>
                <a:ext uri="{FF2B5EF4-FFF2-40B4-BE49-F238E27FC236}">
                  <a16:creationId xmlns:a16="http://schemas.microsoft.com/office/drawing/2014/main" id="{F6469025-7017-984A-AA1F-2D5626DC3C4F}"/>
                </a:ext>
              </a:extLst>
            </p:cNvPr>
            <p:cNvSpPr txBox="1">
              <a:spLocks noChangeArrowheads="1"/>
            </p:cNvSpPr>
            <p:nvPr/>
          </p:nvSpPr>
          <p:spPr bwMode="auto">
            <a:xfrm>
              <a:off x="2706" y="2149"/>
              <a:ext cx="215"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2</a:t>
              </a:r>
              <a:endParaRPr lang="en-US" kern="0" dirty="0">
                <a:solidFill>
                  <a:srgbClr val="000000"/>
                </a:solidFill>
              </a:endParaRPr>
            </a:p>
          </p:txBody>
        </p:sp>
        <p:sp>
          <p:nvSpPr>
            <p:cNvPr id="299" name="Line 67">
              <a:extLst>
                <a:ext uri="{FF2B5EF4-FFF2-40B4-BE49-F238E27FC236}">
                  <a16:creationId xmlns:a16="http://schemas.microsoft.com/office/drawing/2014/main" id="{9DCC2A67-B231-F242-991B-5F4693B17004}"/>
                </a:ext>
              </a:extLst>
            </p:cNvPr>
            <p:cNvSpPr>
              <a:spLocks noChangeShapeType="1"/>
            </p:cNvSpPr>
            <p:nvPr/>
          </p:nvSpPr>
          <p:spPr bwMode="auto">
            <a:xfrm>
              <a:off x="1503" y="990"/>
              <a:ext cx="965" cy="11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00" name="Text Box 68">
              <a:extLst>
                <a:ext uri="{FF2B5EF4-FFF2-40B4-BE49-F238E27FC236}">
                  <a16:creationId xmlns:a16="http://schemas.microsoft.com/office/drawing/2014/main" id="{8129B7AB-5637-0844-AC15-1A3C9C2955C4}"/>
                </a:ext>
              </a:extLst>
            </p:cNvPr>
            <p:cNvSpPr txBox="1">
              <a:spLocks noChangeArrowheads="1"/>
            </p:cNvSpPr>
            <p:nvPr/>
          </p:nvSpPr>
          <p:spPr bwMode="auto">
            <a:xfrm>
              <a:off x="1919" y="1343"/>
              <a:ext cx="216"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7</a:t>
              </a:r>
              <a:endParaRPr lang="en-US" kern="0" dirty="0">
                <a:solidFill>
                  <a:srgbClr val="000000"/>
                </a:solidFill>
              </a:endParaRPr>
            </a:p>
          </p:txBody>
        </p:sp>
        <p:sp>
          <p:nvSpPr>
            <p:cNvPr id="301" name="Freeform 69">
              <a:extLst>
                <a:ext uri="{FF2B5EF4-FFF2-40B4-BE49-F238E27FC236}">
                  <a16:creationId xmlns:a16="http://schemas.microsoft.com/office/drawing/2014/main" id="{29AAE3EF-0505-6F46-BD2A-6D69115981B9}"/>
                </a:ext>
              </a:extLst>
            </p:cNvPr>
            <p:cNvSpPr>
              <a:spLocks/>
            </p:cNvSpPr>
            <p:nvPr/>
          </p:nvSpPr>
          <p:spPr bwMode="auto">
            <a:xfrm>
              <a:off x="1489" y="976"/>
              <a:ext cx="28" cy="14"/>
            </a:xfrm>
            <a:custGeom>
              <a:avLst/>
              <a:gdLst>
                <a:gd name="T0" fmla="*/ 0 w 28"/>
                <a:gd name="T1" fmla="*/ 14 h 14"/>
                <a:gd name="T2" fmla="*/ 28 w 28"/>
                <a:gd name="T3" fmla="*/ 0 h 14"/>
                <a:gd name="T4" fmla="*/ 0 w 28"/>
                <a:gd name="T5" fmla="*/ 14 h 14"/>
                <a:gd name="T6" fmla="*/ 0 60000 65536"/>
                <a:gd name="T7" fmla="*/ 0 60000 65536"/>
                <a:gd name="T8" fmla="*/ 0 60000 65536"/>
                <a:gd name="T9" fmla="*/ 0 w 28"/>
                <a:gd name="T10" fmla="*/ 0 h 14"/>
                <a:gd name="T11" fmla="*/ 28 w 28"/>
                <a:gd name="T12" fmla="*/ 14 h 14"/>
              </a:gdLst>
              <a:ahLst/>
              <a:cxnLst>
                <a:cxn ang="T6">
                  <a:pos x="T0" y="T1"/>
                </a:cxn>
                <a:cxn ang="T7">
                  <a:pos x="T2" y="T3"/>
                </a:cxn>
                <a:cxn ang="T8">
                  <a:pos x="T4" y="T5"/>
                </a:cxn>
              </a:cxnLst>
              <a:rect l="T9" t="T10" r="T11" b="T12"/>
              <a:pathLst>
                <a:path w="28" h="14">
                  <a:moveTo>
                    <a:pt x="0" y="14"/>
                  </a:moveTo>
                  <a:cubicBezTo>
                    <a:pt x="9" y="9"/>
                    <a:pt x="28" y="0"/>
                    <a:pt x="28" y="0"/>
                  </a:cubicBezTo>
                  <a:cubicBezTo>
                    <a:pt x="28" y="0"/>
                    <a:pt x="9" y="9"/>
                    <a:pt x="0" y="14"/>
                  </a:cubicBezTo>
                  <a:close/>
                </a:path>
              </a:pathLst>
            </a:custGeom>
            <a:solidFill>
              <a:srgbClr val="00CC99"/>
            </a:solidFill>
            <a:ln w="9525">
              <a:solidFill>
                <a:srgbClr val="000000"/>
              </a:solidFill>
              <a:round/>
              <a:headEnd/>
              <a:tailEnd/>
            </a:ln>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02" name="Freeform 70">
              <a:extLst>
                <a:ext uri="{FF2B5EF4-FFF2-40B4-BE49-F238E27FC236}">
                  <a16:creationId xmlns:a16="http://schemas.microsoft.com/office/drawing/2014/main" id="{8B2F3D65-7E00-5D45-B201-518DAF552032}"/>
                </a:ext>
              </a:extLst>
            </p:cNvPr>
            <p:cNvSpPr>
              <a:spLocks/>
            </p:cNvSpPr>
            <p:nvPr/>
          </p:nvSpPr>
          <p:spPr bwMode="auto">
            <a:xfrm>
              <a:off x="1623" y="999"/>
              <a:ext cx="1510" cy="1052"/>
            </a:xfrm>
            <a:custGeom>
              <a:avLst/>
              <a:gdLst>
                <a:gd name="T0" fmla="*/ 0 w 1510"/>
                <a:gd name="T1" fmla="*/ 5 h 1052"/>
                <a:gd name="T2" fmla="*/ 1102 w 1510"/>
                <a:gd name="T3" fmla="*/ 174 h 1052"/>
                <a:gd name="T4" fmla="*/ 1510 w 1510"/>
                <a:gd name="T5" fmla="*/ 1052 h 1052"/>
                <a:gd name="T6" fmla="*/ 0 60000 65536"/>
                <a:gd name="T7" fmla="*/ 0 60000 65536"/>
                <a:gd name="T8" fmla="*/ 0 60000 65536"/>
                <a:gd name="T9" fmla="*/ 0 w 1510"/>
                <a:gd name="T10" fmla="*/ 0 h 1052"/>
                <a:gd name="T11" fmla="*/ 1510 w 1510"/>
                <a:gd name="T12" fmla="*/ 1052 h 1052"/>
              </a:gdLst>
              <a:ahLst/>
              <a:cxnLst>
                <a:cxn ang="T6">
                  <a:pos x="T0" y="T1"/>
                </a:cxn>
                <a:cxn ang="T7">
                  <a:pos x="T2" y="T3"/>
                </a:cxn>
                <a:cxn ang="T8">
                  <a:pos x="T4" y="T5"/>
                </a:cxn>
              </a:cxnLst>
              <a:rect l="T9" t="T10" r="T11" b="T12"/>
              <a:pathLst>
                <a:path w="1510" h="1052">
                  <a:moveTo>
                    <a:pt x="0" y="5"/>
                  </a:moveTo>
                  <a:cubicBezTo>
                    <a:pt x="184" y="33"/>
                    <a:pt x="851" y="0"/>
                    <a:pt x="1102" y="174"/>
                  </a:cubicBezTo>
                  <a:cubicBezTo>
                    <a:pt x="1353" y="348"/>
                    <a:pt x="1425" y="869"/>
                    <a:pt x="1510" y="1052"/>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303" name="Text Box 71">
              <a:extLst>
                <a:ext uri="{FF2B5EF4-FFF2-40B4-BE49-F238E27FC236}">
                  <a16:creationId xmlns:a16="http://schemas.microsoft.com/office/drawing/2014/main" id="{E68507B9-D09E-784A-9037-01E28A33760D}"/>
                </a:ext>
              </a:extLst>
            </p:cNvPr>
            <p:cNvSpPr txBox="1">
              <a:spLocks noChangeArrowheads="1"/>
            </p:cNvSpPr>
            <p:nvPr/>
          </p:nvSpPr>
          <p:spPr bwMode="auto">
            <a:xfrm>
              <a:off x="2680" y="1008"/>
              <a:ext cx="215"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9</a:t>
              </a:r>
              <a:endParaRPr lang="en-US" kern="0" dirty="0">
                <a:solidFill>
                  <a:srgbClr val="000000"/>
                </a:solidFill>
              </a:endParaRPr>
            </a:p>
          </p:txBody>
        </p:sp>
      </p:grpSp>
      <p:sp>
        <p:nvSpPr>
          <p:cNvPr id="346" name="Text Box 73">
            <a:extLst>
              <a:ext uri="{FF2B5EF4-FFF2-40B4-BE49-F238E27FC236}">
                <a16:creationId xmlns:a16="http://schemas.microsoft.com/office/drawing/2014/main" id="{A7B8CE6F-D2D0-C64A-985C-14A532171BDD}"/>
              </a:ext>
            </a:extLst>
          </p:cNvPr>
          <p:cNvSpPr txBox="1">
            <a:spLocks noChangeArrowheads="1"/>
          </p:cNvSpPr>
          <p:nvPr/>
        </p:nvSpPr>
        <p:spPr bwMode="auto">
          <a:xfrm>
            <a:off x="593232" y="1792545"/>
            <a:ext cx="81791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kern="0" dirty="0">
                <a:solidFill>
                  <a:srgbClr val="000000"/>
                </a:solidFill>
              </a:rPr>
              <a:t>Step</a:t>
            </a:r>
          </a:p>
          <a:p>
            <a:pPr algn="r" eaLnBrk="0" fontAlgn="base" hangingPunct="0">
              <a:spcBef>
                <a:spcPct val="0"/>
              </a:spcBef>
              <a:spcAft>
                <a:spcPct val="0"/>
              </a:spcAft>
              <a:defRPr/>
            </a:pPr>
            <a:endParaRPr lang="en-US" kern="0" dirty="0">
              <a:solidFill>
                <a:srgbClr val="000000"/>
              </a:solidFill>
            </a:endParaRPr>
          </a:p>
        </p:txBody>
      </p:sp>
      <p:sp>
        <p:nvSpPr>
          <p:cNvPr id="347" name="Text Box 74">
            <a:extLst>
              <a:ext uri="{FF2B5EF4-FFF2-40B4-BE49-F238E27FC236}">
                <a16:creationId xmlns:a16="http://schemas.microsoft.com/office/drawing/2014/main" id="{68BAE725-C9B0-4841-BC00-DFE4ABCC81F2}"/>
              </a:ext>
            </a:extLst>
          </p:cNvPr>
          <p:cNvSpPr txBox="1">
            <a:spLocks noChangeArrowheads="1"/>
          </p:cNvSpPr>
          <p:nvPr/>
        </p:nvSpPr>
        <p:spPr bwMode="auto">
          <a:xfrm>
            <a:off x="1661579" y="1793419"/>
            <a:ext cx="46679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i="1" kern="0" dirty="0">
                <a:solidFill>
                  <a:srgbClr val="000000"/>
                </a:solidFill>
              </a:rPr>
              <a:t>N</a:t>
            </a:r>
            <a:r>
              <a:rPr lang="en-US" i="1" kern="0" dirty="0">
                <a:solidFill>
                  <a:srgbClr val="000000"/>
                </a:solidFill>
                <a:cs typeface="Arial" charset="0"/>
              </a:rPr>
              <a:t>'</a:t>
            </a:r>
          </a:p>
        </p:txBody>
      </p:sp>
      <p:sp>
        <p:nvSpPr>
          <p:cNvPr id="348" name="Text Box 75">
            <a:extLst>
              <a:ext uri="{FF2B5EF4-FFF2-40B4-BE49-F238E27FC236}">
                <a16:creationId xmlns:a16="http://schemas.microsoft.com/office/drawing/2014/main" id="{852A35C1-53FD-CB4F-B4CA-0E3908EA55AD}"/>
              </a:ext>
            </a:extLst>
          </p:cNvPr>
          <p:cNvSpPr txBox="1">
            <a:spLocks noChangeArrowheads="1"/>
          </p:cNvSpPr>
          <p:nvPr/>
        </p:nvSpPr>
        <p:spPr bwMode="auto">
          <a:xfrm>
            <a:off x="2373738" y="1644712"/>
            <a:ext cx="641522"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lnSpc>
                <a:spcPct val="90000"/>
              </a:lnSpc>
              <a:spcBef>
                <a:spcPct val="0"/>
              </a:spcBef>
              <a:spcAft>
                <a:spcPct val="0"/>
              </a:spcAft>
              <a:defRPr/>
            </a:pPr>
            <a:r>
              <a:rPr lang="en-US" sz="1600" i="1" kern="0" dirty="0">
                <a:solidFill>
                  <a:srgbClr val="000000"/>
                </a:solidFill>
                <a:latin typeface="Arial" panose="020B0604020202020204" pitchFamily="34" charset="0"/>
                <a:cs typeface="Arial" panose="020B0604020202020204" pitchFamily="34" charset="0"/>
              </a:rPr>
              <a:t>D(</a:t>
            </a:r>
            <a:r>
              <a:rPr lang="en-US" sz="1600" i="1" kern="0" dirty="0">
                <a:solidFill>
                  <a:prstClr val="black"/>
                </a:solidFill>
                <a:latin typeface="Arial" panose="020B0604020202020204" pitchFamily="34" charset="0"/>
                <a:cs typeface="Arial" panose="020B0604020202020204" pitchFamily="34" charset="0"/>
              </a:rPr>
              <a:t>v</a:t>
            </a:r>
            <a:r>
              <a:rPr lang="en-US" sz="1600" i="1" kern="0" dirty="0">
                <a:solidFill>
                  <a:srgbClr val="000000"/>
                </a:solidFill>
                <a:latin typeface="Arial" panose="020B0604020202020204" pitchFamily="34" charset="0"/>
                <a:cs typeface="Arial" panose="020B0604020202020204" pitchFamily="34" charset="0"/>
              </a:rPr>
              <a:t>),</a:t>
            </a:r>
          </a:p>
          <a:p>
            <a:pPr algn="ctr" eaLnBrk="0" fontAlgn="base" hangingPunct="0">
              <a:lnSpc>
                <a:spcPct val="90000"/>
              </a:lnSpc>
              <a:spcBef>
                <a:spcPct val="0"/>
              </a:spcBef>
              <a:spcAft>
                <a:spcPct val="0"/>
              </a:spcAft>
              <a:defRPr/>
            </a:pPr>
            <a:r>
              <a:rPr lang="en-US" sz="1600" i="1" kern="0" dirty="0">
                <a:solidFill>
                  <a:srgbClr val="000000"/>
                </a:solidFill>
                <a:latin typeface="Arial" panose="020B0604020202020204" pitchFamily="34" charset="0"/>
                <a:cs typeface="Arial" panose="020B0604020202020204" pitchFamily="34" charset="0"/>
              </a:rPr>
              <a:t>p(v)</a:t>
            </a:r>
          </a:p>
        </p:txBody>
      </p:sp>
      <p:sp>
        <p:nvSpPr>
          <p:cNvPr id="349" name="Text Box 76">
            <a:extLst>
              <a:ext uri="{FF2B5EF4-FFF2-40B4-BE49-F238E27FC236}">
                <a16:creationId xmlns:a16="http://schemas.microsoft.com/office/drawing/2014/main" id="{BBDC5F24-2BBB-0D44-B8B8-9CFC425F44D1}"/>
              </a:ext>
            </a:extLst>
          </p:cNvPr>
          <p:cNvSpPr txBox="1">
            <a:spLocks noChangeArrowheads="1"/>
          </p:cNvSpPr>
          <p:nvPr/>
        </p:nvSpPr>
        <p:spPr bwMode="auto">
          <a:xfrm>
            <a:off x="785268" y="2280100"/>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0</a:t>
            </a:r>
          </a:p>
        </p:txBody>
      </p:sp>
      <p:sp>
        <p:nvSpPr>
          <p:cNvPr id="350" name="Text Box 77">
            <a:extLst>
              <a:ext uri="{FF2B5EF4-FFF2-40B4-BE49-F238E27FC236}">
                <a16:creationId xmlns:a16="http://schemas.microsoft.com/office/drawing/2014/main" id="{1F8B1E53-4D00-F94A-8B2B-876B773605C7}"/>
              </a:ext>
            </a:extLst>
          </p:cNvPr>
          <p:cNvSpPr txBox="1">
            <a:spLocks noChangeArrowheads="1"/>
          </p:cNvSpPr>
          <p:nvPr/>
        </p:nvSpPr>
        <p:spPr bwMode="auto">
          <a:xfrm>
            <a:off x="770326" y="271538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1</a:t>
            </a:r>
          </a:p>
        </p:txBody>
      </p:sp>
      <p:sp>
        <p:nvSpPr>
          <p:cNvPr id="351" name="Text Box 78">
            <a:extLst>
              <a:ext uri="{FF2B5EF4-FFF2-40B4-BE49-F238E27FC236}">
                <a16:creationId xmlns:a16="http://schemas.microsoft.com/office/drawing/2014/main" id="{E227DF10-F3CE-8B4B-80AA-C13257890D0D}"/>
              </a:ext>
            </a:extLst>
          </p:cNvPr>
          <p:cNvSpPr txBox="1">
            <a:spLocks noChangeArrowheads="1"/>
          </p:cNvSpPr>
          <p:nvPr/>
        </p:nvSpPr>
        <p:spPr bwMode="auto">
          <a:xfrm>
            <a:off x="767972" y="3193935"/>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2</a:t>
            </a:r>
          </a:p>
        </p:txBody>
      </p:sp>
      <p:sp>
        <p:nvSpPr>
          <p:cNvPr id="352" name="Text Box 79">
            <a:extLst>
              <a:ext uri="{FF2B5EF4-FFF2-40B4-BE49-F238E27FC236}">
                <a16:creationId xmlns:a16="http://schemas.microsoft.com/office/drawing/2014/main" id="{58F5B987-DA0B-DE4E-A3DB-E7A0F640D49B}"/>
              </a:ext>
            </a:extLst>
          </p:cNvPr>
          <p:cNvSpPr txBox="1">
            <a:spLocks noChangeArrowheads="1"/>
          </p:cNvSpPr>
          <p:nvPr/>
        </p:nvSpPr>
        <p:spPr bwMode="auto">
          <a:xfrm>
            <a:off x="765563" y="3622020"/>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3</a:t>
            </a:r>
          </a:p>
        </p:txBody>
      </p:sp>
      <p:sp>
        <p:nvSpPr>
          <p:cNvPr id="353" name="Text Box 80">
            <a:extLst>
              <a:ext uri="{FF2B5EF4-FFF2-40B4-BE49-F238E27FC236}">
                <a16:creationId xmlns:a16="http://schemas.microsoft.com/office/drawing/2014/main" id="{E271C2C0-9C9D-0843-979B-F9ADBEE6BCCF}"/>
              </a:ext>
            </a:extLst>
          </p:cNvPr>
          <p:cNvSpPr txBox="1">
            <a:spLocks noChangeArrowheads="1"/>
          </p:cNvSpPr>
          <p:nvPr/>
        </p:nvSpPr>
        <p:spPr bwMode="auto">
          <a:xfrm>
            <a:off x="762130" y="411005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4</a:t>
            </a:r>
          </a:p>
        </p:txBody>
      </p:sp>
      <p:sp>
        <p:nvSpPr>
          <p:cNvPr id="354" name="Text Box 81">
            <a:extLst>
              <a:ext uri="{FF2B5EF4-FFF2-40B4-BE49-F238E27FC236}">
                <a16:creationId xmlns:a16="http://schemas.microsoft.com/office/drawing/2014/main" id="{448385CC-395B-0249-94AC-C347F1C7C4C6}"/>
              </a:ext>
            </a:extLst>
          </p:cNvPr>
          <p:cNvSpPr txBox="1">
            <a:spLocks noChangeArrowheads="1"/>
          </p:cNvSpPr>
          <p:nvPr/>
        </p:nvSpPr>
        <p:spPr bwMode="auto">
          <a:xfrm>
            <a:off x="760856" y="4551045"/>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5</a:t>
            </a:r>
          </a:p>
        </p:txBody>
      </p:sp>
      <p:sp>
        <p:nvSpPr>
          <p:cNvPr id="355" name="Text Box 82">
            <a:extLst>
              <a:ext uri="{FF2B5EF4-FFF2-40B4-BE49-F238E27FC236}">
                <a16:creationId xmlns:a16="http://schemas.microsoft.com/office/drawing/2014/main" id="{CB1E6E3C-1D2C-0440-BB3B-C048D495B661}"/>
              </a:ext>
            </a:extLst>
          </p:cNvPr>
          <p:cNvSpPr txBox="1">
            <a:spLocks noChangeArrowheads="1"/>
          </p:cNvSpPr>
          <p:nvPr/>
        </p:nvSpPr>
        <p:spPr bwMode="auto">
          <a:xfrm>
            <a:off x="3207477" y="1647177"/>
            <a:ext cx="688010"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lnSpc>
                <a:spcPct val="90000"/>
              </a:lnSpc>
              <a:spcBef>
                <a:spcPct val="0"/>
              </a:spcBef>
              <a:spcAft>
                <a:spcPct val="0"/>
              </a:spcAft>
              <a:defRPr/>
            </a:pPr>
            <a:r>
              <a:rPr lang="en-US" sz="1600" i="1" kern="0" dirty="0">
                <a:solidFill>
                  <a:srgbClr val="000000"/>
                </a:solidFill>
                <a:latin typeface="Arial" panose="020B0604020202020204" pitchFamily="34" charset="0"/>
                <a:cs typeface="Arial" panose="020B0604020202020204" pitchFamily="34" charset="0"/>
              </a:rPr>
              <a:t>D(</a:t>
            </a:r>
            <a:r>
              <a:rPr lang="en-US" sz="1600" i="1" kern="0" dirty="0">
                <a:solidFill>
                  <a:prstClr val="black"/>
                </a:solidFill>
                <a:latin typeface="Arial" panose="020B0604020202020204" pitchFamily="34" charset="0"/>
                <a:cs typeface="Arial" panose="020B0604020202020204" pitchFamily="34" charset="0"/>
              </a:rPr>
              <a:t>w</a:t>
            </a:r>
            <a:r>
              <a:rPr lang="en-US" sz="1600" i="1" kern="0" dirty="0">
                <a:solidFill>
                  <a:srgbClr val="000000"/>
                </a:solidFill>
                <a:latin typeface="Arial" panose="020B0604020202020204" pitchFamily="34" charset="0"/>
                <a:cs typeface="Arial" panose="020B0604020202020204" pitchFamily="34" charset="0"/>
              </a:rPr>
              <a:t>),</a:t>
            </a:r>
          </a:p>
          <a:p>
            <a:pPr algn="ctr" eaLnBrk="0" fontAlgn="base" hangingPunct="0">
              <a:lnSpc>
                <a:spcPct val="90000"/>
              </a:lnSpc>
              <a:spcBef>
                <a:spcPct val="0"/>
              </a:spcBef>
              <a:spcAft>
                <a:spcPct val="0"/>
              </a:spcAft>
              <a:defRPr/>
            </a:pPr>
            <a:r>
              <a:rPr lang="en-US" sz="1600" i="1" kern="0" dirty="0">
                <a:solidFill>
                  <a:srgbClr val="000000"/>
                </a:solidFill>
                <a:latin typeface="Arial" panose="020B0604020202020204" pitchFamily="34" charset="0"/>
                <a:cs typeface="Arial" panose="020B0604020202020204" pitchFamily="34" charset="0"/>
              </a:rPr>
              <a:t>p(w)</a:t>
            </a:r>
          </a:p>
        </p:txBody>
      </p:sp>
      <p:sp>
        <p:nvSpPr>
          <p:cNvPr id="356" name="Text Box 83">
            <a:extLst>
              <a:ext uri="{FF2B5EF4-FFF2-40B4-BE49-F238E27FC236}">
                <a16:creationId xmlns:a16="http://schemas.microsoft.com/office/drawing/2014/main" id="{3D04A92E-6A73-6E4A-8741-77860D62720F}"/>
              </a:ext>
            </a:extLst>
          </p:cNvPr>
          <p:cNvSpPr txBox="1">
            <a:spLocks noChangeArrowheads="1"/>
          </p:cNvSpPr>
          <p:nvPr/>
        </p:nvSpPr>
        <p:spPr bwMode="auto">
          <a:xfrm>
            <a:off x="4098638" y="1647176"/>
            <a:ext cx="641522"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lnSpc>
                <a:spcPct val="90000"/>
              </a:lnSpc>
              <a:spcBef>
                <a:spcPct val="0"/>
              </a:spcBef>
              <a:spcAft>
                <a:spcPct val="0"/>
              </a:spcAft>
              <a:defRPr/>
            </a:pPr>
            <a:r>
              <a:rPr lang="en-US" sz="1600" i="1" kern="0" dirty="0">
                <a:solidFill>
                  <a:srgbClr val="000000"/>
                </a:solidFill>
                <a:latin typeface="Arial" panose="020B0604020202020204" pitchFamily="34" charset="0"/>
                <a:cs typeface="Arial" panose="020B0604020202020204" pitchFamily="34" charset="0"/>
              </a:rPr>
              <a:t>D(</a:t>
            </a:r>
            <a:r>
              <a:rPr lang="en-US" sz="1600" i="1" kern="0" dirty="0">
                <a:solidFill>
                  <a:prstClr val="black"/>
                </a:solidFill>
                <a:latin typeface="Arial" panose="020B0604020202020204" pitchFamily="34" charset="0"/>
                <a:cs typeface="Arial" panose="020B0604020202020204" pitchFamily="34" charset="0"/>
              </a:rPr>
              <a:t>x</a:t>
            </a:r>
            <a:r>
              <a:rPr lang="en-US" sz="1600" i="1" kern="0" dirty="0">
                <a:solidFill>
                  <a:srgbClr val="000000"/>
                </a:solidFill>
                <a:latin typeface="Arial" panose="020B0604020202020204" pitchFamily="34" charset="0"/>
                <a:cs typeface="Arial" panose="020B0604020202020204" pitchFamily="34" charset="0"/>
              </a:rPr>
              <a:t>),</a:t>
            </a:r>
          </a:p>
          <a:p>
            <a:pPr algn="ctr" eaLnBrk="0" fontAlgn="base" hangingPunct="0">
              <a:lnSpc>
                <a:spcPct val="90000"/>
              </a:lnSpc>
              <a:spcBef>
                <a:spcPct val="0"/>
              </a:spcBef>
              <a:spcAft>
                <a:spcPct val="0"/>
              </a:spcAft>
              <a:defRPr/>
            </a:pPr>
            <a:r>
              <a:rPr lang="en-US" sz="1600" i="1" kern="0" dirty="0">
                <a:solidFill>
                  <a:srgbClr val="000000"/>
                </a:solidFill>
                <a:latin typeface="Arial" panose="020B0604020202020204" pitchFamily="34" charset="0"/>
                <a:cs typeface="Arial" panose="020B0604020202020204" pitchFamily="34" charset="0"/>
              </a:rPr>
              <a:t>p(x)</a:t>
            </a:r>
          </a:p>
        </p:txBody>
      </p:sp>
      <p:sp>
        <p:nvSpPr>
          <p:cNvPr id="357" name="Text Box 84">
            <a:extLst>
              <a:ext uri="{FF2B5EF4-FFF2-40B4-BE49-F238E27FC236}">
                <a16:creationId xmlns:a16="http://schemas.microsoft.com/office/drawing/2014/main" id="{2192712D-9E59-B944-BD03-C11BC42337CD}"/>
              </a:ext>
            </a:extLst>
          </p:cNvPr>
          <p:cNvSpPr txBox="1">
            <a:spLocks noChangeArrowheads="1"/>
          </p:cNvSpPr>
          <p:nvPr/>
        </p:nvSpPr>
        <p:spPr bwMode="auto">
          <a:xfrm>
            <a:off x="4934206" y="1652652"/>
            <a:ext cx="641522"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lnSpc>
                <a:spcPct val="90000"/>
              </a:lnSpc>
              <a:spcBef>
                <a:spcPct val="0"/>
              </a:spcBef>
              <a:spcAft>
                <a:spcPct val="0"/>
              </a:spcAft>
              <a:defRPr/>
            </a:pPr>
            <a:r>
              <a:rPr lang="en-US" sz="1600" i="1" kern="0" dirty="0">
                <a:solidFill>
                  <a:srgbClr val="000000"/>
                </a:solidFill>
                <a:latin typeface="Arial" panose="020B0604020202020204" pitchFamily="34" charset="0"/>
                <a:cs typeface="Arial" panose="020B0604020202020204" pitchFamily="34" charset="0"/>
              </a:rPr>
              <a:t>D(</a:t>
            </a:r>
            <a:r>
              <a:rPr lang="en-US" sz="1600" i="1" kern="0" dirty="0">
                <a:solidFill>
                  <a:prstClr val="black"/>
                </a:solidFill>
                <a:latin typeface="Arial" panose="020B0604020202020204" pitchFamily="34" charset="0"/>
                <a:cs typeface="Arial" panose="020B0604020202020204" pitchFamily="34" charset="0"/>
              </a:rPr>
              <a:t>y</a:t>
            </a:r>
            <a:r>
              <a:rPr lang="en-US" sz="1600" i="1" kern="0" dirty="0">
                <a:solidFill>
                  <a:srgbClr val="000000"/>
                </a:solidFill>
                <a:latin typeface="Arial" panose="020B0604020202020204" pitchFamily="34" charset="0"/>
                <a:cs typeface="Arial" panose="020B0604020202020204" pitchFamily="34" charset="0"/>
              </a:rPr>
              <a:t>),</a:t>
            </a:r>
          </a:p>
          <a:p>
            <a:pPr algn="ctr" eaLnBrk="0" fontAlgn="base" hangingPunct="0">
              <a:lnSpc>
                <a:spcPct val="90000"/>
              </a:lnSpc>
              <a:spcBef>
                <a:spcPct val="0"/>
              </a:spcBef>
              <a:spcAft>
                <a:spcPct val="0"/>
              </a:spcAft>
              <a:defRPr/>
            </a:pPr>
            <a:r>
              <a:rPr lang="en-US" sz="1600" i="1" kern="0" dirty="0">
                <a:solidFill>
                  <a:srgbClr val="000000"/>
                </a:solidFill>
                <a:latin typeface="Arial" panose="020B0604020202020204" pitchFamily="34" charset="0"/>
                <a:cs typeface="Arial" panose="020B0604020202020204" pitchFamily="34" charset="0"/>
              </a:rPr>
              <a:t>p(y)</a:t>
            </a:r>
          </a:p>
        </p:txBody>
      </p:sp>
      <p:sp>
        <p:nvSpPr>
          <p:cNvPr id="358" name="Text Box 85">
            <a:extLst>
              <a:ext uri="{FF2B5EF4-FFF2-40B4-BE49-F238E27FC236}">
                <a16:creationId xmlns:a16="http://schemas.microsoft.com/office/drawing/2014/main" id="{9759BEB2-4722-4F4D-9B33-21A7ED7DEE63}"/>
              </a:ext>
            </a:extLst>
          </p:cNvPr>
          <p:cNvSpPr txBox="1">
            <a:spLocks noChangeArrowheads="1"/>
          </p:cNvSpPr>
          <p:nvPr/>
        </p:nvSpPr>
        <p:spPr bwMode="auto">
          <a:xfrm>
            <a:off x="5771830" y="1651940"/>
            <a:ext cx="630302"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lnSpc>
                <a:spcPct val="90000"/>
              </a:lnSpc>
              <a:spcBef>
                <a:spcPct val="0"/>
              </a:spcBef>
              <a:spcAft>
                <a:spcPct val="0"/>
              </a:spcAft>
              <a:defRPr/>
            </a:pPr>
            <a:r>
              <a:rPr lang="en-US" sz="1600" i="1" kern="0" dirty="0">
                <a:solidFill>
                  <a:srgbClr val="000000"/>
                </a:solidFill>
                <a:latin typeface="Arial" panose="020B0604020202020204" pitchFamily="34" charset="0"/>
                <a:cs typeface="Arial" panose="020B0604020202020204" pitchFamily="34" charset="0"/>
              </a:rPr>
              <a:t>D(</a:t>
            </a:r>
            <a:r>
              <a:rPr lang="en-US" sz="1600" i="1" kern="0" dirty="0">
                <a:solidFill>
                  <a:prstClr val="black"/>
                </a:solidFill>
                <a:latin typeface="Arial" panose="020B0604020202020204" pitchFamily="34" charset="0"/>
                <a:cs typeface="Arial" panose="020B0604020202020204" pitchFamily="34" charset="0"/>
              </a:rPr>
              <a:t>z</a:t>
            </a:r>
            <a:r>
              <a:rPr lang="en-US" sz="1600" i="1" kern="0" dirty="0">
                <a:solidFill>
                  <a:srgbClr val="000000"/>
                </a:solidFill>
                <a:latin typeface="Arial" panose="020B0604020202020204" pitchFamily="34" charset="0"/>
                <a:cs typeface="Arial" panose="020B0604020202020204" pitchFamily="34" charset="0"/>
              </a:rPr>
              <a:t>),</a:t>
            </a:r>
          </a:p>
          <a:p>
            <a:pPr algn="ctr" eaLnBrk="0" fontAlgn="base" hangingPunct="0">
              <a:lnSpc>
                <a:spcPct val="90000"/>
              </a:lnSpc>
              <a:spcBef>
                <a:spcPct val="0"/>
              </a:spcBef>
              <a:spcAft>
                <a:spcPct val="0"/>
              </a:spcAft>
              <a:defRPr/>
            </a:pPr>
            <a:r>
              <a:rPr lang="en-US" sz="1600" i="1" kern="0" dirty="0">
                <a:solidFill>
                  <a:srgbClr val="000000"/>
                </a:solidFill>
                <a:latin typeface="Arial" panose="020B0604020202020204" pitchFamily="34" charset="0"/>
                <a:cs typeface="Arial" panose="020B0604020202020204" pitchFamily="34" charset="0"/>
              </a:rPr>
              <a:t>p(z)</a:t>
            </a:r>
          </a:p>
        </p:txBody>
      </p:sp>
      <p:sp>
        <p:nvSpPr>
          <p:cNvPr id="360" name="Line 87">
            <a:extLst>
              <a:ext uri="{FF2B5EF4-FFF2-40B4-BE49-F238E27FC236}">
                <a16:creationId xmlns:a16="http://schemas.microsoft.com/office/drawing/2014/main" id="{8A5F9E13-788E-9143-9F2C-DF086CF7066C}"/>
              </a:ext>
            </a:extLst>
          </p:cNvPr>
          <p:cNvSpPr>
            <a:spLocks noChangeShapeType="1"/>
          </p:cNvSpPr>
          <p:nvPr/>
        </p:nvSpPr>
        <p:spPr bwMode="auto">
          <a:xfrm>
            <a:off x="939397" y="2690590"/>
            <a:ext cx="5150117" cy="0"/>
          </a:xfrm>
          <a:prstGeom prst="line">
            <a:avLst/>
          </a:prstGeom>
          <a:noFill/>
          <a:ln w="12700">
            <a:solidFill>
              <a:schemeClr val="bg1">
                <a:lumMod val="65000"/>
              </a:schemeClr>
            </a:solidFill>
            <a:round/>
            <a:headEnd/>
            <a:tailEnd/>
          </a:ln>
          <a:extLst>
            <a:ext uri="{909E8E84-426E-40DD-AFC4-6F175D3DCCD1}">
              <a14:hiddenFill xmlns:a14="http://schemas.microsoft.com/office/drawing/2010/main">
                <a:noFill/>
              </a14:hiddenFill>
            </a:ext>
          </a:extLst>
        </p:spPr>
        <p:txBody>
          <a:bodyPr wrap="none"/>
          <a:lstStyle/>
          <a:p>
            <a:pPr eaLnBrk="0" fontAlgn="base" hangingPunct="0">
              <a:spcBef>
                <a:spcPct val="0"/>
              </a:spcBef>
              <a:spcAft>
                <a:spcPct val="0"/>
              </a:spcAft>
            </a:pPr>
            <a:endParaRPr lang="en-US" sz="2000" dirty="0">
              <a:solidFill>
                <a:srgbClr val="000000"/>
              </a:solidFill>
              <a:latin typeface="Arial" charset="0"/>
              <a:ea typeface="ＭＳ Ｐゴシック" charset="0"/>
            </a:endParaRPr>
          </a:p>
        </p:txBody>
      </p:sp>
      <p:sp>
        <p:nvSpPr>
          <p:cNvPr id="361" name="Text Box 88">
            <a:extLst>
              <a:ext uri="{FF2B5EF4-FFF2-40B4-BE49-F238E27FC236}">
                <a16:creationId xmlns:a16="http://schemas.microsoft.com/office/drawing/2014/main" id="{B5D75FC0-2828-1E41-B4E4-7454030F9FF7}"/>
              </a:ext>
            </a:extLst>
          </p:cNvPr>
          <p:cNvSpPr txBox="1">
            <a:spLocks noChangeArrowheads="1"/>
          </p:cNvSpPr>
          <p:nvPr/>
        </p:nvSpPr>
        <p:spPr bwMode="auto">
          <a:xfrm>
            <a:off x="1766343" y="2270575"/>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FF0000"/>
                </a:solidFill>
              </a:rPr>
              <a:t>u</a:t>
            </a:r>
          </a:p>
        </p:txBody>
      </p:sp>
      <p:sp>
        <p:nvSpPr>
          <p:cNvPr id="362" name="Line 89">
            <a:extLst>
              <a:ext uri="{FF2B5EF4-FFF2-40B4-BE49-F238E27FC236}">
                <a16:creationId xmlns:a16="http://schemas.microsoft.com/office/drawing/2014/main" id="{8BD77020-FC12-9249-83A7-84423976E659}"/>
              </a:ext>
            </a:extLst>
          </p:cNvPr>
          <p:cNvSpPr>
            <a:spLocks noChangeShapeType="1"/>
          </p:cNvSpPr>
          <p:nvPr/>
        </p:nvSpPr>
        <p:spPr bwMode="auto">
          <a:xfrm>
            <a:off x="871302" y="3151241"/>
            <a:ext cx="5224698" cy="0"/>
          </a:xfrm>
          <a:prstGeom prst="line">
            <a:avLst/>
          </a:prstGeom>
          <a:noFill/>
          <a:ln w="12700">
            <a:solidFill>
              <a:schemeClr val="bg1">
                <a:lumMod val="65000"/>
              </a:schemeClr>
            </a:solidFill>
            <a:round/>
            <a:headEnd/>
            <a:tailEnd/>
          </a:ln>
          <a:extLst>
            <a:ext uri="{909E8E84-426E-40DD-AFC4-6F175D3DCCD1}">
              <a14:hiddenFill xmlns:a14="http://schemas.microsoft.com/office/drawing/2010/main">
                <a:noFill/>
              </a14:hiddenFill>
            </a:ext>
          </a:extLst>
        </p:spPr>
        <p:txBody>
          <a:bodyPr wrap="none"/>
          <a:lstStyle/>
          <a:p>
            <a:pPr eaLnBrk="0" fontAlgn="base" hangingPunct="0">
              <a:spcBef>
                <a:spcPct val="0"/>
              </a:spcBef>
              <a:spcAft>
                <a:spcPct val="0"/>
              </a:spcAft>
            </a:pPr>
            <a:endParaRPr lang="en-US" sz="2000" dirty="0">
              <a:solidFill>
                <a:srgbClr val="000000"/>
              </a:solidFill>
              <a:latin typeface="Arial" charset="0"/>
              <a:ea typeface="ＭＳ Ｐゴシック" charset="0"/>
            </a:endParaRPr>
          </a:p>
        </p:txBody>
      </p:sp>
      <p:sp>
        <p:nvSpPr>
          <p:cNvPr id="363" name="Line 90">
            <a:extLst>
              <a:ext uri="{FF2B5EF4-FFF2-40B4-BE49-F238E27FC236}">
                <a16:creationId xmlns:a16="http://schemas.microsoft.com/office/drawing/2014/main" id="{9B928B6B-4609-A44E-A6B9-1009B9CF89E0}"/>
              </a:ext>
            </a:extLst>
          </p:cNvPr>
          <p:cNvSpPr>
            <a:spLocks noChangeShapeType="1"/>
          </p:cNvSpPr>
          <p:nvPr/>
        </p:nvSpPr>
        <p:spPr bwMode="auto">
          <a:xfrm>
            <a:off x="871302" y="3618848"/>
            <a:ext cx="5224698" cy="0"/>
          </a:xfrm>
          <a:prstGeom prst="line">
            <a:avLst/>
          </a:prstGeom>
          <a:noFill/>
          <a:ln w="12700">
            <a:solidFill>
              <a:schemeClr val="bg1">
                <a:lumMod val="65000"/>
              </a:schemeClr>
            </a:solidFill>
            <a:round/>
            <a:headEnd/>
            <a:tailEnd/>
          </a:ln>
          <a:extLst>
            <a:ext uri="{909E8E84-426E-40DD-AFC4-6F175D3DCCD1}">
              <a14:hiddenFill xmlns:a14="http://schemas.microsoft.com/office/drawing/2010/main">
                <a:noFill/>
              </a14:hiddenFill>
            </a:ext>
          </a:extLst>
        </p:spPr>
        <p:txBody>
          <a:bodyPr wrap="none"/>
          <a:lstStyle/>
          <a:p>
            <a:pPr eaLnBrk="0" fontAlgn="base" hangingPunct="0">
              <a:spcBef>
                <a:spcPct val="0"/>
              </a:spcBef>
              <a:spcAft>
                <a:spcPct val="0"/>
              </a:spcAft>
            </a:pPr>
            <a:endParaRPr lang="en-US" sz="2000" dirty="0">
              <a:solidFill>
                <a:srgbClr val="000000"/>
              </a:solidFill>
              <a:latin typeface="Arial" charset="0"/>
              <a:ea typeface="ＭＳ Ｐゴシック" charset="0"/>
            </a:endParaRPr>
          </a:p>
        </p:txBody>
      </p:sp>
      <p:sp>
        <p:nvSpPr>
          <p:cNvPr id="364" name="Line 91">
            <a:extLst>
              <a:ext uri="{FF2B5EF4-FFF2-40B4-BE49-F238E27FC236}">
                <a16:creationId xmlns:a16="http://schemas.microsoft.com/office/drawing/2014/main" id="{C76CD917-F8A2-084E-A595-FE42589B9BF9}"/>
              </a:ext>
            </a:extLst>
          </p:cNvPr>
          <p:cNvSpPr>
            <a:spLocks noChangeShapeType="1"/>
          </p:cNvSpPr>
          <p:nvPr/>
        </p:nvSpPr>
        <p:spPr bwMode="auto">
          <a:xfrm>
            <a:off x="818428" y="4551040"/>
            <a:ext cx="5277571" cy="0"/>
          </a:xfrm>
          <a:prstGeom prst="line">
            <a:avLst/>
          </a:prstGeom>
          <a:noFill/>
          <a:ln w="12700">
            <a:solidFill>
              <a:schemeClr val="bg1">
                <a:lumMod val="65000"/>
              </a:schemeClr>
            </a:solidFill>
            <a:round/>
            <a:headEnd/>
            <a:tailEnd/>
          </a:ln>
          <a:extLst>
            <a:ext uri="{909E8E84-426E-40DD-AFC4-6F175D3DCCD1}">
              <a14:hiddenFill xmlns:a14="http://schemas.microsoft.com/office/drawing/2010/main">
                <a:noFill/>
              </a14:hiddenFill>
            </a:ext>
          </a:extLst>
        </p:spPr>
        <p:txBody>
          <a:bodyPr wrap="none"/>
          <a:lstStyle/>
          <a:p>
            <a:pPr eaLnBrk="0" fontAlgn="base" hangingPunct="0">
              <a:spcBef>
                <a:spcPct val="0"/>
              </a:spcBef>
              <a:spcAft>
                <a:spcPct val="0"/>
              </a:spcAft>
            </a:pPr>
            <a:endParaRPr lang="en-US" sz="2000" dirty="0">
              <a:solidFill>
                <a:srgbClr val="000000"/>
              </a:solidFill>
              <a:latin typeface="Arial" charset="0"/>
              <a:ea typeface="ＭＳ Ｐゴシック" charset="0"/>
            </a:endParaRPr>
          </a:p>
        </p:txBody>
      </p:sp>
      <p:sp>
        <p:nvSpPr>
          <p:cNvPr id="365" name="Line 92">
            <a:extLst>
              <a:ext uri="{FF2B5EF4-FFF2-40B4-BE49-F238E27FC236}">
                <a16:creationId xmlns:a16="http://schemas.microsoft.com/office/drawing/2014/main" id="{676FEE77-1F18-B34E-9F67-2476A2B29244}"/>
              </a:ext>
            </a:extLst>
          </p:cNvPr>
          <p:cNvSpPr>
            <a:spLocks noChangeShapeType="1"/>
          </p:cNvSpPr>
          <p:nvPr/>
        </p:nvSpPr>
        <p:spPr bwMode="auto">
          <a:xfrm>
            <a:off x="866540" y="4075166"/>
            <a:ext cx="5229460" cy="0"/>
          </a:xfrm>
          <a:prstGeom prst="line">
            <a:avLst/>
          </a:prstGeom>
          <a:noFill/>
          <a:ln w="12700">
            <a:solidFill>
              <a:schemeClr val="bg1">
                <a:lumMod val="65000"/>
              </a:schemeClr>
            </a:solidFill>
            <a:round/>
            <a:headEnd/>
            <a:tailEnd/>
          </a:ln>
          <a:extLst>
            <a:ext uri="{909E8E84-426E-40DD-AFC4-6F175D3DCCD1}">
              <a14:hiddenFill xmlns:a14="http://schemas.microsoft.com/office/drawing/2010/main">
                <a:noFill/>
              </a14:hiddenFill>
            </a:ext>
          </a:extLst>
        </p:spPr>
        <p:txBody>
          <a:bodyPr wrap="none"/>
          <a:lstStyle/>
          <a:p>
            <a:pPr eaLnBrk="0" fontAlgn="base" hangingPunct="0">
              <a:spcBef>
                <a:spcPct val="0"/>
              </a:spcBef>
              <a:spcAft>
                <a:spcPct val="0"/>
              </a:spcAft>
            </a:pPr>
            <a:endParaRPr lang="en-US" sz="2000" dirty="0">
              <a:solidFill>
                <a:srgbClr val="000000"/>
              </a:solidFill>
              <a:latin typeface="Arial" charset="0"/>
              <a:ea typeface="ＭＳ Ｐゴシック" charset="0"/>
            </a:endParaRPr>
          </a:p>
        </p:txBody>
      </p:sp>
      <p:sp>
        <p:nvSpPr>
          <p:cNvPr id="366" name="Line 93">
            <a:extLst>
              <a:ext uri="{FF2B5EF4-FFF2-40B4-BE49-F238E27FC236}">
                <a16:creationId xmlns:a16="http://schemas.microsoft.com/office/drawing/2014/main" id="{3EEF148F-9B80-C748-A557-23B2FBFF01AE}"/>
              </a:ext>
            </a:extLst>
          </p:cNvPr>
          <p:cNvSpPr>
            <a:spLocks noChangeShapeType="1"/>
          </p:cNvSpPr>
          <p:nvPr/>
        </p:nvSpPr>
        <p:spPr bwMode="auto">
          <a:xfrm>
            <a:off x="866016" y="5009992"/>
            <a:ext cx="5229984" cy="0"/>
          </a:xfrm>
          <a:prstGeom prst="line">
            <a:avLst/>
          </a:prstGeom>
          <a:noFill/>
          <a:ln w="12700">
            <a:solidFill>
              <a:schemeClr val="bg1">
                <a:lumMod val="65000"/>
              </a:schemeClr>
            </a:solidFill>
            <a:round/>
            <a:headEnd/>
            <a:tailEnd/>
          </a:ln>
          <a:extLst>
            <a:ext uri="{909E8E84-426E-40DD-AFC4-6F175D3DCCD1}">
              <a14:hiddenFill xmlns:a14="http://schemas.microsoft.com/office/drawing/2010/main">
                <a:noFill/>
              </a14:hiddenFill>
            </a:ext>
          </a:extLst>
        </p:spPr>
        <p:txBody>
          <a:bodyPr wrap="none"/>
          <a:lstStyle/>
          <a:p>
            <a:pPr eaLnBrk="0" fontAlgn="base" hangingPunct="0">
              <a:spcBef>
                <a:spcPct val="0"/>
              </a:spcBef>
              <a:spcAft>
                <a:spcPct val="0"/>
              </a:spcAft>
            </a:pPr>
            <a:endParaRPr lang="en-US" sz="2000" dirty="0">
              <a:solidFill>
                <a:srgbClr val="000000"/>
              </a:solidFill>
              <a:latin typeface="Arial" charset="0"/>
              <a:ea typeface="ＭＳ Ｐゴシック" charset="0"/>
            </a:endParaRPr>
          </a:p>
        </p:txBody>
      </p:sp>
      <p:grpSp>
        <p:nvGrpSpPr>
          <p:cNvPr id="367" name="Group 94">
            <a:extLst>
              <a:ext uri="{FF2B5EF4-FFF2-40B4-BE49-F238E27FC236}">
                <a16:creationId xmlns:a16="http://schemas.microsoft.com/office/drawing/2014/main" id="{558A3619-2058-4548-85D0-840189D30DCE}"/>
              </a:ext>
            </a:extLst>
          </p:cNvPr>
          <p:cNvGrpSpPr>
            <a:grpSpLocks/>
          </p:cNvGrpSpPr>
          <p:nvPr/>
        </p:nvGrpSpPr>
        <p:grpSpPr bwMode="auto">
          <a:xfrm>
            <a:off x="2400069" y="2268766"/>
            <a:ext cx="3937006" cy="409575"/>
            <a:chOff x="1329" y="1036"/>
            <a:chExt cx="2480" cy="258"/>
          </a:xfrm>
        </p:grpSpPr>
        <p:sp>
          <p:nvSpPr>
            <p:cNvPr id="368" name="Text Box 95">
              <a:extLst>
                <a:ext uri="{FF2B5EF4-FFF2-40B4-BE49-F238E27FC236}">
                  <a16:creationId xmlns:a16="http://schemas.microsoft.com/office/drawing/2014/main" id="{A9A49627-FB9F-6845-8479-4BEAC42773FB}"/>
                </a:ext>
              </a:extLst>
            </p:cNvPr>
            <p:cNvSpPr txBox="1">
              <a:spLocks noChangeArrowheads="1"/>
            </p:cNvSpPr>
            <p:nvPr/>
          </p:nvSpPr>
          <p:spPr bwMode="auto">
            <a:xfrm>
              <a:off x="3509" y="1036"/>
              <a:ext cx="30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latin typeface="Comic Sans MS" charset="0"/>
                </a:rPr>
                <a:t>∞ </a:t>
              </a:r>
              <a:endParaRPr lang="en-US" kern="0" dirty="0">
                <a:solidFill>
                  <a:srgbClr val="000000"/>
                </a:solidFill>
              </a:endParaRPr>
            </a:p>
          </p:txBody>
        </p:sp>
        <p:sp>
          <p:nvSpPr>
            <p:cNvPr id="369" name="Text Box 96">
              <a:extLst>
                <a:ext uri="{FF2B5EF4-FFF2-40B4-BE49-F238E27FC236}">
                  <a16:creationId xmlns:a16="http://schemas.microsoft.com/office/drawing/2014/main" id="{41F7B139-E678-B342-AD4B-7706825D14B9}"/>
                </a:ext>
              </a:extLst>
            </p:cNvPr>
            <p:cNvSpPr txBox="1">
              <a:spLocks noChangeArrowheads="1"/>
            </p:cNvSpPr>
            <p:nvPr/>
          </p:nvSpPr>
          <p:spPr bwMode="auto">
            <a:xfrm>
              <a:off x="2989" y="1042"/>
              <a:ext cx="30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latin typeface="Comic Sans MS" charset="0"/>
                </a:rPr>
                <a:t>∞ </a:t>
              </a:r>
              <a:endParaRPr lang="en-US" kern="0" dirty="0">
                <a:solidFill>
                  <a:srgbClr val="000000"/>
                </a:solidFill>
              </a:endParaRPr>
            </a:p>
          </p:txBody>
        </p:sp>
        <p:sp>
          <p:nvSpPr>
            <p:cNvPr id="370" name="Text Box 97">
              <a:extLst>
                <a:ext uri="{FF2B5EF4-FFF2-40B4-BE49-F238E27FC236}">
                  <a16:creationId xmlns:a16="http://schemas.microsoft.com/office/drawing/2014/main" id="{5B097C3C-A220-B449-93F9-E7D23003D931}"/>
                </a:ext>
              </a:extLst>
            </p:cNvPr>
            <p:cNvSpPr txBox="1">
              <a:spLocks noChangeArrowheads="1"/>
            </p:cNvSpPr>
            <p:nvPr/>
          </p:nvSpPr>
          <p:spPr bwMode="auto">
            <a:xfrm>
              <a:off x="1329" y="1038"/>
              <a:ext cx="34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7,u</a:t>
              </a:r>
            </a:p>
          </p:txBody>
        </p:sp>
        <p:sp>
          <p:nvSpPr>
            <p:cNvPr id="371" name="Text Box 98">
              <a:extLst>
                <a:ext uri="{FF2B5EF4-FFF2-40B4-BE49-F238E27FC236}">
                  <a16:creationId xmlns:a16="http://schemas.microsoft.com/office/drawing/2014/main" id="{A0B94B27-CE7D-C949-AB21-F3E5E557F643}"/>
                </a:ext>
              </a:extLst>
            </p:cNvPr>
            <p:cNvSpPr txBox="1">
              <a:spLocks noChangeArrowheads="1"/>
            </p:cNvSpPr>
            <p:nvPr/>
          </p:nvSpPr>
          <p:spPr bwMode="auto">
            <a:xfrm>
              <a:off x="1855" y="1041"/>
              <a:ext cx="34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3,u</a:t>
              </a:r>
            </a:p>
          </p:txBody>
        </p:sp>
        <p:sp>
          <p:nvSpPr>
            <p:cNvPr id="372" name="Text Box 99">
              <a:extLst>
                <a:ext uri="{FF2B5EF4-FFF2-40B4-BE49-F238E27FC236}">
                  <a16:creationId xmlns:a16="http://schemas.microsoft.com/office/drawing/2014/main" id="{8F8C77A4-ABDE-6E4B-A507-A4A1C104D5C9}"/>
                </a:ext>
              </a:extLst>
            </p:cNvPr>
            <p:cNvSpPr txBox="1">
              <a:spLocks noChangeArrowheads="1"/>
            </p:cNvSpPr>
            <p:nvPr/>
          </p:nvSpPr>
          <p:spPr bwMode="auto">
            <a:xfrm>
              <a:off x="2407" y="1038"/>
              <a:ext cx="34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5,u</a:t>
              </a:r>
            </a:p>
          </p:txBody>
        </p:sp>
      </p:grpSp>
      <p:sp>
        <p:nvSpPr>
          <p:cNvPr id="373" name="Text Box 100">
            <a:extLst>
              <a:ext uri="{FF2B5EF4-FFF2-40B4-BE49-F238E27FC236}">
                <a16:creationId xmlns:a16="http://schemas.microsoft.com/office/drawing/2014/main" id="{ACA0D86F-02A7-B84B-A3AB-5BBFB524F62E}"/>
              </a:ext>
            </a:extLst>
          </p:cNvPr>
          <p:cNvSpPr txBox="1">
            <a:spLocks noChangeArrowheads="1"/>
          </p:cNvSpPr>
          <p:nvPr/>
        </p:nvSpPr>
        <p:spPr bwMode="auto">
          <a:xfrm>
            <a:off x="1595504" y="2721633"/>
            <a:ext cx="51328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uw</a:t>
            </a:r>
          </a:p>
        </p:txBody>
      </p:sp>
      <p:grpSp>
        <p:nvGrpSpPr>
          <p:cNvPr id="374" name="Group 101">
            <a:extLst>
              <a:ext uri="{FF2B5EF4-FFF2-40B4-BE49-F238E27FC236}">
                <a16:creationId xmlns:a16="http://schemas.microsoft.com/office/drawing/2014/main" id="{BC7C6C04-9C61-5440-80EF-C809C32DFA20}"/>
              </a:ext>
            </a:extLst>
          </p:cNvPr>
          <p:cNvGrpSpPr>
            <a:grpSpLocks/>
          </p:cNvGrpSpPr>
          <p:nvPr/>
        </p:nvGrpSpPr>
        <p:grpSpPr bwMode="auto">
          <a:xfrm>
            <a:off x="2409590" y="2707832"/>
            <a:ext cx="3933824" cy="420688"/>
            <a:chOff x="1328" y="1004"/>
            <a:chExt cx="2478" cy="265"/>
          </a:xfrm>
        </p:grpSpPr>
        <p:sp>
          <p:nvSpPr>
            <p:cNvPr id="375" name="Text Box 102">
              <a:extLst>
                <a:ext uri="{FF2B5EF4-FFF2-40B4-BE49-F238E27FC236}">
                  <a16:creationId xmlns:a16="http://schemas.microsoft.com/office/drawing/2014/main" id="{ABAEF0CA-F3B4-3F40-B673-304562BCEA0C}"/>
                </a:ext>
              </a:extLst>
            </p:cNvPr>
            <p:cNvSpPr txBox="1">
              <a:spLocks noChangeArrowheads="1"/>
            </p:cNvSpPr>
            <p:nvPr/>
          </p:nvSpPr>
          <p:spPr bwMode="auto">
            <a:xfrm>
              <a:off x="3506" y="1004"/>
              <a:ext cx="30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latin typeface="Comic Sans MS" charset="0"/>
                </a:rPr>
                <a:t>∞ </a:t>
              </a:r>
              <a:endParaRPr lang="en-US" kern="0" dirty="0">
                <a:solidFill>
                  <a:srgbClr val="000000"/>
                </a:solidFill>
              </a:endParaRPr>
            </a:p>
          </p:txBody>
        </p:sp>
        <p:sp>
          <p:nvSpPr>
            <p:cNvPr id="376" name="Text Box 103">
              <a:extLst>
                <a:ext uri="{FF2B5EF4-FFF2-40B4-BE49-F238E27FC236}">
                  <a16:creationId xmlns:a16="http://schemas.microsoft.com/office/drawing/2014/main" id="{E1707184-54DA-3043-95FA-5D2589479085}"/>
                </a:ext>
              </a:extLst>
            </p:cNvPr>
            <p:cNvSpPr txBox="1">
              <a:spLocks noChangeArrowheads="1"/>
            </p:cNvSpPr>
            <p:nvPr/>
          </p:nvSpPr>
          <p:spPr bwMode="auto">
            <a:xfrm>
              <a:off x="2880" y="1014"/>
              <a:ext cx="48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1800" kern="0" dirty="0">
                  <a:solidFill>
                    <a:srgbClr val="000000"/>
                  </a:solidFill>
                </a:rPr>
                <a:t>11</a:t>
              </a:r>
              <a:r>
                <a:rPr lang="en-US" sz="2000" kern="0" dirty="0">
                  <a:solidFill>
                    <a:srgbClr val="000000"/>
                  </a:solidFill>
                </a:rPr>
                <a:t>,w</a:t>
              </a:r>
              <a:r>
                <a:rPr lang="en-US" sz="2000" kern="0" dirty="0">
                  <a:solidFill>
                    <a:srgbClr val="000000"/>
                  </a:solidFill>
                  <a:latin typeface="Comic Sans MS" charset="0"/>
                </a:rPr>
                <a:t> </a:t>
              </a:r>
              <a:endParaRPr lang="en-US" kern="0" dirty="0">
                <a:solidFill>
                  <a:srgbClr val="000000"/>
                </a:solidFill>
              </a:endParaRPr>
            </a:p>
          </p:txBody>
        </p:sp>
        <p:sp>
          <p:nvSpPr>
            <p:cNvPr id="377" name="Text Box 104">
              <a:extLst>
                <a:ext uri="{FF2B5EF4-FFF2-40B4-BE49-F238E27FC236}">
                  <a16:creationId xmlns:a16="http://schemas.microsoft.com/office/drawing/2014/main" id="{D3F92256-ECF4-674D-BB01-22E8F8101968}"/>
                </a:ext>
              </a:extLst>
            </p:cNvPr>
            <p:cNvSpPr txBox="1">
              <a:spLocks noChangeArrowheads="1"/>
            </p:cNvSpPr>
            <p:nvPr/>
          </p:nvSpPr>
          <p:spPr bwMode="auto">
            <a:xfrm>
              <a:off x="1328" y="1017"/>
              <a:ext cx="36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6,w</a:t>
              </a:r>
            </a:p>
          </p:txBody>
        </p:sp>
        <p:sp>
          <p:nvSpPr>
            <p:cNvPr id="378" name="Text Box 105">
              <a:extLst>
                <a:ext uri="{FF2B5EF4-FFF2-40B4-BE49-F238E27FC236}">
                  <a16:creationId xmlns:a16="http://schemas.microsoft.com/office/drawing/2014/main" id="{71B35D57-CA7D-E747-B1BC-4BCC98CEE5FF}"/>
                </a:ext>
              </a:extLst>
            </p:cNvPr>
            <p:cNvSpPr txBox="1">
              <a:spLocks noChangeArrowheads="1"/>
            </p:cNvSpPr>
            <p:nvPr/>
          </p:nvSpPr>
          <p:spPr bwMode="auto">
            <a:xfrm>
              <a:off x="1987" y="1015"/>
              <a:ext cx="11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endParaRPr lang="en-US" sz="2000" kern="0" dirty="0">
                <a:solidFill>
                  <a:srgbClr val="000000"/>
                </a:solidFill>
              </a:endParaRPr>
            </a:p>
          </p:txBody>
        </p:sp>
        <p:sp>
          <p:nvSpPr>
            <p:cNvPr id="379" name="Text Box 106">
              <a:extLst>
                <a:ext uri="{FF2B5EF4-FFF2-40B4-BE49-F238E27FC236}">
                  <a16:creationId xmlns:a16="http://schemas.microsoft.com/office/drawing/2014/main" id="{05FF3FA7-68BA-E148-B1AB-F1DC697DD5AB}"/>
                </a:ext>
              </a:extLst>
            </p:cNvPr>
            <p:cNvSpPr txBox="1">
              <a:spLocks noChangeArrowheads="1"/>
            </p:cNvSpPr>
            <p:nvPr/>
          </p:nvSpPr>
          <p:spPr bwMode="auto">
            <a:xfrm>
              <a:off x="2400" y="1013"/>
              <a:ext cx="34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5,u</a:t>
              </a:r>
            </a:p>
          </p:txBody>
        </p:sp>
      </p:grpSp>
      <p:grpSp>
        <p:nvGrpSpPr>
          <p:cNvPr id="380" name="Group 107">
            <a:extLst>
              <a:ext uri="{FF2B5EF4-FFF2-40B4-BE49-F238E27FC236}">
                <a16:creationId xmlns:a16="http://schemas.microsoft.com/office/drawing/2014/main" id="{7E2626C5-CF93-9948-940E-8D5F72A7FC73}"/>
              </a:ext>
            </a:extLst>
          </p:cNvPr>
          <p:cNvGrpSpPr>
            <a:grpSpLocks/>
          </p:cNvGrpSpPr>
          <p:nvPr/>
        </p:nvGrpSpPr>
        <p:grpSpPr bwMode="auto">
          <a:xfrm>
            <a:off x="2398427" y="3156225"/>
            <a:ext cx="4005263" cy="414336"/>
            <a:chOff x="1328" y="1008"/>
            <a:chExt cx="2523" cy="261"/>
          </a:xfrm>
        </p:grpSpPr>
        <p:sp>
          <p:nvSpPr>
            <p:cNvPr id="381" name="Text Box 108">
              <a:extLst>
                <a:ext uri="{FF2B5EF4-FFF2-40B4-BE49-F238E27FC236}">
                  <a16:creationId xmlns:a16="http://schemas.microsoft.com/office/drawing/2014/main" id="{AFBD965A-43AF-524E-B4A9-98B0171545D9}"/>
                </a:ext>
              </a:extLst>
            </p:cNvPr>
            <p:cNvSpPr txBox="1">
              <a:spLocks noChangeArrowheads="1"/>
            </p:cNvSpPr>
            <p:nvPr/>
          </p:nvSpPr>
          <p:spPr bwMode="auto">
            <a:xfrm>
              <a:off x="3403" y="1011"/>
              <a:ext cx="44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1800" kern="0" dirty="0">
                  <a:solidFill>
                    <a:srgbClr val="000000"/>
                  </a:solidFill>
                </a:rPr>
                <a:t>14</a:t>
              </a:r>
              <a:r>
                <a:rPr lang="en-US" sz="2000" kern="0" dirty="0">
                  <a:solidFill>
                    <a:srgbClr val="000000"/>
                  </a:solidFill>
                </a:rPr>
                <a:t>,x </a:t>
              </a:r>
            </a:p>
          </p:txBody>
        </p:sp>
        <p:sp>
          <p:nvSpPr>
            <p:cNvPr id="382" name="Text Box 109">
              <a:extLst>
                <a:ext uri="{FF2B5EF4-FFF2-40B4-BE49-F238E27FC236}">
                  <a16:creationId xmlns:a16="http://schemas.microsoft.com/office/drawing/2014/main" id="{AC0F38BE-BBC3-6F4E-B9EA-051436270F08}"/>
                </a:ext>
              </a:extLst>
            </p:cNvPr>
            <p:cNvSpPr txBox="1">
              <a:spLocks noChangeArrowheads="1"/>
            </p:cNvSpPr>
            <p:nvPr/>
          </p:nvSpPr>
          <p:spPr bwMode="auto">
            <a:xfrm>
              <a:off x="2885" y="1008"/>
              <a:ext cx="48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1800" kern="0" dirty="0">
                  <a:solidFill>
                    <a:srgbClr val="000000"/>
                  </a:solidFill>
                </a:rPr>
                <a:t>11,</a:t>
              </a:r>
              <a:r>
                <a:rPr lang="en-US" sz="2000" kern="0" dirty="0">
                  <a:solidFill>
                    <a:srgbClr val="000000"/>
                  </a:solidFill>
                </a:rPr>
                <a:t>w </a:t>
              </a:r>
              <a:endParaRPr lang="en-US" kern="0" dirty="0">
                <a:solidFill>
                  <a:srgbClr val="000000"/>
                </a:solidFill>
              </a:endParaRPr>
            </a:p>
          </p:txBody>
        </p:sp>
        <p:sp>
          <p:nvSpPr>
            <p:cNvPr id="383" name="Text Box 110">
              <a:extLst>
                <a:ext uri="{FF2B5EF4-FFF2-40B4-BE49-F238E27FC236}">
                  <a16:creationId xmlns:a16="http://schemas.microsoft.com/office/drawing/2014/main" id="{A05F7448-12D1-D84F-9CDE-912BCF72A01D}"/>
                </a:ext>
              </a:extLst>
            </p:cNvPr>
            <p:cNvSpPr txBox="1">
              <a:spLocks noChangeArrowheads="1"/>
            </p:cNvSpPr>
            <p:nvPr/>
          </p:nvSpPr>
          <p:spPr bwMode="auto">
            <a:xfrm>
              <a:off x="1328" y="1017"/>
              <a:ext cx="36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6,w</a:t>
              </a:r>
            </a:p>
          </p:txBody>
        </p:sp>
        <p:sp>
          <p:nvSpPr>
            <p:cNvPr id="384" name="Text Box 111">
              <a:extLst>
                <a:ext uri="{FF2B5EF4-FFF2-40B4-BE49-F238E27FC236}">
                  <a16:creationId xmlns:a16="http://schemas.microsoft.com/office/drawing/2014/main" id="{FD8E90C8-7E27-9944-8C71-AF1BD0233694}"/>
                </a:ext>
              </a:extLst>
            </p:cNvPr>
            <p:cNvSpPr txBox="1">
              <a:spLocks noChangeArrowheads="1"/>
            </p:cNvSpPr>
            <p:nvPr/>
          </p:nvSpPr>
          <p:spPr bwMode="auto">
            <a:xfrm>
              <a:off x="1987" y="1015"/>
              <a:ext cx="11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endParaRPr lang="en-US" sz="2000" kern="0" dirty="0">
                <a:solidFill>
                  <a:srgbClr val="000000"/>
                </a:solidFill>
              </a:endParaRPr>
            </a:p>
          </p:txBody>
        </p:sp>
        <p:sp>
          <p:nvSpPr>
            <p:cNvPr id="385" name="Text Box 112">
              <a:extLst>
                <a:ext uri="{FF2B5EF4-FFF2-40B4-BE49-F238E27FC236}">
                  <a16:creationId xmlns:a16="http://schemas.microsoft.com/office/drawing/2014/main" id="{42882C9F-E751-B44C-9ECC-51EC29977CC5}"/>
                </a:ext>
              </a:extLst>
            </p:cNvPr>
            <p:cNvSpPr txBox="1">
              <a:spLocks noChangeArrowheads="1"/>
            </p:cNvSpPr>
            <p:nvPr/>
          </p:nvSpPr>
          <p:spPr bwMode="auto">
            <a:xfrm>
              <a:off x="2390" y="1016"/>
              <a:ext cx="11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endParaRPr lang="en-US" sz="2000" kern="0" dirty="0">
                <a:solidFill>
                  <a:srgbClr val="000000"/>
                </a:solidFill>
              </a:endParaRPr>
            </a:p>
          </p:txBody>
        </p:sp>
      </p:grpSp>
      <p:sp>
        <p:nvSpPr>
          <p:cNvPr id="386" name="Oval 113">
            <a:extLst>
              <a:ext uri="{FF2B5EF4-FFF2-40B4-BE49-F238E27FC236}">
                <a16:creationId xmlns:a16="http://schemas.microsoft.com/office/drawing/2014/main" id="{CA07159E-E1BA-F141-B1FF-A9FEC3ABC3C1}"/>
              </a:ext>
            </a:extLst>
          </p:cNvPr>
          <p:cNvSpPr>
            <a:spLocks noChangeArrowheads="1"/>
          </p:cNvSpPr>
          <p:nvPr/>
        </p:nvSpPr>
        <p:spPr bwMode="auto">
          <a:xfrm>
            <a:off x="3192476" y="2263739"/>
            <a:ext cx="661410" cy="406374"/>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sp>
        <p:nvSpPr>
          <p:cNvPr id="387" name="Oval 114">
            <a:extLst>
              <a:ext uri="{FF2B5EF4-FFF2-40B4-BE49-F238E27FC236}">
                <a16:creationId xmlns:a16="http://schemas.microsoft.com/office/drawing/2014/main" id="{62801FA1-0308-3F47-AABC-89A1C31D0B51}"/>
              </a:ext>
            </a:extLst>
          </p:cNvPr>
          <p:cNvSpPr>
            <a:spLocks noChangeArrowheads="1"/>
          </p:cNvSpPr>
          <p:nvPr/>
        </p:nvSpPr>
        <p:spPr bwMode="auto">
          <a:xfrm>
            <a:off x="4050170" y="2719263"/>
            <a:ext cx="679816" cy="406932"/>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sp>
        <p:nvSpPr>
          <p:cNvPr id="388" name="Text Box 115">
            <a:extLst>
              <a:ext uri="{FF2B5EF4-FFF2-40B4-BE49-F238E27FC236}">
                <a16:creationId xmlns:a16="http://schemas.microsoft.com/office/drawing/2014/main" id="{FDC188CB-240A-384E-B25B-A5EC55C65308}"/>
              </a:ext>
            </a:extLst>
          </p:cNvPr>
          <p:cNvSpPr txBox="1">
            <a:spLocks noChangeArrowheads="1"/>
          </p:cNvSpPr>
          <p:nvPr/>
        </p:nvSpPr>
        <p:spPr bwMode="auto">
          <a:xfrm>
            <a:off x="1479143" y="3195058"/>
            <a:ext cx="64152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uwx</a:t>
            </a:r>
          </a:p>
        </p:txBody>
      </p:sp>
      <p:sp>
        <p:nvSpPr>
          <p:cNvPr id="389" name="Oval 116">
            <a:extLst>
              <a:ext uri="{FF2B5EF4-FFF2-40B4-BE49-F238E27FC236}">
                <a16:creationId xmlns:a16="http://schemas.microsoft.com/office/drawing/2014/main" id="{B75F5C54-5678-6548-96E7-8FA9101FCFC9}"/>
              </a:ext>
            </a:extLst>
          </p:cNvPr>
          <p:cNvSpPr>
            <a:spLocks noChangeArrowheads="1"/>
          </p:cNvSpPr>
          <p:nvPr/>
        </p:nvSpPr>
        <p:spPr bwMode="auto">
          <a:xfrm>
            <a:off x="2374191" y="3175054"/>
            <a:ext cx="665830" cy="425097"/>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sp>
        <p:nvSpPr>
          <p:cNvPr id="390" name="Text Box 117">
            <a:extLst>
              <a:ext uri="{FF2B5EF4-FFF2-40B4-BE49-F238E27FC236}">
                <a16:creationId xmlns:a16="http://schemas.microsoft.com/office/drawing/2014/main" id="{842A56D7-E405-6242-9B11-D34F99B3B871}"/>
              </a:ext>
            </a:extLst>
          </p:cNvPr>
          <p:cNvSpPr txBox="1">
            <a:spLocks noChangeArrowheads="1"/>
          </p:cNvSpPr>
          <p:nvPr/>
        </p:nvSpPr>
        <p:spPr bwMode="auto">
          <a:xfrm>
            <a:off x="1373894" y="3653711"/>
            <a:ext cx="762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uwxv</a:t>
            </a:r>
          </a:p>
        </p:txBody>
      </p:sp>
      <p:grpSp>
        <p:nvGrpSpPr>
          <p:cNvPr id="391" name="Group 118">
            <a:extLst>
              <a:ext uri="{FF2B5EF4-FFF2-40B4-BE49-F238E27FC236}">
                <a16:creationId xmlns:a16="http://schemas.microsoft.com/office/drawing/2014/main" id="{24891FB7-CCEA-1C44-8641-F1973787CC8B}"/>
              </a:ext>
            </a:extLst>
          </p:cNvPr>
          <p:cNvGrpSpPr>
            <a:grpSpLocks/>
          </p:cNvGrpSpPr>
          <p:nvPr/>
        </p:nvGrpSpPr>
        <p:grpSpPr bwMode="auto">
          <a:xfrm>
            <a:off x="4873416" y="3639944"/>
            <a:ext cx="1544638" cy="400050"/>
            <a:chOff x="1851" y="2756"/>
            <a:chExt cx="973" cy="252"/>
          </a:xfrm>
        </p:grpSpPr>
        <p:sp>
          <p:nvSpPr>
            <p:cNvPr id="392" name="Text Box 119">
              <a:extLst>
                <a:ext uri="{FF2B5EF4-FFF2-40B4-BE49-F238E27FC236}">
                  <a16:creationId xmlns:a16="http://schemas.microsoft.com/office/drawing/2014/main" id="{FDD3AD43-F8C3-954D-8CC1-37DDA254D1AF}"/>
                </a:ext>
              </a:extLst>
            </p:cNvPr>
            <p:cNvSpPr txBox="1">
              <a:spLocks noChangeArrowheads="1"/>
            </p:cNvSpPr>
            <p:nvPr/>
          </p:nvSpPr>
          <p:spPr bwMode="auto">
            <a:xfrm>
              <a:off x="2376" y="2756"/>
              <a:ext cx="44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1800" kern="0" dirty="0">
                  <a:solidFill>
                    <a:srgbClr val="000000"/>
                  </a:solidFill>
                </a:rPr>
                <a:t>14</a:t>
              </a:r>
              <a:r>
                <a:rPr lang="en-US" sz="2000" kern="0" dirty="0">
                  <a:solidFill>
                    <a:srgbClr val="000000"/>
                  </a:solidFill>
                </a:rPr>
                <a:t>,x </a:t>
              </a:r>
            </a:p>
          </p:txBody>
        </p:sp>
        <p:sp>
          <p:nvSpPr>
            <p:cNvPr id="393" name="Text Box 120">
              <a:extLst>
                <a:ext uri="{FF2B5EF4-FFF2-40B4-BE49-F238E27FC236}">
                  <a16:creationId xmlns:a16="http://schemas.microsoft.com/office/drawing/2014/main" id="{A5A6672A-2DAC-A548-AE0D-9C0BEAE1F481}"/>
                </a:ext>
              </a:extLst>
            </p:cNvPr>
            <p:cNvSpPr txBox="1">
              <a:spLocks noChangeArrowheads="1"/>
            </p:cNvSpPr>
            <p:nvPr/>
          </p:nvSpPr>
          <p:spPr bwMode="auto">
            <a:xfrm>
              <a:off x="1851" y="2756"/>
              <a:ext cx="443"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1800" kern="0" dirty="0">
                  <a:solidFill>
                    <a:srgbClr val="000000"/>
                  </a:solidFill>
                </a:rPr>
                <a:t>10,</a:t>
              </a:r>
              <a:r>
                <a:rPr lang="en-US" sz="2000" kern="0" dirty="0">
                  <a:solidFill>
                    <a:srgbClr val="000000"/>
                  </a:solidFill>
                </a:rPr>
                <a:t>v </a:t>
              </a:r>
              <a:endParaRPr lang="en-US" kern="0" dirty="0">
                <a:solidFill>
                  <a:srgbClr val="000000"/>
                </a:solidFill>
              </a:endParaRPr>
            </a:p>
          </p:txBody>
        </p:sp>
      </p:grpSp>
      <p:sp>
        <p:nvSpPr>
          <p:cNvPr id="394" name="Oval 121">
            <a:extLst>
              <a:ext uri="{FF2B5EF4-FFF2-40B4-BE49-F238E27FC236}">
                <a16:creationId xmlns:a16="http://schemas.microsoft.com/office/drawing/2014/main" id="{611DDB78-2B7E-2542-9D8B-A5C45FB4E4B4}"/>
              </a:ext>
            </a:extLst>
          </p:cNvPr>
          <p:cNvSpPr>
            <a:spLocks noChangeArrowheads="1"/>
          </p:cNvSpPr>
          <p:nvPr/>
        </p:nvSpPr>
        <p:spPr bwMode="auto">
          <a:xfrm>
            <a:off x="4848116" y="3652013"/>
            <a:ext cx="676583" cy="393367"/>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sp>
        <p:nvSpPr>
          <p:cNvPr id="395" name="Text Box 122">
            <a:extLst>
              <a:ext uri="{FF2B5EF4-FFF2-40B4-BE49-F238E27FC236}">
                <a16:creationId xmlns:a16="http://schemas.microsoft.com/office/drawing/2014/main" id="{8C60FCAA-A8DF-9E4E-9A07-3A30DE5CF6BB}"/>
              </a:ext>
            </a:extLst>
          </p:cNvPr>
          <p:cNvSpPr txBox="1">
            <a:spLocks noChangeArrowheads="1"/>
          </p:cNvSpPr>
          <p:nvPr/>
        </p:nvSpPr>
        <p:spPr bwMode="auto">
          <a:xfrm>
            <a:off x="1295811" y="4107137"/>
            <a:ext cx="89800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uwxvy</a:t>
            </a:r>
          </a:p>
        </p:txBody>
      </p:sp>
      <p:sp>
        <p:nvSpPr>
          <p:cNvPr id="396" name="Text Box 123">
            <a:extLst>
              <a:ext uri="{FF2B5EF4-FFF2-40B4-BE49-F238E27FC236}">
                <a16:creationId xmlns:a16="http://schemas.microsoft.com/office/drawing/2014/main" id="{F1BFAA7C-7ACD-2F4D-86BB-F5DA8784BBBE}"/>
              </a:ext>
            </a:extLst>
          </p:cNvPr>
          <p:cNvSpPr txBox="1">
            <a:spLocks noChangeArrowheads="1"/>
          </p:cNvSpPr>
          <p:nvPr/>
        </p:nvSpPr>
        <p:spPr bwMode="auto">
          <a:xfrm>
            <a:off x="5621287" y="4095635"/>
            <a:ext cx="7077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1800" kern="0" dirty="0">
                <a:solidFill>
                  <a:srgbClr val="000000"/>
                </a:solidFill>
              </a:rPr>
              <a:t>12</a:t>
            </a:r>
            <a:r>
              <a:rPr lang="en-US" sz="2000" kern="0" dirty="0">
                <a:solidFill>
                  <a:srgbClr val="000000"/>
                </a:solidFill>
              </a:rPr>
              <a:t>,y </a:t>
            </a:r>
          </a:p>
        </p:txBody>
      </p:sp>
      <p:sp>
        <p:nvSpPr>
          <p:cNvPr id="397" name="Oval 124">
            <a:extLst>
              <a:ext uri="{FF2B5EF4-FFF2-40B4-BE49-F238E27FC236}">
                <a16:creationId xmlns:a16="http://schemas.microsoft.com/office/drawing/2014/main" id="{0595C3F1-3B4E-AC41-9EFD-C0BB66A3E504}"/>
              </a:ext>
            </a:extLst>
          </p:cNvPr>
          <p:cNvSpPr>
            <a:spLocks noChangeArrowheads="1"/>
          </p:cNvSpPr>
          <p:nvPr/>
        </p:nvSpPr>
        <p:spPr bwMode="auto">
          <a:xfrm>
            <a:off x="5669111" y="4130222"/>
            <a:ext cx="707756" cy="389115"/>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sp>
        <p:nvSpPr>
          <p:cNvPr id="398" name="Rectangle 125">
            <a:extLst>
              <a:ext uri="{FF2B5EF4-FFF2-40B4-BE49-F238E27FC236}">
                <a16:creationId xmlns:a16="http://schemas.microsoft.com/office/drawing/2014/main" id="{0037DF6F-3A02-DE43-B518-773A20FBE160}"/>
              </a:ext>
            </a:extLst>
          </p:cNvPr>
          <p:cNvSpPr>
            <a:spLocks noChangeArrowheads="1"/>
          </p:cNvSpPr>
          <p:nvPr/>
        </p:nvSpPr>
        <p:spPr bwMode="auto">
          <a:xfrm>
            <a:off x="1229773" y="5251763"/>
            <a:ext cx="8910647" cy="14210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342900" indent="-342900" eaLnBrk="0" fontAlgn="base" hangingPunct="0">
              <a:lnSpc>
                <a:spcPct val="85000"/>
              </a:lnSpc>
              <a:spcBef>
                <a:spcPct val="20000"/>
              </a:spcBef>
              <a:spcAft>
                <a:spcPct val="0"/>
              </a:spcAft>
              <a:buClr>
                <a:srgbClr val="000099"/>
              </a:buClr>
              <a:buSzPct val="65000"/>
              <a:buFont typeface="Wingdings" charset="0"/>
              <a:buNone/>
            </a:pPr>
            <a:r>
              <a:rPr lang="en-US" sz="2800" dirty="0">
                <a:solidFill>
                  <a:srgbClr val="CC0000"/>
                </a:solidFill>
                <a:ea typeface="ＭＳ Ｐゴシック" charset="0"/>
              </a:rPr>
              <a:t>notes:</a:t>
            </a:r>
          </a:p>
          <a:p>
            <a:pPr marL="342900" indent="-342900" eaLnBrk="0" fontAlgn="base" hangingPunct="0">
              <a:lnSpc>
                <a:spcPct val="85000"/>
              </a:lnSpc>
              <a:spcBef>
                <a:spcPct val="20000"/>
              </a:spcBef>
              <a:spcAft>
                <a:spcPct val="0"/>
              </a:spcAft>
              <a:buClr>
                <a:srgbClr val="000099"/>
              </a:buClr>
              <a:buSzPct val="100000"/>
              <a:buFont typeface="Wingdings" pitchFamily="2" charset="2"/>
              <a:buChar char="§"/>
            </a:pPr>
            <a:r>
              <a:rPr lang="en-US" sz="2400" dirty="0">
                <a:solidFill>
                  <a:srgbClr val="000000"/>
                </a:solidFill>
                <a:ea typeface="ＭＳ Ｐゴシック" charset="0"/>
              </a:rPr>
              <a:t>construct least-cost-path tree by tracing predecessor nodes</a:t>
            </a:r>
          </a:p>
          <a:p>
            <a:pPr marL="342900" indent="-342900" eaLnBrk="0" fontAlgn="base" hangingPunct="0">
              <a:lnSpc>
                <a:spcPct val="85000"/>
              </a:lnSpc>
              <a:spcBef>
                <a:spcPct val="20000"/>
              </a:spcBef>
              <a:spcAft>
                <a:spcPct val="0"/>
              </a:spcAft>
              <a:buClr>
                <a:srgbClr val="000099"/>
              </a:buClr>
              <a:buSzPct val="100000"/>
              <a:buFont typeface="Wingdings" pitchFamily="2" charset="2"/>
              <a:buChar char="§"/>
            </a:pPr>
            <a:r>
              <a:rPr lang="en-US" sz="2400" dirty="0">
                <a:solidFill>
                  <a:srgbClr val="000000"/>
                </a:solidFill>
                <a:ea typeface="ＭＳ Ｐゴシック" charset="0"/>
              </a:rPr>
              <a:t>ties can exist (can be broken arbitrarily)</a:t>
            </a:r>
          </a:p>
        </p:txBody>
      </p:sp>
      <p:sp>
        <p:nvSpPr>
          <p:cNvPr id="399" name="Line 126">
            <a:extLst>
              <a:ext uri="{FF2B5EF4-FFF2-40B4-BE49-F238E27FC236}">
                <a16:creationId xmlns:a16="http://schemas.microsoft.com/office/drawing/2014/main" id="{C99F0D07-C97F-7244-BE7D-62DDB539FA1D}"/>
              </a:ext>
            </a:extLst>
          </p:cNvPr>
          <p:cNvSpPr>
            <a:spLocks noChangeShapeType="1"/>
          </p:cNvSpPr>
          <p:nvPr/>
        </p:nvSpPr>
        <p:spPr bwMode="auto">
          <a:xfrm>
            <a:off x="10477917" y="3471860"/>
            <a:ext cx="590550" cy="0"/>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00" name="Line 127">
            <a:extLst>
              <a:ext uri="{FF2B5EF4-FFF2-40B4-BE49-F238E27FC236}">
                <a16:creationId xmlns:a16="http://schemas.microsoft.com/office/drawing/2014/main" id="{8F3B222C-0283-4642-B404-4B8A996A5AB3}"/>
              </a:ext>
            </a:extLst>
          </p:cNvPr>
          <p:cNvSpPr>
            <a:spLocks noChangeShapeType="1"/>
          </p:cNvSpPr>
          <p:nvPr/>
        </p:nvSpPr>
        <p:spPr bwMode="auto">
          <a:xfrm flipV="1">
            <a:off x="8821087" y="3483435"/>
            <a:ext cx="1463675" cy="1204912"/>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01" name="Line 128">
            <a:extLst>
              <a:ext uri="{FF2B5EF4-FFF2-40B4-BE49-F238E27FC236}">
                <a16:creationId xmlns:a16="http://schemas.microsoft.com/office/drawing/2014/main" id="{F0DFADDD-C351-D342-B3F8-01384E3240C6}"/>
              </a:ext>
            </a:extLst>
          </p:cNvPr>
          <p:cNvSpPr>
            <a:spLocks noChangeShapeType="1"/>
          </p:cNvSpPr>
          <p:nvPr/>
        </p:nvSpPr>
        <p:spPr bwMode="auto">
          <a:xfrm>
            <a:off x="8718966" y="3539863"/>
            <a:ext cx="9525" cy="1047750"/>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02" name="Line 129">
            <a:extLst>
              <a:ext uri="{FF2B5EF4-FFF2-40B4-BE49-F238E27FC236}">
                <a16:creationId xmlns:a16="http://schemas.microsoft.com/office/drawing/2014/main" id="{917DAF3B-7743-C54C-9109-8A2DC359089C}"/>
              </a:ext>
            </a:extLst>
          </p:cNvPr>
          <p:cNvSpPr>
            <a:spLocks noChangeShapeType="1"/>
          </p:cNvSpPr>
          <p:nvPr/>
        </p:nvSpPr>
        <p:spPr bwMode="auto">
          <a:xfrm flipV="1">
            <a:off x="7577755" y="1754709"/>
            <a:ext cx="1012825" cy="1628775"/>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03" name="Line 130">
            <a:extLst>
              <a:ext uri="{FF2B5EF4-FFF2-40B4-BE49-F238E27FC236}">
                <a16:creationId xmlns:a16="http://schemas.microsoft.com/office/drawing/2014/main" id="{F3B9ECBE-8021-EC4B-8E7D-26831A93BED1}"/>
              </a:ext>
            </a:extLst>
          </p:cNvPr>
          <p:cNvSpPr>
            <a:spLocks noChangeShapeType="1"/>
          </p:cNvSpPr>
          <p:nvPr/>
        </p:nvSpPr>
        <p:spPr bwMode="auto">
          <a:xfrm flipV="1">
            <a:off x="7693502" y="3475036"/>
            <a:ext cx="944562" cy="0"/>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04" name="Text Box 131">
            <a:extLst>
              <a:ext uri="{FF2B5EF4-FFF2-40B4-BE49-F238E27FC236}">
                <a16:creationId xmlns:a16="http://schemas.microsoft.com/office/drawing/2014/main" id="{F5BA4ED6-2050-C341-8B0F-1599D2341CC2}"/>
              </a:ext>
            </a:extLst>
          </p:cNvPr>
          <p:cNvSpPr txBox="1">
            <a:spLocks noChangeArrowheads="1"/>
          </p:cNvSpPr>
          <p:nvPr/>
        </p:nvSpPr>
        <p:spPr bwMode="auto">
          <a:xfrm>
            <a:off x="1138922" y="4584970"/>
            <a:ext cx="102624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0" fontAlgn="base" hangingPunct="0">
              <a:spcBef>
                <a:spcPct val="0"/>
              </a:spcBef>
              <a:spcAft>
                <a:spcPct val="0"/>
              </a:spcAft>
              <a:defRPr/>
            </a:pPr>
            <a:r>
              <a:rPr lang="en-US" sz="2000" kern="0" dirty="0">
                <a:solidFill>
                  <a:srgbClr val="000000"/>
                </a:solidFill>
              </a:rPr>
              <a:t>uwxvyz</a:t>
            </a:r>
          </a:p>
        </p:txBody>
      </p:sp>
      <p:cxnSp>
        <p:nvCxnSpPr>
          <p:cNvPr id="7" name="Straight Connector 6">
            <a:extLst>
              <a:ext uri="{FF2B5EF4-FFF2-40B4-BE49-F238E27FC236}">
                <a16:creationId xmlns:a16="http://schemas.microsoft.com/office/drawing/2014/main" id="{665D16F8-4952-FE4D-91E2-4F6D021B6D74}"/>
              </a:ext>
            </a:extLst>
          </p:cNvPr>
          <p:cNvCxnSpPr/>
          <p:nvPr/>
        </p:nvCxnSpPr>
        <p:spPr>
          <a:xfrm>
            <a:off x="668005" y="2233984"/>
            <a:ext cx="5645188" cy="0"/>
          </a:xfrm>
          <a:prstGeom prst="line">
            <a:avLst/>
          </a:prstGeom>
          <a:ln w="25400">
            <a:solidFill>
              <a:srgbClr val="0000A8"/>
            </a:solidFill>
          </a:ln>
        </p:spPr>
        <p:style>
          <a:lnRef idx="1">
            <a:schemeClr val="accent1"/>
          </a:lnRef>
          <a:fillRef idx="0">
            <a:schemeClr val="accent1"/>
          </a:fillRef>
          <a:effectRef idx="0">
            <a:schemeClr val="accent1"/>
          </a:effectRef>
          <a:fontRef idx="minor">
            <a:schemeClr val="tx1"/>
          </a:fontRef>
        </p:style>
      </p:cxnSp>
      <p:sp>
        <p:nvSpPr>
          <p:cNvPr id="512" name="TextBox 511">
            <a:extLst>
              <a:ext uri="{FF2B5EF4-FFF2-40B4-BE49-F238E27FC236}">
                <a16:creationId xmlns:a16="http://schemas.microsoft.com/office/drawing/2014/main" id="{1F94D8F7-F56C-4044-B4A2-EFA8658B0151}"/>
              </a:ext>
            </a:extLst>
          </p:cNvPr>
          <p:cNvSpPr txBox="1"/>
          <p:nvPr/>
        </p:nvSpPr>
        <p:spPr>
          <a:xfrm>
            <a:off x="2529460" y="1384347"/>
            <a:ext cx="370422" cy="369332"/>
          </a:xfrm>
          <a:prstGeom prst="rect">
            <a:avLst/>
          </a:prstGeom>
          <a:noFill/>
        </p:spPr>
        <p:txBody>
          <a:bodyPr wrap="square" rtlCol="0">
            <a:spAutoFit/>
          </a:bodyPr>
          <a:lstStyle/>
          <a:p>
            <a:r>
              <a:rPr lang="en-US" i="1" dirty="0">
                <a:solidFill>
                  <a:srgbClr val="FF0000"/>
                </a:solidFill>
              </a:rPr>
              <a:t>v</a:t>
            </a:r>
          </a:p>
        </p:txBody>
      </p:sp>
      <p:sp>
        <p:nvSpPr>
          <p:cNvPr id="409" name="TextBox 408">
            <a:extLst>
              <a:ext uri="{FF2B5EF4-FFF2-40B4-BE49-F238E27FC236}">
                <a16:creationId xmlns:a16="http://schemas.microsoft.com/office/drawing/2014/main" id="{7F4BE64D-5BB6-3946-92A1-758E1216783E}"/>
              </a:ext>
            </a:extLst>
          </p:cNvPr>
          <p:cNvSpPr txBox="1"/>
          <p:nvPr/>
        </p:nvSpPr>
        <p:spPr>
          <a:xfrm>
            <a:off x="3373839" y="1382288"/>
            <a:ext cx="370422" cy="369332"/>
          </a:xfrm>
          <a:prstGeom prst="rect">
            <a:avLst/>
          </a:prstGeom>
          <a:noFill/>
        </p:spPr>
        <p:txBody>
          <a:bodyPr wrap="square" rtlCol="0">
            <a:spAutoFit/>
          </a:bodyPr>
          <a:lstStyle/>
          <a:p>
            <a:r>
              <a:rPr lang="en-US" i="1" dirty="0">
                <a:solidFill>
                  <a:srgbClr val="FF0000"/>
                </a:solidFill>
              </a:rPr>
              <a:t>w</a:t>
            </a:r>
          </a:p>
        </p:txBody>
      </p:sp>
      <p:sp>
        <p:nvSpPr>
          <p:cNvPr id="410" name="TextBox 409">
            <a:extLst>
              <a:ext uri="{FF2B5EF4-FFF2-40B4-BE49-F238E27FC236}">
                <a16:creationId xmlns:a16="http://schemas.microsoft.com/office/drawing/2014/main" id="{A1DE38EA-067E-254B-81F2-AFB941CD30A7}"/>
              </a:ext>
            </a:extLst>
          </p:cNvPr>
          <p:cNvSpPr txBox="1"/>
          <p:nvPr/>
        </p:nvSpPr>
        <p:spPr>
          <a:xfrm>
            <a:off x="4255287" y="1380228"/>
            <a:ext cx="370422" cy="369332"/>
          </a:xfrm>
          <a:prstGeom prst="rect">
            <a:avLst/>
          </a:prstGeom>
          <a:noFill/>
        </p:spPr>
        <p:txBody>
          <a:bodyPr wrap="square" rtlCol="0">
            <a:spAutoFit/>
          </a:bodyPr>
          <a:lstStyle/>
          <a:p>
            <a:r>
              <a:rPr lang="en-US" i="1" dirty="0">
                <a:solidFill>
                  <a:srgbClr val="FF0000"/>
                </a:solidFill>
              </a:rPr>
              <a:t>x</a:t>
            </a:r>
          </a:p>
        </p:txBody>
      </p:sp>
      <p:sp>
        <p:nvSpPr>
          <p:cNvPr id="411" name="TextBox 410">
            <a:extLst>
              <a:ext uri="{FF2B5EF4-FFF2-40B4-BE49-F238E27FC236}">
                <a16:creationId xmlns:a16="http://schemas.microsoft.com/office/drawing/2014/main" id="{1FC94161-DABC-FD40-9A12-0A0B92FB9413}"/>
              </a:ext>
            </a:extLst>
          </p:cNvPr>
          <p:cNvSpPr txBox="1"/>
          <p:nvPr/>
        </p:nvSpPr>
        <p:spPr>
          <a:xfrm>
            <a:off x="5099667" y="1378168"/>
            <a:ext cx="370422" cy="369332"/>
          </a:xfrm>
          <a:prstGeom prst="rect">
            <a:avLst/>
          </a:prstGeom>
          <a:noFill/>
        </p:spPr>
        <p:txBody>
          <a:bodyPr wrap="square" rtlCol="0">
            <a:spAutoFit/>
          </a:bodyPr>
          <a:lstStyle/>
          <a:p>
            <a:r>
              <a:rPr lang="en-US" i="1" dirty="0">
                <a:solidFill>
                  <a:srgbClr val="FF0000"/>
                </a:solidFill>
              </a:rPr>
              <a:t>y</a:t>
            </a:r>
          </a:p>
        </p:txBody>
      </p:sp>
      <p:sp>
        <p:nvSpPr>
          <p:cNvPr id="412" name="TextBox 411">
            <a:extLst>
              <a:ext uri="{FF2B5EF4-FFF2-40B4-BE49-F238E27FC236}">
                <a16:creationId xmlns:a16="http://schemas.microsoft.com/office/drawing/2014/main" id="{288BE9D6-D8FD-304E-9D68-FE3AAEE6F204}"/>
              </a:ext>
            </a:extLst>
          </p:cNvPr>
          <p:cNvSpPr txBox="1"/>
          <p:nvPr/>
        </p:nvSpPr>
        <p:spPr>
          <a:xfrm>
            <a:off x="5968759" y="1376108"/>
            <a:ext cx="370422" cy="369332"/>
          </a:xfrm>
          <a:prstGeom prst="rect">
            <a:avLst/>
          </a:prstGeom>
          <a:noFill/>
        </p:spPr>
        <p:txBody>
          <a:bodyPr wrap="square" rtlCol="0">
            <a:spAutoFit/>
          </a:bodyPr>
          <a:lstStyle/>
          <a:p>
            <a:r>
              <a:rPr lang="en-US" i="1" dirty="0">
                <a:solidFill>
                  <a:srgbClr val="FF0000"/>
                </a:solidFill>
              </a:rPr>
              <a:t>z</a:t>
            </a:r>
          </a:p>
        </p:txBody>
      </p:sp>
      <p:grpSp>
        <p:nvGrpSpPr>
          <p:cNvPr id="519" name="Group 518">
            <a:extLst>
              <a:ext uri="{FF2B5EF4-FFF2-40B4-BE49-F238E27FC236}">
                <a16:creationId xmlns:a16="http://schemas.microsoft.com/office/drawing/2014/main" id="{CCBC2688-EEF7-0A41-A1D1-FD3592861590}"/>
              </a:ext>
            </a:extLst>
          </p:cNvPr>
          <p:cNvGrpSpPr/>
          <p:nvPr/>
        </p:nvGrpSpPr>
        <p:grpSpPr>
          <a:xfrm>
            <a:off x="1771136" y="1428236"/>
            <a:ext cx="1923534" cy="1652716"/>
            <a:chOff x="1771136" y="1428236"/>
            <a:chExt cx="1923534" cy="1652716"/>
          </a:xfrm>
        </p:grpSpPr>
        <p:sp>
          <p:nvSpPr>
            <p:cNvPr id="513" name="Oval 512">
              <a:extLst>
                <a:ext uri="{FF2B5EF4-FFF2-40B4-BE49-F238E27FC236}">
                  <a16:creationId xmlns:a16="http://schemas.microsoft.com/office/drawing/2014/main" id="{3C2FF37F-A919-434C-8979-051B31CFD835}"/>
                </a:ext>
              </a:extLst>
            </p:cNvPr>
            <p:cNvSpPr/>
            <p:nvPr/>
          </p:nvSpPr>
          <p:spPr>
            <a:xfrm>
              <a:off x="3379574" y="1428236"/>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515" name="Straight Arrow Connector 514">
              <a:extLst>
                <a:ext uri="{FF2B5EF4-FFF2-40B4-BE49-F238E27FC236}">
                  <a16:creationId xmlns:a16="http://schemas.microsoft.com/office/drawing/2014/main" id="{6361C28B-7EB6-4E49-801C-002A7038AFD0}"/>
                </a:ext>
              </a:extLst>
            </p:cNvPr>
            <p:cNvCxnSpPr>
              <a:cxnSpLocks/>
            </p:cNvCxnSpPr>
            <p:nvPr/>
          </p:nvCxnSpPr>
          <p:spPr>
            <a:xfrm flipH="1">
              <a:off x="2007973" y="1686697"/>
              <a:ext cx="1414851" cy="1143000"/>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24" name="Oval 423">
              <a:extLst>
                <a:ext uri="{FF2B5EF4-FFF2-40B4-BE49-F238E27FC236}">
                  <a16:creationId xmlns:a16="http://schemas.microsoft.com/office/drawing/2014/main" id="{5CDBFCDB-3AB4-FE47-9C83-3D6DE05B385E}"/>
                </a:ext>
              </a:extLst>
            </p:cNvPr>
            <p:cNvSpPr/>
            <p:nvPr/>
          </p:nvSpPr>
          <p:spPr>
            <a:xfrm>
              <a:off x="1771136" y="2785420"/>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nvGrpSpPr>
          <p:cNvPr id="420" name="Group 419">
            <a:extLst>
              <a:ext uri="{FF2B5EF4-FFF2-40B4-BE49-F238E27FC236}">
                <a16:creationId xmlns:a16="http://schemas.microsoft.com/office/drawing/2014/main" id="{34492E69-FC51-D44D-A0DF-E498D79FEC0F}"/>
              </a:ext>
            </a:extLst>
          </p:cNvPr>
          <p:cNvGrpSpPr/>
          <p:nvPr/>
        </p:nvGrpSpPr>
        <p:grpSpPr>
          <a:xfrm>
            <a:off x="1812326" y="1419997"/>
            <a:ext cx="2739080" cy="2146986"/>
            <a:chOff x="955590" y="1428236"/>
            <a:chExt cx="2739080" cy="2146986"/>
          </a:xfrm>
        </p:grpSpPr>
        <p:sp>
          <p:nvSpPr>
            <p:cNvPr id="421" name="Oval 420">
              <a:extLst>
                <a:ext uri="{FF2B5EF4-FFF2-40B4-BE49-F238E27FC236}">
                  <a16:creationId xmlns:a16="http://schemas.microsoft.com/office/drawing/2014/main" id="{8B78A21D-0C51-5E40-A873-B41F0061767F}"/>
                </a:ext>
              </a:extLst>
            </p:cNvPr>
            <p:cNvSpPr/>
            <p:nvPr/>
          </p:nvSpPr>
          <p:spPr>
            <a:xfrm>
              <a:off x="3379574" y="1428236"/>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422" name="Straight Arrow Connector 421">
              <a:extLst>
                <a:ext uri="{FF2B5EF4-FFF2-40B4-BE49-F238E27FC236}">
                  <a16:creationId xmlns:a16="http://schemas.microsoft.com/office/drawing/2014/main" id="{E057DF8D-CA83-344B-BC32-922BE22FB3C6}"/>
                </a:ext>
              </a:extLst>
            </p:cNvPr>
            <p:cNvCxnSpPr>
              <a:cxnSpLocks/>
              <a:endCxn id="426" idx="7"/>
            </p:cNvCxnSpPr>
            <p:nvPr/>
          </p:nvCxnSpPr>
          <p:spPr>
            <a:xfrm flipH="1">
              <a:off x="1224541" y="1686697"/>
              <a:ext cx="2198284" cy="1636273"/>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26" name="Oval 425">
              <a:extLst>
                <a:ext uri="{FF2B5EF4-FFF2-40B4-BE49-F238E27FC236}">
                  <a16:creationId xmlns:a16="http://schemas.microsoft.com/office/drawing/2014/main" id="{1144855E-246F-7640-9688-9DE68CCDF895}"/>
                </a:ext>
              </a:extLst>
            </p:cNvPr>
            <p:cNvSpPr/>
            <p:nvPr/>
          </p:nvSpPr>
          <p:spPr>
            <a:xfrm>
              <a:off x="955590" y="3279690"/>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nvGrpSpPr>
          <p:cNvPr id="428" name="Group 427">
            <a:extLst>
              <a:ext uri="{FF2B5EF4-FFF2-40B4-BE49-F238E27FC236}">
                <a16:creationId xmlns:a16="http://schemas.microsoft.com/office/drawing/2014/main" id="{5C63813B-DF47-A04D-AB7C-06783AC116F7}"/>
              </a:ext>
            </a:extLst>
          </p:cNvPr>
          <p:cNvGrpSpPr/>
          <p:nvPr/>
        </p:nvGrpSpPr>
        <p:grpSpPr>
          <a:xfrm>
            <a:off x="1853514" y="1417939"/>
            <a:ext cx="990599" cy="2598007"/>
            <a:chOff x="955590" y="977215"/>
            <a:chExt cx="990599" cy="2598007"/>
          </a:xfrm>
        </p:grpSpPr>
        <p:sp>
          <p:nvSpPr>
            <p:cNvPr id="429" name="Oval 428">
              <a:extLst>
                <a:ext uri="{FF2B5EF4-FFF2-40B4-BE49-F238E27FC236}">
                  <a16:creationId xmlns:a16="http://schemas.microsoft.com/office/drawing/2014/main" id="{D4DF0F4E-4FAB-7E4A-B79C-58901FD967B2}"/>
                </a:ext>
              </a:extLst>
            </p:cNvPr>
            <p:cNvSpPr/>
            <p:nvPr/>
          </p:nvSpPr>
          <p:spPr>
            <a:xfrm>
              <a:off x="1631093" y="977215"/>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430" name="Straight Arrow Connector 429">
              <a:extLst>
                <a:ext uri="{FF2B5EF4-FFF2-40B4-BE49-F238E27FC236}">
                  <a16:creationId xmlns:a16="http://schemas.microsoft.com/office/drawing/2014/main" id="{253E7A77-3CD8-4444-8652-326E4122CA29}"/>
                </a:ext>
              </a:extLst>
            </p:cNvPr>
            <p:cNvCxnSpPr>
              <a:cxnSpLocks/>
              <a:stCxn id="429" idx="4"/>
              <a:endCxn id="431" idx="0"/>
            </p:cNvCxnSpPr>
            <p:nvPr/>
          </p:nvCxnSpPr>
          <p:spPr>
            <a:xfrm flipH="1">
              <a:off x="1113138" y="1272747"/>
              <a:ext cx="675503" cy="2006943"/>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31" name="Oval 430">
              <a:extLst>
                <a:ext uri="{FF2B5EF4-FFF2-40B4-BE49-F238E27FC236}">
                  <a16:creationId xmlns:a16="http://schemas.microsoft.com/office/drawing/2014/main" id="{77F07FF7-2B96-0646-A06A-6A4413FB14D0}"/>
                </a:ext>
              </a:extLst>
            </p:cNvPr>
            <p:cNvSpPr/>
            <p:nvPr/>
          </p:nvSpPr>
          <p:spPr>
            <a:xfrm>
              <a:off x="955590" y="3279690"/>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nvGrpSpPr>
          <p:cNvPr id="434" name="Group 433">
            <a:extLst>
              <a:ext uri="{FF2B5EF4-FFF2-40B4-BE49-F238E27FC236}">
                <a16:creationId xmlns:a16="http://schemas.microsoft.com/office/drawing/2014/main" id="{0CCDB2C5-7C8F-BA48-8528-642609B263D7}"/>
              </a:ext>
            </a:extLst>
          </p:cNvPr>
          <p:cNvGrpSpPr/>
          <p:nvPr/>
        </p:nvGrpSpPr>
        <p:grpSpPr>
          <a:xfrm>
            <a:off x="1915299" y="1436471"/>
            <a:ext cx="3480486" cy="3049030"/>
            <a:chOff x="955590" y="526192"/>
            <a:chExt cx="3480486" cy="3049030"/>
          </a:xfrm>
        </p:grpSpPr>
        <p:sp>
          <p:nvSpPr>
            <p:cNvPr id="435" name="Oval 434">
              <a:extLst>
                <a:ext uri="{FF2B5EF4-FFF2-40B4-BE49-F238E27FC236}">
                  <a16:creationId xmlns:a16="http://schemas.microsoft.com/office/drawing/2014/main" id="{B6DFCC8C-1043-294A-BBDC-453DCF8BA68B}"/>
                </a:ext>
              </a:extLst>
            </p:cNvPr>
            <p:cNvSpPr/>
            <p:nvPr/>
          </p:nvSpPr>
          <p:spPr>
            <a:xfrm>
              <a:off x="4120980" y="526192"/>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436" name="Straight Arrow Connector 435">
              <a:extLst>
                <a:ext uri="{FF2B5EF4-FFF2-40B4-BE49-F238E27FC236}">
                  <a16:creationId xmlns:a16="http://schemas.microsoft.com/office/drawing/2014/main" id="{97B46750-16A8-574E-A52F-46729E9F7031}"/>
                </a:ext>
              </a:extLst>
            </p:cNvPr>
            <p:cNvCxnSpPr>
              <a:cxnSpLocks/>
              <a:stCxn id="435" idx="3"/>
              <a:endCxn id="437" idx="7"/>
            </p:cNvCxnSpPr>
            <p:nvPr/>
          </p:nvCxnSpPr>
          <p:spPr>
            <a:xfrm flipH="1">
              <a:off x="1224541" y="778444"/>
              <a:ext cx="2942584" cy="2544526"/>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37" name="Oval 436">
              <a:extLst>
                <a:ext uri="{FF2B5EF4-FFF2-40B4-BE49-F238E27FC236}">
                  <a16:creationId xmlns:a16="http://schemas.microsoft.com/office/drawing/2014/main" id="{904708D2-FA76-7B48-81BA-5EC9975951EB}"/>
                </a:ext>
              </a:extLst>
            </p:cNvPr>
            <p:cNvSpPr/>
            <p:nvPr/>
          </p:nvSpPr>
          <p:spPr>
            <a:xfrm>
              <a:off x="955590" y="3279690"/>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nvGrpSpPr>
          <p:cNvPr id="439" name="Group 438">
            <a:extLst>
              <a:ext uri="{FF2B5EF4-FFF2-40B4-BE49-F238E27FC236}">
                <a16:creationId xmlns:a16="http://schemas.microsoft.com/office/drawing/2014/main" id="{D192E325-2F11-F54E-90FD-CBE3F2807D0F}"/>
              </a:ext>
            </a:extLst>
          </p:cNvPr>
          <p:cNvGrpSpPr/>
          <p:nvPr/>
        </p:nvGrpSpPr>
        <p:grpSpPr>
          <a:xfrm>
            <a:off x="1839100" y="1422055"/>
            <a:ext cx="4419599" cy="3537122"/>
            <a:chOff x="16477" y="526192"/>
            <a:chExt cx="4419599" cy="3537122"/>
          </a:xfrm>
        </p:grpSpPr>
        <p:sp>
          <p:nvSpPr>
            <p:cNvPr id="440" name="Oval 439">
              <a:extLst>
                <a:ext uri="{FF2B5EF4-FFF2-40B4-BE49-F238E27FC236}">
                  <a16:creationId xmlns:a16="http://schemas.microsoft.com/office/drawing/2014/main" id="{10536CE6-8D99-2348-945A-2105D954DF20}"/>
                </a:ext>
              </a:extLst>
            </p:cNvPr>
            <p:cNvSpPr/>
            <p:nvPr/>
          </p:nvSpPr>
          <p:spPr>
            <a:xfrm>
              <a:off x="4120980" y="526192"/>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441" name="Straight Arrow Connector 440">
              <a:extLst>
                <a:ext uri="{FF2B5EF4-FFF2-40B4-BE49-F238E27FC236}">
                  <a16:creationId xmlns:a16="http://schemas.microsoft.com/office/drawing/2014/main" id="{F0B19E82-F38B-574C-B89D-511382F96E8E}"/>
                </a:ext>
              </a:extLst>
            </p:cNvPr>
            <p:cNvCxnSpPr>
              <a:cxnSpLocks/>
              <a:stCxn id="440" idx="3"/>
              <a:endCxn id="442" idx="7"/>
            </p:cNvCxnSpPr>
            <p:nvPr/>
          </p:nvCxnSpPr>
          <p:spPr>
            <a:xfrm flipH="1">
              <a:off x="285428" y="778444"/>
              <a:ext cx="3881697" cy="3032618"/>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42" name="Oval 441">
              <a:extLst>
                <a:ext uri="{FF2B5EF4-FFF2-40B4-BE49-F238E27FC236}">
                  <a16:creationId xmlns:a16="http://schemas.microsoft.com/office/drawing/2014/main" id="{532A319F-9E77-E440-8542-72A35376DAE1}"/>
                </a:ext>
              </a:extLst>
            </p:cNvPr>
            <p:cNvSpPr/>
            <p:nvPr/>
          </p:nvSpPr>
          <p:spPr>
            <a:xfrm>
              <a:off x="16477" y="3767782"/>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Tree>
    <p:extLst>
      <p:ext uri="{BB962C8B-B14F-4D97-AF65-F5344CB8AC3E}">
        <p14:creationId xmlns:p14="http://schemas.microsoft.com/office/powerpoint/2010/main" val="38908580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67"/>
                                        </p:tgtEl>
                                        <p:attrNameLst>
                                          <p:attrName>style.visibility</p:attrName>
                                        </p:attrNameLst>
                                      </p:cBhvr>
                                      <p:to>
                                        <p:strVal val="visible"/>
                                      </p:to>
                                    </p:set>
                                    <p:animEffect transition="in" filter="wipe(left)">
                                      <p:cBhvr>
                                        <p:cTn id="7" dur="1000"/>
                                        <p:tgtEl>
                                          <p:spTgt spid="36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86"/>
                                        </p:tgtEl>
                                        <p:attrNameLst>
                                          <p:attrName>style.visibility</p:attrName>
                                        </p:attrNameLst>
                                      </p:cBhvr>
                                      <p:to>
                                        <p:strVal val="visible"/>
                                      </p:to>
                                    </p:set>
                                    <p:animEffect transition="in" filter="dissolve">
                                      <p:cBhvr>
                                        <p:cTn id="12" dur="500"/>
                                        <p:tgtEl>
                                          <p:spTgt spid="386"/>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519"/>
                                        </p:tgtEl>
                                        <p:attrNameLst>
                                          <p:attrName>style.visibility</p:attrName>
                                        </p:attrNameLst>
                                      </p:cBhvr>
                                      <p:to>
                                        <p:strVal val="visible"/>
                                      </p:to>
                                    </p:set>
                                    <p:animEffect transition="in" filter="dissolve">
                                      <p:cBhvr>
                                        <p:cTn id="16" dur="1000"/>
                                        <p:tgtEl>
                                          <p:spTgt spid="519"/>
                                        </p:tgtEl>
                                      </p:cBhvr>
                                    </p:animEffect>
                                  </p:childTnLst>
                                </p:cTn>
                              </p:par>
                            </p:childTnLst>
                          </p:cTn>
                        </p:par>
                        <p:par>
                          <p:cTn id="17" fill="hold">
                            <p:stCondLst>
                              <p:cond delay="1500"/>
                            </p:stCondLst>
                            <p:childTnLst>
                              <p:par>
                                <p:cTn id="18" presetID="9" presetClass="entr" presetSubtype="0" fill="hold" grpId="0" nodeType="afterEffect">
                                  <p:stCondLst>
                                    <p:cond delay="0"/>
                                  </p:stCondLst>
                                  <p:childTnLst>
                                    <p:set>
                                      <p:cBhvr>
                                        <p:cTn id="19" dur="1" fill="hold">
                                          <p:stCondLst>
                                            <p:cond delay="0"/>
                                          </p:stCondLst>
                                        </p:cTn>
                                        <p:tgtEl>
                                          <p:spTgt spid="373"/>
                                        </p:tgtEl>
                                        <p:attrNameLst>
                                          <p:attrName>style.visibility</p:attrName>
                                        </p:attrNameLst>
                                      </p:cBhvr>
                                      <p:to>
                                        <p:strVal val="visible"/>
                                      </p:to>
                                    </p:set>
                                    <p:animEffect transition="in" filter="dissolve">
                                      <p:cBhvr>
                                        <p:cTn id="20" dur="500"/>
                                        <p:tgtEl>
                                          <p:spTgt spid="373"/>
                                        </p:tgtEl>
                                      </p:cBhvr>
                                    </p:animEffect>
                                  </p:childTnLst>
                                </p:cTn>
                              </p:par>
                            </p:childTnLst>
                          </p:cTn>
                        </p:par>
                        <p:par>
                          <p:cTn id="21" fill="hold">
                            <p:stCondLst>
                              <p:cond delay="2000"/>
                            </p:stCondLst>
                            <p:childTnLst>
                              <p:par>
                                <p:cTn id="22" presetID="9" presetClass="entr" presetSubtype="0" fill="hold" grpId="0" nodeType="afterEffect">
                                  <p:stCondLst>
                                    <p:cond delay="0"/>
                                  </p:stCondLst>
                                  <p:childTnLst>
                                    <p:set>
                                      <p:cBhvr>
                                        <p:cTn id="23" dur="1" fill="hold">
                                          <p:stCondLst>
                                            <p:cond delay="0"/>
                                          </p:stCondLst>
                                        </p:cTn>
                                        <p:tgtEl>
                                          <p:spTgt spid="403"/>
                                        </p:tgtEl>
                                        <p:attrNameLst>
                                          <p:attrName>style.visibility</p:attrName>
                                        </p:attrNameLst>
                                      </p:cBhvr>
                                      <p:to>
                                        <p:strVal val="visible"/>
                                      </p:to>
                                    </p:set>
                                    <p:animEffect transition="in" filter="dissolve">
                                      <p:cBhvr>
                                        <p:cTn id="24" dur="1000"/>
                                        <p:tgtEl>
                                          <p:spTgt spid="403"/>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nodeType="clickEffect">
                                  <p:stCondLst>
                                    <p:cond delay="0"/>
                                  </p:stCondLst>
                                  <p:childTnLst>
                                    <p:set>
                                      <p:cBhvr>
                                        <p:cTn id="28" dur="1" fill="hold">
                                          <p:stCondLst>
                                            <p:cond delay="0"/>
                                          </p:stCondLst>
                                        </p:cTn>
                                        <p:tgtEl>
                                          <p:spTgt spid="374"/>
                                        </p:tgtEl>
                                        <p:attrNameLst>
                                          <p:attrName>style.visibility</p:attrName>
                                        </p:attrNameLst>
                                      </p:cBhvr>
                                      <p:to>
                                        <p:strVal val="visible"/>
                                      </p:to>
                                    </p:set>
                                    <p:animEffect transition="in" filter="wipe(left)">
                                      <p:cBhvr>
                                        <p:cTn id="29" dur="1000"/>
                                        <p:tgtEl>
                                          <p:spTgt spid="374"/>
                                        </p:tgtEl>
                                      </p:cBhvr>
                                    </p:animEffect>
                                  </p:childTnLst>
                                </p:cTn>
                              </p:par>
                              <p:par>
                                <p:cTn id="30" presetID="9" presetClass="exit" presetSubtype="0" fill="hold" nodeType="withEffect">
                                  <p:stCondLst>
                                    <p:cond delay="0"/>
                                  </p:stCondLst>
                                  <p:childTnLst>
                                    <p:animEffect transition="out" filter="dissolve">
                                      <p:cBhvr>
                                        <p:cTn id="31" dur="500"/>
                                        <p:tgtEl>
                                          <p:spTgt spid="519"/>
                                        </p:tgtEl>
                                      </p:cBhvr>
                                    </p:animEffect>
                                    <p:set>
                                      <p:cBhvr>
                                        <p:cTn id="32" dur="1" fill="hold">
                                          <p:stCondLst>
                                            <p:cond delay="499"/>
                                          </p:stCondLst>
                                        </p:cTn>
                                        <p:tgtEl>
                                          <p:spTgt spid="519"/>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387"/>
                                        </p:tgtEl>
                                        <p:attrNameLst>
                                          <p:attrName>style.visibility</p:attrName>
                                        </p:attrNameLst>
                                      </p:cBhvr>
                                      <p:to>
                                        <p:strVal val="visible"/>
                                      </p:to>
                                    </p:set>
                                    <p:animEffect transition="in" filter="dissolve">
                                      <p:cBhvr>
                                        <p:cTn id="37" dur="500"/>
                                        <p:tgtEl>
                                          <p:spTgt spid="387"/>
                                        </p:tgtEl>
                                      </p:cBhvr>
                                    </p:animEffect>
                                  </p:childTnLst>
                                </p:cTn>
                              </p:par>
                            </p:childTnLst>
                          </p:cTn>
                        </p:par>
                        <p:par>
                          <p:cTn id="38" fill="hold">
                            <p:stCondLst>
                              <p:cond delay="500"/>
                            </p:stCondLst>
                            <p:childTnLst>
                              <p:par>
                                <p:cTn id="39" presetID="9" presetClass="entr" presetSubtype="0" fill="hold" nodeType="afterEffect">
                                  <p:stCondLst>
                                    <p:cond delay="0"/>
                                  </p:stCondLst>
                                  <p:childTnLst>
                                    <p:set>
                                      <p:cBhvr>
                                        <p:cTn id="40" dur="1" fill="hold">
                                          <p:stCondLst>
                                            <p:cond delay="0"/>
                                          </p:stCondLst>
                                        </p:cTn>
                                        <p:tgtEl>
                                          <p:spTgt spid="420"/>
                                        </p:tgtEl>
                                        <p:attrNameLst>
                                          <p:attrName>style.visibility</p:attrName>
                                        </p:attrNameLst>
                                      </p:cBhvr>
                                      <p:to>
                                        <p:strVal val="visible"/>
                                      </p:to>
                                    </p:set>
                                    <p:animEffect transition="in" filter="dissolve">
                                      <p:cBhvr>
                                        <p:cTn id="41" dur="1000"/>
                                        <p:tgtEl>
                                          <p:spTgt spid="420"/>
                                        </p:tgtEl>
                                      </p:cBhvr>
                                    </p:animEffect>
                                  </p:childTnLst>
                                </p:cTn>
                              </p:par>
                            </p:childTnLst>
                          </p:cTn>
                        </p:par>
                        <p:par>
                          <p:cTn id="42" fill="hold">
                            <p:stCondLst>
                              <p:cond delay="1500"/>
                            </p:stCondLst>
                            <p:childTnLst>
                              <p:par>
                                <p:cTn id="43" presetID="9" presetClass="entr" presetSubtype="0" fill="hold" grpId="0" nodeType="afterEffect">
                                  <p:stCondLst>
                                    <p:cond delay="0"/>
                                  </p:stCondLst>
                                  <p:childTnLst>
                                    <p:set>
                                      <p:cBhvr>
                                        <p:cTn id="44" dur="1" fill="hold">
                                          <p:stCondLst>
                                            <p:cond delay="0"/>
                                          </p:stCondLst>
                                        </p:cTn>
                                        <p:tgtEl>
                                          <p:spTgt spid="388"/>
                                        </p:tgtEl>
                                        <p:attrNameLst>
                                          <p:attrName>style.visibility</p:attrName>
                                        </p:attrNameLst>
                                      </p:cBhvr>
                                      <p:to>
                                        <p:strVal val="visible"/>
                                      </p:to>
                                    </p:set>
                                    <p:animEffect transition="in" filter="dissolve">
                                      <p:cBhvr>
                                        <p:cTn id="45" dur="500"/>
                                        <p:tgtEl>
                                          <p:spTgt spid="388"/>
                                        </p:tgtEl>
                                      </p:cBhvr>
                                    </p:animEffect>
                                  </p:childTnLst>
                                </p:cTn>
                              </p:par>
                            </p:childTnLst>
                          </p:cTn>
                        </p:par>
                        <p:par>
                          <p:cTn id="46" fill="hold">
                            <p:stCondLst>
                              <p:cond delay="2000"/>
                            </p:stCondLst>
                            <p:childTnLst>
                              <p:par>
                                <p:cTn id="47" presetID="9" presetClass="entr" presetSubtype="0" fill="hold" grpId="0" nodeType="afterEffect">
                                  <p:stCondLst>
                                    <p:cond delay="0"/>
                                  </p:stCondLst>
                                  <p:childTnLst>
                                    <p:set>
                                      <p:cBhvr>
                                        <p:cTn id="48" dur="1" fill="hold">
                                          <p:stCondLst>
                                            <p:cond delay="0"/>
                                          </p:stCondLst>
                                        </p:cTn>
                                        <p:tgtEl>
                                          <p:spTgt spid="402"/>
                                        </p:tgtEl>
                                        <p:attrNameLst>
                                          <p:attrName>style.visibility</p:attrName>
                                        </p:attrNameLst>
                                      </p:cBhvr>
                                      <p:to>
                                        <p:strVal val="visible"/>
                                      </p:to>
                                    </p:set>
                                    <p:animEffect transition="in" filter="dissolve">
                                      <p:cBhvr>
                                        <p:cTn id="49" dur="1000"/>
                                        <p:tgtEl>
                                          <p:spTgt spid="402"/>
                                        </p:tgtEl>
                                      </p:cBhvr>
                                    </p:animEffect>
                                  </p:childTnLst>
                                </p:cTn>
                              </p:par>
                            </p:childTnLst>
                          </p:cTn>
                        </p:par>
                      </p:childTnLst>
                    </p:cTn>
                  </p:par>
                  <p:par>
                    <p:cTn id="50" fill="hold">
                      <p:stCondLst>
                        <p:cond delay="indefinite"/>
                      </p:stCondLst>
                      <p:childTnLst>
                        <p:par>
                          <p:cTn id="51" fill="hold">
                            <p:stCondLst>
                              <p:cond delay="0"/>
                            </p:stCondLst>
                            <p:childTnLst>
                              <p:par>
                                <p:cTn id="52" presetID="22" presetClass="entr" presetSubtype="8" fill="hold" nodeType="clickEffect">
                                  <p:stCondLst>
                                    <p:cond delay="0"/>
                                  </p:stCondLst>
                                  <p:childTnLst>
                                    <p:set>
                                      <p:cBhvr>
                                        <p:cTn id="53" dur="1" fill="hold">
                                          <p:stCondLst>
                                            <p:cond delay="0"/>
                                          </p:stCondLst>
                                        </p:cTn>
                                        <p:tgtEl>
                                          <p:spTgt spid="380"/>
                                        </p:tgtEl>
                                        <p:attrNameLst>
                                          <p:attrName>style.visibility</p:attrName>
                                        </p:attrNameLst>
                                      </p:cBhvr>
                                      <p:to>
                                        <p:strVal val="visible"/>
                                      </p:to>
                                    </p:set>
                                    <p:animEffect transition="in" filter="wipe(left)">
                                      <p:cBhvr>
                                        <p:cTn id="54" dur="1000"/>
                                        <p:tgtEl>
                                          <p:spTgt spid="380"/>
                                        </p:tgtEl>
                                      </p:cBhvr>
                                    </p:animEffect>
                                  </p:childTnLst>
                                </p:cTn>
                              </p:par>
                              <p:par>
                                <p:cTn id="55" presetID="9" presetClass="exit" presetSubtype="0" fill="hold" nodeType="withEffect">
                                  <p:stCondLst>
                                    <p:cond delay="0"/>
                                  </p:stCondLst>
                                  <p:childTnLst>
                                    <p:animEffect transition="out" filter="dissolve">
                                      <p:cBhvr>
                                        <p:cTn id="56" dur="500"/>
                                        <p:tgtEl>
                                          <p:spTgt spid="420"/>
                                        </p:tgtEl>
                                      </p:cBhvr>
                                    </p:animEffect>
                                    <p:set>
                                      <p:cBhvr>
                                        <p:cTn id="57" dur="1" fill="hold">
                                          <p:stCondLst>
                                            <p:cond delay="499"/>
                                          </p:stCondLst>
                                        </p:cTn>
                                        <p:tgtEl>
                                          <p:spTgt spid="420"/>
                                        </p:tgtEl>
                                        <p:attrNameLst>
                                          <p:attrName>style.visibility</p:attrName>
                                        </p:attrNameLst>
                                      </p:cBhvr>
                                      <p:to>
                                        <p:strVal val="hidden"/>
                                      </p:to>
                                    </p:set>
                                  </p:childTnLst>
                                </p:cTn>
                              </p:par>
                            </p:childTnLst>
                          </p:cTn>
                        </p:par>
                      </p:childTnLst>
                    </p:cTn>
                  </p:par>
                  <p:par>
                    <p:cTn id="58" fill="hold">
                      <p:stCondLst>
                        <p:cond delay="indefinite"/>
                      </p:stCondLst>
                      <p:childTnLst>
                        <p:par>
                          <p:cTn id="59" fill="hold">
                            <p:stCondLst>
                              <p:cond delay="0"/>
                            </p:stCondLst>
                            <p:childTnLst>
                              <p:par>
                                <p:cTn id="60" presetID="9" presetClass="entr" presetSubtype="0" fill="hold" grpId="0" nodeType="clickEffect">
                                  <p:stCondLst>
                                    <p:cond delay="0"/>
                                  </p:stCondLst>
                                  <p:childTnLst>
                                    <p:set>
                                      <p:cBhvr>
                                        <p:cTn id="61" dur="1" fill="hold">
                                          <p:stCondLst>
                                            <p:cond delay="0"/>
                                          </p:stCondLst>
                                        </p:cTn>
                                        <p:tgtEl>
                                          <p:spTgt spid="389"/>
                                        </p:tgtEl>
                                        <p:attrNameLst>
                                          <p:attrName>style.visibility</p:attrName>
                                        </p:attrNameLst>
                                      </p:cBhvr>
                                      <p:to>
                                        <p:strVal val="visible"/>
                                      </p:to>
                                    </p:set>
                                    <p:animEffect transition="in" filter="dissolve">
                                      <p:cBhvr>
                                        <p:cTn id="62" dur="500"/>
                                        <p:tgtEl>
                                          <p:spTgt spid="389"/>
                                        </p:tgtEl>
                                      </p:cBhvr>
                                    </p:animEffect>
                                  </p:childTnLst>
                                </p:cTn>
                              </p:par>
                            </p:childTnLst>
                          </p:cTn>
                        </p:par>
                        <p:par>
                          <p:cTn id="63" fill="hold">
                            <p:stCondLst>
                              <p:cond delay="500"/>
                            </p:stCondLst>
                            <p:childTnLst>
                              <p:par>
                                <p:cTn id="64" presetID="9" presetClass="entr" presetSubtype="0" fill="hold" nodeType="afterEffect">
                                  <p:stCondLst>
                                    <p:cond delay="0"/>
                                  </p:stCondLst>
                                  <p:childTnLst>
                                    <p:set>
                                      <p:cBhvr>
                                        <p:cTn id="65" dur="1" fill="hold">
                                          <p:stCondLst>
                                            <p:cond delay="0"/>
                                          </p:stCondLst>
                                        </p:cTn>
                                        <p:tgtEl>
                                          <p:spTgt spid="428"/>
                                        </p:tgtEl>
                                        <p:attrNameLst>
                                          <p:attrName>style.visibility</p:attrName>
                                        </p:attrNameLst>
                                      </p:cBhvr>
                                      <p:to>
                                        <p:strVal val="visible"/>
                                      </p:to>
                                    </p:set>
                                    <p:animEffect transition="in" filter="dissolve">
                                      <p:cBhvr>
                                        <p:cTn id="66" dur="1000"/>
                                        <p:tgtEl>
                                          <p:spTgt spid="428"/>
                                        </p:tgtEl>
                                      </p:cBhvr>
                                    </p:animEffect>
                                  </p:childTnLst>
                                </p:cTn>
                              </p:par>
                            </p:childTnLst>
                          </p:cTn>
                        </p:par>
                        <p:par>
                          <p:cTn id="67" fill="hold">
                            <p:stCondLst>
                              <p:cond delay="1500"/>
                            </p:stCondLst>
                            <p:childTnLst>
                              <p:par>
                                <p:cTn id="68" presetID="9" presetClass="entr" presetSubtype="0" fill="hold" grpId="0" nodeType="afterEffect">
                                  <p:stCondLst>
                                    <p:cond delay="0"/>
                                  </p:stCondLst>
                                  <p:childTnLst>
                                    <p:set>
                                      <p:cBhvr>
                                        <p:cTn id="69" dur="1" fill="hold">
                                          <p:stCondLst>
                                            <p:cond delay="0"/>
                                          </p:stCondLst>
                                        </p:cTn>
                                        <p:tgtEl>
                                          <p:spTgt spid="390"/>
                                        </p:tgtEl>
                                        <p:attrNameLst>
                                          <p:attrName>style.visibility</p:attrName>
                                        </p:attrNameLst>
                                      </p:cBhvr>
                                      <p:to>
                                        <p:strVal val="visible"/>
                                      </p:to>
                                    </p:set>
                                    <p:animEffect transition="in" filter="dissolve">
                                      <p:cBhvr>
                                        <p:cTn id="70" dur="500"/>
                                        <p:tgtEl>
                                          <p:spTgt spid="390"/>
                                        </p:tgtEl>
                                      </p:cBhvr>
                                    </p:animEffect>
                                  </p:childTnLst>
                                </p:cTn>
                              </p:par>
                            </p:childTnLst>
                          </p:cTn>
                        </p:par>
                        <p:par>
                          <p:cTn id="71" fill="hold">
                            <p:stCondLst>
                              <p:cond delay="2000"/>
                            </p:stCondLst>
                            <p:childTnLst>
                              <p:par>
                                <p:cTn id="72" presetID="9" presetClass="entr" presetSubtype="0" fill="hold" grpId="0" nodeType="afterEffect">
                                  <p:stCondLst>
                                    <p:cond delay="0"/>
                                  </p:stCondLst>
                                  <p:childTnLst>
                                    <p:set>
                                      <p:cBhvr>
                                        <p:cTn id="73" dur="1" fill="hold">
                                          <p:stCondLst>
                                            <p:cond delay="0"/>
                                          </p:stCondLst>
                                        </p:cTn>
                                        <p:tgtEl>
                                          <p:spTgt spid="401"/>
                                        </p:tgtEl>
                                        <p:attrNameLst>
                                          <p:attrName>style.visibility</p:attrName>
                                        </p:attrNameLst>
                                      </p:cBhvr>
                                      <p:to>
                                        <p:strVal val="visible"/>
                                      </p:to>
                                    </p:set>
                                    <p:animEffect transition="in" filter="dissolve">
                                      <p:cBhvr>
                                        <p:cTn id="74" dur="1000"/>
                                        <p:tgtEl>
                                          <p:spTgt spid="401"/>
                                        </p:tgtEl>
                                      </p:cBhvr>
                                    </p:animEffect>
                                  </p:childTnLst>
                                </p:cTn>
                              </p:par>
                            </p:childTnLst>
                          </p:cTn>
                        </p:par>
                      </p:childTnLst>
                    </p:cTn>
                  </p:par>
                  <p:par>
                    <p:cTn id="75" fill="hold">
                      <p:stCondLst>
                        <p:cond delay="indefinite"/>
                      </p:stCondLst>
                      <p:childTnLst>
                        <p:par>
                          <p:cTn id="76" fill="hold">
                            <p:stCondLst>
                              <p:cond delay="0"/>
                            </p:stCondLst>
                            <p:childTnLst>
                              <p:par>
                                <p:cTn id="77" presetID="22" presetClass="entr" presetSubtype="8" fill="hold" nodeType="clickEffect">
                                  <p:stCondLst>
                                    <p:cond delay="0"/>
                                  </p:stCondLst>
                                  <p:childTnLst>
                                    <p:set>
                                      <p:cBhvr>
                                        <p:cTn id="78" dur="1" fill="hold">
                                          <p:stCondLst>
                                            <p:cond delay="0"/>
                                          </p:stCondLst>
                                        </p:cTn>
                                        <p:tgtEl>
                                          <p:spTgt spid="391"/>
                                        </p:tgtEl>
                                        <p:attrNameLst>
                                          <p:attrName>style.visibility</p:attrName>
                                        </p:attrNameLst>
                                      </p:cBhvr>
                                      <p:to>
                                        <p:strVal val="visible"/>
                                      </p:to>
                                    </p:set>
                                    <p:animEffect transition="in" filter="wipe(left)">
                                      <p:cBhvr>
                                        <p:cTn id="79" dur="1000"/>
                                        <p:tgtEl>
                                          <p:spTgt spid="391"/>
                                        </p:tgtEl>
                                      </p:cBhvr>
                                    </p:animEffect>
                                  </p:childTnLst>
                                </p:cTn>
                              </p:par>
                              <p:par>
                                <p:cTn id="80" presetID="9" presetClass="exit" presetSubtype="0" fill="hold" nodeType="withEffect">
                                  <p:stCondLst>
                                    <p:cond delay="0"/>
                                  </p:stCondLst>
                                  <p:childTnLst>
                                    <p:animEffect transition="out" filter="dissolve">
                                      <p:cBhvr>
                                        <p:cTn id="81" dur="500"/>
                                        <p:tgtEl>
                                          <p:spTgt spid="428"/>
                                        </p:tgtEl>
                                      </p:cBhvr>
                                    </p:animEffect>
                                    <p:set>
                                      <p:cBhvr>
                                        <p:cTn id="82" dur="1" fill="hold">
                                          <p:stCondLst>
                                            <p:cond delay="499"/>
                                          </p:stCondLst>
                                        </p:cTn>
                                        <p:tgtEl>
                                          <p:spTgt spid="428"/>
                                        </p:tgtEl>
                                        <p:attrNameLst>
                                          <p:attrName>style.visibility</p:attrName>
                                        </p:attrNameLst>
                                      </p:cBhvr>
                                      <p:to>
                                        <p:strVal val="hidden"/>
                                      </p:to>
                                    </p:set>
                                  </p:childTnLst>
                                </p:cTn>
                              </p:par>
                            </p:childTnLst>
                          </p:cTn>
                        </p:par>
                      </p:childTnLst>
                    </p:cTn>
                  </p:par>
                  <p:par>
                    <p:cTn id="83" fill="hold">
                      <p:stCondLst>
                        <p:cond delay="indefinite"/>
                      </p:stCondLst>
                      <p:childTnLst>
                        <p:par>
                          <p:cTn id="84" fill="hold">
                            <p:stCondLst>
                              <p:cond delay="0"/>
                            </p:stCondLst>
                            <p:childTnLst>
                              <p:par>
                                <p:cTn id="85" presetID="9" presetClass="entr" presetSubtype="0" fill="hold" grpId="0" nodeType="clickEffect">
                                  <p:stCondLst>
                                    <p:cond delay="0"/>
                                  </p:stCondLst>
                                  <p:childTnLst>
                                    <p:set>
                                      <p:cBhvr>
                                        <p:cTn id="86" dur="1" fill="hold">
                                          <p:stCondLst>
                                            <p:cond delay="0"/>
                                          </p:stCondLst>
                                        </p:cTn>
                                        <p:tgtEl>
                                          <p:spTgt spid="394"/>
                                        </p:tgtEl>
                                        <p:attrNameLst>
                                          <p:attrName>style.visibility</p:attrName>
                                        </p:attrNameLst>
                                      </p:cBhvr>
                                      <p:to>
                                        <p:strVal val="visible"/>
                                      </p:to>
                                    </p:set>
                                    <p:animEffect transition="in" filter="dissolve">
                                      <p:cBhvr>
                                        <p:cTn id="87" dur="500"/>
                                        <p:tgtEl>
                                          <p:spTgt spid="394"/>
                                        </p:tgtEl>
                                      </p:cBhvr>
                                    </p:animEffect>
                                  </p:childTnLst>
                                </p:cTn>
                              </p:par>
                            </p:childTnLst>
                          </p:cTn>
                        </p:par>
                        <p:par>
                          <p:cTn id="88" fill="hold">
                            <p:stCondLst>
                              <p:cond delay="500"/>
                            </p:stCondLst>
                            <p:childTnLst>
                              <p:par>
                                <p:cTn id="89" presetID="9" presetClass="entr" presetSubtype="0" fill="hold" nodeType="afterEffect">
                                  <p:stCondLst>
                                    <p:cond delay="0"/>
                                  </p:stCondLst>
                                  <p:childTnLst>
                                    <p:set>
                                      <p:cBhvr>
                                        <p:cTn id="90" dur="1" fill="hold">
                                          <p:stCondLst>
                                            <p:cond delay="0"/>
                                          </p:stCondLst>
                                        </p:cTn>
                                        <p:tgtEl>
                                          <p:spTgt spid="434"/>
                                        </p:tgtEl>
                                        <p:attrNameLst>
                                          <p:attrName>style.visibility</p:attrName>
                                        </p:attrNameLst>
                                      </p:cBhvr>
                                      <p:to>
                                        <p:strVal val="visible"/>
                                      </p:to>
                                    </p:set>
                                    <p:animEffect transition="in" filter="dissolve">
                                      <p:cBhvr>
                                        <p:cTn id="91" dur="1000"/>
                                        <p:tgtEl>
                                          <p:spTgt spid="434"/>
                                        </p:tgtEl>
                                      </p:cBhvr>
                                    </p:animEffect>
                                  </p:childTnLst>
                                </p:cTn>
                              </p:par>
                            </p:childTnLst>
                          </p:cTn>
                        </p:par>
                        <p:par>
                          <p:cTn id="92" fill="hold">
                            <p:stCondLst>
                              <p:cond delay="1500"/>
                            </p:stCondLst>
                            <p:childTnLst>
                              <p:par>
                                <p:cTn id="93" presetID="9" presetClass="entr" presetSubtype="0" fill="hold" grpId="0" nodeType="afterEffect">
                                  <p:stCondLst>
                                    <p:cond delay="0"/>
                                  </p:stCondLst>
                                  <p:childTnLst>
                                    <p:set>
                                      <p:cBhvr>
                                        <p:cTn id="94" dur="1" fill="hold">
                                          <p:stCondLst>
                                            <p:cond delay="0"/>
                                          </p:stCondLst>
                                        </p:cTn>
                                        <p:tgtEl>
                                          <p:spTgt spid="395"/>
                                        </p:tgtEl>
                                        <p:attrNameLst>
                                          <p:attrName>style.visibility</p:attrName>
                                        </p:attrNameLst>
                                      </p:cBhvr>
                                      <p:to>
                                        <p:strVal val="visible"/>
                                      </p:to>
                                    </p:set>
                                    <p:animEffect transition="in" filter="dissolve">
                                      <p:cBhvr>
                                        <p:cTn id="95" dur="500"/>
                                        <p:tgtEl>
                                          <p:spTgt spid="395"/>
                                        </p:tgtEl>
                                      </p:cBhvr>
                                    </p:animEffect>
                                  </p:childTnLst>
                                </p:cTn>
                              </p:par>
                            </p:childTnLst>
                          </p:cTn>
                        </p:par>
                        <p:par>
                          <p:cTn id="96" fill="hold">
                            <p:stCondLst>
                              <p:cond delay="2000"/>
                            </p:stCondLst>
                            <p:childTnLst>
                              <p:par>
                                <p:cTn id="97" presetID="9" presetClass="entr" presetSubtype="0" fill="hold" grpId="0" nodeType="afterEffect">
                                  <p:stCondLst>
                                    <p:cond delay="0"/>
                                  </p:stCondLst>
                                  <p:childTnLst>
                                    <p:set>
                                      <p:cBhvr>
                                        <p:cTn id="98" dur="1" fill="hold">
                                          <p:stCondLst>
                                            <p:cond delay="0"/>
                                          </p:stCondLst>
                                        </p:cTn>
                                        <p:tgtEl>
                                          <p:spTgt spid="400"/>
                                        </p:tgtEl>
                                        <p:attrNameLst>
                                          <p:attrName>style.visibility</p:attrName>
                                        </p:attrNameLst>
                                      </p:cBhvr>
                                      <p:to>
                                        <p:strVal val="visible"/>
                                      </p:to>
                                    </p:set>
                                    <p:animEffect transition="in" filter="dissolve">
                                      <p:cBhvr>
                                        <p:cTn id="99" dur="1000"/>
                                        <p:tgtEl>
                                          <p:spTgt spid="400"/>
                                        </p:tgtEl>
                                      </p:cBhvr>
                                    </p:animEffect>
                                  </p:childTnLst>
                                </p:cTn>
                              </p:par>
                            </p:childTnLst>
                          </p:cTn>
                        </p:par>
                      </p:childTnLst>
                    </p:cTn>
                  </p:par>
                  <p:par>
                    <p:cTn id="100" fill="hold">
                      <p:stCondLst>
                        <p:cond delay="indefinite"/>
                      </p:stCondLst>
                      <p:childTnLst>
                        <p:par>
                          <p:cTn id="101" fill="hold">
                            <p:stCondLst>
                              <p:cond delay="0"/>
                            </p:stCondLst>
                            <p:childTnLst>
                              <p:par>
                                <p:cTn id="102" presetID="22" presetClass="entr" presetSubtype="8" fill="hold" grpId="0" nodeType="clickEffect">
                                  <p:stCondLst>
                                    <p:cond delay="0"/>
                                  </p:stCondLst>
                                  <p:childTnLst>
                                    <p:set>
                                      <p:cBhvr>
                                        <p:cTn id="103" dur="1" fill="hold">
                                          <p:stCondLst>
                                            <p:cond delay="0"/>
                                          </p:stCondLst>
                                        </p:cTn>
                                        <p:tgtEl>
                                          <p:spTgt spid="396"/>
                                        </p:tgtEl>
                                        <p:attrNameLst>
                                          <p:attrName>style.visibility</p:attrName>
                                        </p:attrNameLst>
                                      </p:cBhvr>
                                      <p:to>
                                        <p:strVal val="visible"/>
                                      </p:to>
                                    </p:set>
                                    <p:animEffect transition="in" filter="wipe(left)">
                                      <p:cBhvr>
                                        <p:cTn id="104" dur="1000"/>
                                        <p:tgtEl>
                                          <p:spTgt spid="396"/>
                                        </p:tgtEl>
                                      </p:cBhvr>
                                    </p:animEffect>
                                  </p:childTnLst>
                                </p:cTn>
                              </p:par>
                              <p:par>
                                <p:cTn id="105" presetID="9" presetClass="exit" presetSubtype="0" fill="hold" nodeType="withEffect">
                                  <p:stCondLst>
                                    <p:cond delay="0"/>
                                  </p:stCondLst>
                                  <p:childTnLst>
                                    <p:animEffect transition="out" filter="dissolve">
                                      <p:cBhvr>
                                        <p:cTn id="106" dur="500"/>
                                        <p:tgtEl>
                                          <p:spTgt spid="434"/>
                                        </p:tgtEl>
                                      </p:cBhvr>
                                    </p:animEffect>
                                    <p:set>
                                      <p:cBhvr>
                                        <p:cTn id="107" dur="1" fill="hold">
                                          <p:stCondLst>
                                            <p:cond delay="499"/>
                                          </p:stCondLst>
                                        </p:cTn>
                                        <p:tgtEl>
                                          <p:spTgt spid="434"/>
                                        </p:tgtEl>
                                        <p:attrNameLst>
                                          <p:attrName>style.visibility</p:attrName>
                                        </p:attrNameLst>
                                      </p:cBhvr>
                                      <p:to>
                                        <p:strVal val="hidden"/>
                                      </p:to>
                                    </p:set>
                                  </p:childTnLst>
                                </p:cTn>
                              </p:par>
                            </p:childTnLst>
                          </p:cTn>
                        </p:par>
                      </p:childTnLst>
                    </p:cTn>
                  </p:par>
                  <p:par>
                    <p:cTn id="108" fill="hold">
                      <p:stCondLst>
                        <p:cond delay="indefinite"/>
                      </p:stCondLst>
                      <p:childTnLst>
                        <p:par>
                          <p:cTn id="109" fill="hold">
                            <p:stCondLst>
                              <p:cond delay="0"/>
                            </p:stCondLst>
                            <p:childTnLst>
                              <p:par>
                                <p:cTn id="110" presetID="9" presetClass="entr" presetSubtype="0" fill="hold" grpId="0" nodeType="clickEffect">
                                  <p:stCondLst>
                                    <p:cond delay="0"/>
                                  </p:stCondLst>
                                  <p:childTnLst>
                                    <p:set>
                                      <p:cBhvr>
                                        <p:cTn id="111" dur="1" fill="hold">
                                          <p:stCondLst>
                                            <p:cond delay="0"/>
                                          </p:stCondLst>
                                        </p:cTn>
                                        <p:tgtEl>
                                          <p:spTgt spid="397"/>
                                        </p:tgtEl>
                                        <p:attrNameLst>
                                          <p:attrName>style.visibility</p:attrName>
                                        </p:attrNameLst>
                                      </p:cBhvr>
                                      <p:to>
                                        <p:strVal val="visible"/>
                                      </p:to>
                                    </p:set>
                                    <p:animEffect transition="in" filter="dissolve">
                                      <p:cBhvr>
                                        <p:cTn id="112" dur="500"/>
                                        <p:tgtEl>
                                          <p:spTgt spid="397"/>
                                        </p:tgtEl>
                                      </p:cBhvr>
                                    </p:animEffect>
                                  </p:childTnLst>
                                </p:cTn>
                              </p:par>
                            </p:childTnLst>
                          </p:cTn>
                        </p:par>
                        <p:par>
                          <p:cTn id="113" fill="hold">
                            <p:stCondLst>
                              <p:cond delay="500"/>
                            </p:stCondLst>
                            <p:childTnLst>
                              <p:par>
                                <p:cTn id="114" presetID="9" presetClass="entr" presetSubtype="0" fill="hold" nodeType="afterEffect">
                                  <p:stCondLst>
                                    <p:cond delay="0"/>
                                  </p:stCondLst>
                                  <p:childTnLst>
                                    <p:set>
                                      <p:cBhvr>
                                        <p:cTn id="115" dur="1" fill="hold">
                                          <p:stCondLst>
                                            <p:cond delay="0"/>
                                          </p:stCondLst>
                                        </p:cTn>
                                        <p:tgtEl>
                                          <p:spTgt spid="439"/>
                                        </p:tgtEl>
                                        <p:attrNameLst>
                                          <p:attrName>style.visibility</p:attrName>
                                        </p:attrNameLst>
                                      </p:cBhvr>
                                      <p:to>
                                        <p:strVal val="visible"/>
                                      </p:to>
                                    </p:set>
                                    <p:animEffect transition="in" filter="dissolve">
                                      <p:cBhvr>
                                        <p:cTn id="116" dur="1000"/>
                                        <p:tgtEl>
                                          <p:spTgt spid="439"/>
                                        </p:tgtEl>
                                      </p:cBhvr>
                                    </p:animEffect>
                                  </p:childTnLst>
                                </p:cTn>
                              </p:par>
                            </p:childTnLst>
                          </p:cTn>
                        </p:par>
                        <p:par>
                          <p:cTn id="117" fill="hold">
                            <p:stCondLst>
                              <p:cond delay="1500"/>
                            </p:stCondLst>
                            <p:childTnLst>
                              <p:par>
                                <p:cTn id="118" presetID="9" presetClass="entr" presetSubtype="0" fill="hold" grpId="0" nodeType="afterEffect">
                                  <p:stCondLst>
                                    <p:cond delay="0"/>
                                  </p:stCondLst>
                                  <p:childTnLst>
                                    <p:set>
                                      <p:cBhvr>
                                        <p:cTn id="119" dur="1" fill="hold">
                                          <p:stCondLst>
                                            <p:cond delay="0"/>
                                          </p:stCondLst>
                                        </p:cTn>
                                        <p:tgtEl>
                                          <p:spTgt spid="404"/>
                                        </p:tgtEl>
                                        <p:attrNameLst>
                                          <p:attrName>style.visibility</p:attrName>
                                        </p:attrNameLst>
                                      </p:cBhvr>
                                      <p:to>
                                        <p:strVal val="visible"/>
                                      </p:to>
                                    </p:set>
                                    <p:animEffect transition="in" filter="dissolve">
                                      <p:cBhvr>
                                        <p:cTn id="120" dur="500"/>
                                        <p:tgtEl>
                                          <p:spTgt spid="404"/>
                                        </p:tgtEl>
                                      </p:cBhvr>
                                    </p:animEffect>
                                  </p:childTnLst>
                                </p:cTn>
                              </p:par>
                            </p:childTnLst>
                          </p:cTn>
                        </p:par>
                        <p:par>
                          <p:cTn id="121" fill="hold">
                            <p:stCondLst>
                              <p:cond delay="2000"/>
                            </p:stCondLst>
                            <p:childTnLst>
                              <p:par>
                                <p:cTn id="122" presetID="9" presetClass="entr" presetSubtype="0" fill="hold" grpId="0" nodeType="afterEffect">
                                  <p:stCondLst>
                                    <p:cond delay="0"/>
                                  </p:stCondLst>
                                  <p:childTnLst>
                                    <p:set>
                                      <p:cBhvr>
                                        <p:cTn id="123" dur="1" fill="hold">
                                          <p:stCondLst>
                                            <p:cond delay="0"/>
                                          </p:stCondLst>
                                        </p:cTn>
                                        <p:tgtEl>
                                          <p:spTgt spid="399"/>
                                        </p:tgtEl>
                                        <p:attrNameLst>
                                          <p:attrName>style.visibility</p:attrName>
                                        </p:attrNameLst>
                                      </p:cBhvr>
                                      <p:to>
                                        <p:strVal val="visible"/>
                                      </p:to>
                                    </p:set>
                                    <p:animEffect transition="in" filter="dissolve">
                                      <p:cBhvr>
                                        <p:cTn id="124" dur="1000"/>
                                        <p:tgtEl>
                                          <p:spTgt spid="399"/>
                                        </p:tgtEl>
                                      </p:cBhvr>
                                    </p:animEffect>
                                  </p:childTnLst>
                                </p:cTn>
                              </p:par>
                            </p:childTnLst>
                          </p:cTn>
                        </p:par>
                      </p:childTnLst>
                    </p:cTn>
                  </p:par>
                  <p:par>
                    <p:cTn id="125" fill="hold">
                      <p:stCondLst>
                        <p:cond delay="indefinite"/>
                      </p:stCondLst>
                      <p:childTnLst>
                        <p:par>
                          <p:cTn id="126" fill="hold">
                            <p:stCondLst>
                              <p:cond delay="0"/>
                            </p:stCondLst>
                            <p:childTnLst>
                              <p:par>
                                <p:cTn id="127" presetID="9" presetClass="entr" presetSubtype="0" fill="hold" grpId="0" nodeType="clickEffect">
                                  <p:stCondLst>
                                    <p:cond delay="0"/>
                                  </p:stCondLst>
                                  <p:childTnLst>
                                    <p:set>
                                      <p:cBhvr>
                                        <p:cTn id="128" dur="1" fill="hold">
                                          <p:stCondLst>
                                            <p:cond delay="0"/>
                                          </p:stCondLst>
                                        </p:cTn>
                                        <p:tgtEl>
                                          <p:spTgt spid="398"/>
                                        </p:tgtEl>
                                        <p:attrNameLst>
                                          <p:attrName>style.visibility</p:attrName>
                                        </p:attrNameLst>
                                      </p:cBhvr>
                                      <p:to>
                                        <p:strVal val="visible"/>
                                      </p:to>
                                    </p:set>
                                    <p:animEffect transition="in" filter="dissolve">
                                      <p:cBhvr>
                                        <p:cTn id="129" dur="500"/>
                                        <p:tgtEl>
                                          <p:spTgt spid="398"/>
                                        </p:tgtEl>
                                      </p:cBhvr>
                                    </p:animEffect>
                                  </p:childTnLst>
                                </p:cTn>
                              </p:par>
                              <p:par>
                                <p:cTn id="130" presetID="9" presetClass="exit" presetSubtype="0" fill="hold" nodeType="withEffect">
                                  <p:stCondLst>
                                    <p:cond delay="0"/>
                                  </p:stCondLst>
                                  <p:childTnLst>
                                    <p:animEffect transition="out" filter="dissolve">
                                      <p:cBhvr>
                                        <p:cTn id="131" dur="500"/>
                                        <p:tgtEl>
                                          <p:spTgt spid="439"/>
                                        </p:tgtEl>
                                      </p:cBhvr>
                                    </p:animEffect>
                                    <p:set>
                                      <p:cBhvr>
                                        <p:cTn id="132" dur="1" fill="hold">
                                          <p:stCondLst>
                                            <p:cond delay="499"/>
                                          </p:stCondLst>
                                        </p:cTn>
                                        <p:tgtEl>
                                          <p:spTgt spid="43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3" grpId="0"/>
      <p:bldP spid="386" grpId="0" animBg="1"/>
      <p:bldP spid="387" grpId="0" animBg="1"/>
      <p:bldP spid="388" grpId="0"/>
      <p:bldP spid="389" grpId="0" animBg="1"/>
      <p:bldP spid="390" grpId="0"/>
      <p:bldP spid="394" grpId="0" animBg="1"/>
      <p:bldP spid="395" grpId="0"/>
      <p:bldP spid="396" grpId="0"/>
      <p:bldP spid="397" grpId="0" animBg="1"/>
      <p:bldP spid="398" grpId="0"/>
      <p:bldP spid="399" grpId="0" animBg="1"/>
      <p:bldP spid="400" grpId="0" animBg="1"/>
      <p:bldP spid="401" grpId="0" animBg="1"/>
      <p:bldP spid="402" grpId="0" animBg="1"/>
      <p:bldP spid="403" grpId="0" animBg="1"/>
      <p:bldP spid="404"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6">
            <a:extLst>
              <a:ext uri="{FF2B5EF4-FFF2-40B4-BE49-F238E27FC236}">
                <a16:creationId xmlns:a16="http://schemas.microsoft.com/office/drawing/2014/main" id="{CAD535FA-3323-5A43-A352-F3C8C44E3B62}"/>
              </a:ext>
            </a:extLst>
          </p:cNvPr>
          <p:cNvSpPr>
            <a:spLocks noGrp="1"/>
          </p:cNvSpPr>
          <p:nvPr>
            <p:ph idx="1"/>
          </p:nvPr>
        </p:nvSpPr>
        <p:spPr>
          <a:xfrm>
            <a:off x="838200" y="1724027"/>
            <a:ext cx="10813026" cy="517728"/>
          </a:xfrm>
        </p:spPr>
        <p:txBody>
          <a:bodyPr>
            <a:normAutofit lnSpcReduction="10000"/>
          </a:bodyPr>
          <a:lstStyle/>
          <a:p>
            <a:pPr marL="130175" indent="0">
              <a:buNone/>
            </a:pPr>
            <a:r>
              <a:rPr lang="en-US" sz="3200" dirty="0"/>
              <a:t>Based on </a:t>
            </a:r>
            <a:r>
              <a:rPr lang="en-US" sz="3200" i="1" dirty="0">
                <a:solidFill>
                  <a:srgbClr val="0000A8"/>
                </a:solidFill>
              </a:rPr>
              <a:t>Bellman-Ford</a:t>
            </a:r>
            <a:r>
              <a:rPr lang="en-US" sz="3200" dirty="0"/>
              <a:t> (BF) equation (dynamic programming):</a:t>
            </a:r>
          </a:p>
          <a:p>
            <a:endParaRPr lang="en-US" dirty="0"/>
          </a:p>
        </p:txBody>
      </p:sp>
      <p:sp>
        <p:nvSpPr>
          <p:cNvPr id="6" name="Title 5">
            <a:extLst>
              <a:ext uri="{FF2B5EF4-FFF2-40B4-BE49-F238E27FC236}">
                <a16:creationId xmlns:a16="http://schemas.microsoft.com/office/drawing/2014/main" id="{CE544A75-190C-D540-8EFD-BF5721DA6B9A}"/>
              </a:ext>
            </a:extLst>
          </p:cNvPr>
          <p:cNvSpPr>
            <a:spLocks noGrp="1"/>
          </p:cNvSpPr>
          <p:nvPr>
            <p:ph type="title"/>
          </p:nvPr>
        </p:nvSpPr>
        <p:spPr/>
        <p:txBody>
          <a:bodyPr/>
          <a:lstStyle/>
          <a:p>
            <a:r>
              <a:rPr lang="en-US" dirty="0"/>
              <a:t>Distance vector algorithm </a:t>
            </a:r>
          </a:p>
        </p:txBody>
      </p:sp>
      <p:sp>
        <p:nvSpPr>
          <p:cNvPr id="5" name="Slide Number Placeholder 4">
            <a:extLst>
              <a:ext uri="{FF2B5EF4-FFF2-40B4-BE49-F238E27FC236}">
                <a16:creationId xmlns:a16="http://schemas.microsoft.com/office/drawing/2014/main" id="{99B8655F-134F-9941-B2F1-519DACDBD5AE}"/>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48</a:t>
            </a:fld>
            <a:endParaRPr lang="en-US" dirty="0">
              <a:solidFill>
                <a:prstClr val="white">
                  <a:lumMod val="50000"/>
                </a:prstClr>
              </a:solidFill>
            </a:endParaRPr>
          </a:p>
        </p:txBody>
      </p:sp>
      <p:grpSp>
        <p:nvGrpSpPr>
          <p:cNvPr id="30" name="Group 29">
            <a:extLst>
              <a:ext uri="{FF2B5EF4-FFF2-40B4-BE49-F238E27FC236}">
                <a16:creationId xmlns:a16="http://schemas.microsoft.com/office/drawing/2014/main" id="{2FFC0ED4-C8EE-C348-BF6A-3B5057DBF745}"/>
              </a:ext>
            </a:extLst>
          </p:cNvPr>
          <p:cNvGrpSpPr/>
          <p:nvPr/>
        </p:nvGrpSpPr>
        <p:grpSpPr>
          <a:xfrm>
            <a:off x="1902542" y="2507226"/>
            <a:ext cx="8854256" cy="2757948"/>
            <a:chOff x="1902542" y="2507226"/>
            <a:chExt cx="8854256" cy="2757948"/>
          </a:xfrm>
        </p:grpSpPr>
        <p:sp>
          <p:nvSpPr>
            <p:cNvPr id="8" name="Rectangle 3">
              <a:extLst>
                <a:ext uri="{FF2B5EF4-FFF2-40B4-BE49-F238E27FC236}">
                  <a16:creationId xmlns:a16="http://schemas.microsoft.com/office/drawing/2014/main" id="{16172113-4B9B-B44F-B37E-0F9E92FBDD04}"/>
                </a:ext>
              </a:extLst>
            </p:cNvPr>
            <p:cNvSpPr txBox="1">
              <a:spLocks noChangeArrowheads="1"/>
            </p:cNvSpPr>
            <p:nvPr/>
          </p:nvSpPr>
          <p:spPr>
            <a:xfrm>
              <a:off x="2803423" y="3288890"/>
              <a:ext cx="7953375" cy="1976284"/>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charset="0"/>
                <a:buNone/>
              </a:pPr>
              <a:r>
                <a:rPr lang="en-US" sz="3000" dirty="0">
                  <a:solidFill>
                    <a:prstClr val="black"/>
                  </a:solidFill>
                  <a:latin typeface="Arial" panose="020B0604020202020204" pitchFamily="34" charset="0"/>
                  <a:cs typeface="Arial" panose="020B0604020202020204" pitchFamily="34" charset="0"/>
                </a:rPr>
                <a:t>Let </a:t>
              </a:r>
              <a:r>
                <a:rPr lang="en-US" sz="3000" i="1" dirty="0">
                  <a:solidFill>
                    <a:prstClr val="black"/>
                  </a:solidFill>
                  <a:latin typeface="Arial" panose="020B0604020202020204" pitchFamily="34" charset="0"/>
                  <a:cs typeface="Arial" panose="020B0604020202020204" pitchFamily="34" charset="0"/>
                </a:rPr>
                <a:t>D</a:t>
              </a:r>
              <a:r>
                <a:rPr lang="en-US" sz="3000" i="1" baseline="-25000" dirty="0">
                  <a:solidFill>
                    <a:prstClr val="black"/>
                  </a:solidFill>
                  <a:latin typeface="Arial" panose="020B0604020202020204" pitchFamily="34" charset="0"/>
                  <a:cs typeface="Arial" panose="020B0604020202020204" pitchFamily="34" charset="0"/>
                </a:rPr>
                <a:t>x</a:t>
              </a:r>
              <a:r>
                <a:rPr lang="en-US" sz="3000" i="1" dirty="0">
                  <a:solidFill>
                    <a:prstClr val="black"/>
                  </a:solidFill>
                  <a:latin typeface="Arial" panose="020B0604020202020204" pitchFamily="34" charset="0"/>
                  <a:cs typeface="Arial" panose="020B0604020202020204" pitchFamily="34" charset="0"/>
                </a:rPr>
                <a:t>(y): </a:t>
              </a:r>
              <a:r>
                <a:rPr lang="en-US" sz="3000" dirty="0">
                  <a:solidFill>
                    <a:prstClr val="black"/>
                  </a:solidFill>
                  <a:latin typeface="Arial" panose="020B0604020202020204" pitchFamily="34" charset="0"/>
                  <a:cs typeface="Arial" panose="020B0604020202020204" pitchFamily="34" charset="0"/>
                </a:rPr>
                <a:t>cost of least-cost path from </a:t>
              </a:r>
              <a:r>
                <a:rPr lang="en-US" sz="3000" i="1" dirty="0">
                  <a:solidFill>
                    <a:prstClr val="black"/>
                  </a:solidFill>
                  <a:latin typeface="Arial" panose="020B0604020202020204" pitchFamily="34" charset="0"/>
                  <a:cs typeface="Arial" panose="020B0604020202020204" pitchFamily="34" charset="0"/>
                </a:rPr>
                <a:t>x</a:t>
              </a:r>
              <a:r>
                <a:rPr lang="en-US" sz="3000" dirty="0">
                  <a:solidFill>
                    <a:prstClr val="black"/>
                  </a:solidFill>
                  <a:latin typeface="Arial" panose="020B0604020202020204" pitchFamily="34" charset="0"/>
                  <a:cs typeface="Arial" panose="020B0604020202020204" pitchFamily="34" charset="0"/>
                </a:rPr>
                <a:t> to </a:t>
              </a:r>
              <a:r>
                <a:rPr lang="en-US" sz="3000" i="1" dirty="0">
                  <a:solidFill>
                    <a:prstClr val="black"/>
                  </a:solidFill>
                  <a:latin typeface="Arial" panose="020B0604020202020204" pitchFamily="34" charset="0"/>
                  <a:cs typeface="Arial" panose="020B0604020202020204" pitchFamily="34" charset="0"/>
                </a:rPr>
                <a:t>y</a:t>
              </a:r>
              <a:r>
                <a:rPr lang="en-US" sz="3000" dirty="0">
                  <a:solidFill>
                    <a:prstClr val="black"/>
                  </a:solidFill>
                  <a:latin typeface="Arial" panose="020B0604020202020204" pitchFamily="34" charset="0"/>
                  <a:cs typeface="Arial" panose="020B0604020202020204" pitchFamily="34" charset="0"/>
                </a:rPr>
                <a:t>.</a:t>
              </a:r>
            </a:p>
            <a:p>
              <a:pPr>
                <a:buFont typeface="Wingdings" charset="0"/>
                <a:buNone/>
              </a:pPr>
              <a:r>
                <a:rPr lang="en-US" sz="3000" dirty="0">
                  <a:solidFill>
                    <a:prstClr val="black"/>
                  </a:solidFill>
                  <a:latin typeface="Arial" panose="020B0604020202020204" pitchFamily="34" charset="0"/>
                  <a:cs typeface="Arial" panose="020B0604020202020204" pitchFamily="34" charset="0"/>
                </a:rPr>
                <a:t>Then:</a:t>
              </a:r>
            </a:p>
            <a:p>
              <a:pPr>
                <a:buFont typeface="Wingdings" charset="0"/>
                <a:buNone/>
              </a:pPr>
              <a:r>
                <a:rPr lang="en-US" dirty="0">
                  <a:solidFill>
                    <a:srgbClr val="CC0000"/>
                  </a:solidFill>
                  <a:latin typeface="Arial" panose="020B0604020202020204" pitchFamily="34" charset="0"/>
                  <a:cs typeface="Arial" panose="020B0604020202020204" pitchFamily="34" charset="0"/>
                </a:rPr>
                <a:t>   </a:t>
              </a:r>
              <a:r>
                <a:rPr lang="en-US" sz="3200" i="1" dirty="0">
                  <a:solidFill>
                    <a:srgbClr val="CC0000"/>
                  </a:solidFill>
                  <a:latin typeface="Arial" panose="020B0604020202020204" pitchFamily="34" charset="0"/>
                  <a:cs typeface="Arial" panose="020B0604020202020204" pitchFamily="34" charset="0"/>
                </a:rPr>
                <a:t>D</a:t>
              </a:r>
              <a:r>
                <a:rPr lang="en-US" sz="3200" i="1" baseline="-25000" dirty="0">
                  <a:solidFill>
                    <a:srgbClr val="CC0000"/>
                  </a:solidFill>
                  <a:latin typeface="Arial" panose="020B0604020202020204" pitchFamily="34" charset="0"/>
                  <a:cs typeface="Arial" panose="020B0604020202020204" pitchFamily="34" charset="0"/>
                </a:rPr>
                <a:t>x</a:t>
              </a:r>
              <a:r>
                <a:rPr lang="en-US" sz="3200" i="1" dirty="0">
                  <a:solidFill>
                    <a:srgbClr val="CC0000"/>
                  </a:solidFill>
                  <a:latin typeface="Arial" panose="020B0604020202020204" pitchFamily="34" charset="0"/>
                  <a:cs typeface="Arial" panose="020B0604020202020204" pitchFamily="34" charset="0"/>
                </a:rPr>
                <a:t>(y) = </a:t>
              </a:r>
              <a:r>
                <a:rPr lang="en-US" sz="3200" dirty="0">
                  <a:solidFill>
                    <a:srgbClr val="CC0000"/>
                  </a:solidFill>
                  <a:latin typeface="Arial" panose="020B0604020202020204" pitchFamily="34" charset="0"/>
                  <a:cs typeface="Arial" panose="020B0604020202020204" pitchFamily="34" charset="0"/>
                </a:rPr>
                <a:t>min</a:t>
              </a:r>
              <a:r>
                <a:rPr lang="en-US" sz="3200" i="1" baseline="-25000" dirty="0">
                  <a:solidFill>
                    <a:srgbClr val="CC0000"/>
                  </a:solidFill>
                  <a:latin typeface="Arial" panose="020B0604020202020204" pitchFamily="34" charset="0"/>
                  <a:cs typeface="Arial" panose="020B0604020202020204" pitchFamily="34" charset="0"/>
                </a:rPr>
                <a:t>v</a:t>
              </a:r>
              <a:r>
                <a:rPr lang="en-US" sz="3200" i="1" dirty="0">
                  <a:solidFill>
                    <a:srgbClr val="CC0000"/>
                  </a:solidFill>
                  <a:latin typeface="Arial" panose="020B0604020202020204" pitchFamily="34" charset="0"/>
                  <a:cs typeface="Arial" panose="020B0604020202020204" pitchFamily="34" charset="0"/>
                </a:rPr>
                <a:t> { c</a:t>
              </a:r>
              <a:r>
                <a:rPr lang="en-US" sz="3200" i="1" baseline="-25000" dirty="0">
                  <a:solidFill>
                    <a:srgbClr val="CC0000"/>
                  </a:solidFill>
                  <a:latin typeface="Arial" panose="020B0604020202020204" pitchFamily="34" charset="0"/>
                  <a:cs typeface="Arial" panose="020B0604020202020204" pitchFamily="34" charset="0"/>
                </a:rPr>
                <a:t>x,v </a:t>
              </a:r>
              <a:r>
                <a:rPr lang="en-US" sz="3200" i="1" dirty="0">
                  <a:solidFill>
                    <a:srgbClr val="CC0000"/>
                  </a:solidFill>
                  <a:latin typeface="Arial" panose="020B0604020202020204" pitchFamily="34" charset="0"/>
                  <a:cs typeface="Arial" panose="020B0604020202020204" pitchFamily="34" charset="0"/>
                </a:rPr>
                <a:t>+ D</a:t>
              </a:r>
              <a:r>
                <a:rPr lang="en-US" sz="3200" i="1" baseline="-25000" dirty="0">
                  <a:solidFill>
                    <a:srgbClr val="CC0000"/>
                  </a:solidFill>
                  <a:latin typeface="Arial" panose="020B0604020202020204" pitchFamily="34" charset="0"/>
                  <a:cs typeface="Arial" panose="020B0604020202020204" pitchFamily="34" charset="0"/>
                </a:rPr>
                <a:t>v</a:t>
              </a:r>
              <a:r>
                <a:rPr lang="en-US" sz="3200" i="1" dirty="0">
                  <a:solidFill>
                    <a:srgbClr val="CC0000"/>
                  </a:solidFill>
                  <a:latin typeface="Arial" panose="020B0604020202020204" pitchFamily="34" charset="0"/>
                  <a:cs typeface="Arial" panose="020B0604020202020204" pitchFamily="34" charset="0"/>
                </a:rPr>
                <a:t>(y) }</a:t>
              </a:r>
            </a:p>
            <a:p>
              <a:pPr>
                <a:buFont typeface="Wingdings" charset="0"/>
                <a:buNone/>
              </a:pPr>
              <a:r>
                <a:rPr lang="en-US" sz="3200" dirty="0">
                  <a:solidFill>
                    <a:prstClr val="black"/>
                  </a:solidFill>
                  <a:latin typeface="Arial" panose="020B0604020202020204" pitchFamily="34" charset="0"/>
                  <a:cs typeface="Arial" panose="020B0604020202020204" pitchFamily="34" charset="0"/>
                </a:rPr>
                <a:t>   </a:t>
              </a:r>
            </a:p>
            <a:p>
              <a:pPr>
                <a:buFont typeface="Wingdings" charset="0"/>
                <a:buNone/>
              </a:pPr>
              <a:endParaRPr lang="en-US" dirty="0">
                <a:solidFill>
                  <a:prstClr val="black"/>
                </a:solidFill>
                <a:latin typeface="Gill Sans MT" charset="0"/>
              </a:endParaRPr>
            </a:p>
          </p:txBody>
        </p:sp>
        <p:sp>
          <p:nvSpPr>
            <p:cNvPr id="9" name="Rectangle 8">
              <a:extLst>
                <a:ext uri="{FF2B5EF4-FFF2-40B4-BE49-F238E27FC236}">
                  <a16:creationId xmlns:a16="http://schemas.microsoft.com/office/drawing/2014/main" id="{CB5C580C-1126-504E-8FA4-8CD48ACEC90C}"/>
                </a:ext>
              </a:extLst>
            </p:cNvPr>
            <p:cNvSpPr/>
            <p:nvPr/>
          </p:nvSpPr>
          <p:spPr>
            <a:xfrm>
              <a:off x="1902542" y="2743199"/>
              <a:ext cx="8686800" cy="2182761"/>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0" name="TextBox 9">
              <a:extLst>
                <a:ext uri="{FF2B5EF4-FFF2-40B4-BE49-F238E27FC236}">
                  <a16:creationId xmlns:a16="http://schemas.microsoft.com/office/drawing/2014/main" id="{19693CD9-8C4E-4040-AB87-525C3BB2DD5B}"/>
                </a:ext>
              </a:extLst>
            </p:cNvPr>
            <p:cNvSpPr txBox="1"/>
            <p:nvPr/>
          </p:nvSpPr>
          <p:spPr>
            <a:xfrm>
              <a:off x="2418735" y="2507226"/>
              <a:ext cx="3047501" cy="461665"/>
            </a:xfrm>
            <a:prstGeom prst="rect">
              <a:avLst/>
            </a:prstGeom>
            <a:solidFill>
              <a:schemeClr val="bg1"/>
            </a:solidFill>
          </p:spPr>
          <p:txBody>
            <a:bodyPr wrap="none" rtlCol="0">
              <a:spAutoFit/>
            </a:bodyPr>
            <a:lstStyle/>
            <a:p>
              <a:r>
                <a:rPr lang="en-US" sz="2400" dirty="0">
                  <a:solidFill>
                    <a:srgbClr val="C00000"/>
                  </a:solidFill>
                </a:rPr>
                <a:t>Bellman-Ford equation</a:t>
              </a:r>
            </a:p>
          </p:txBody>
        </p:sp>
      </p:grpSp>
      <p:grpSp>
        <p:nvGrpSpPr>
          <p:cNvPr id="20" name="Group 19">
            <a:extLst>
              <a:ext uri="{FF2B5EF4-FFF2-40B4-BE49-F238E27FC236}">
                <a16:creationId xmlns:a16="http://schemas.microsoft.com/office/drawing/2014/main" id="{CAC9B7B6-F48D-464C-80B7-D4E3FFE8A0DD}"/>
              </a:ext>
            </a:extLst>
          </p:cNvPr>
          <p:cNvGrpSpPr/>
          <p:nvPr/>
        </p:nvGrpSpPr>
        <p:grpSpPr>
          <a:xfrm>
            <a:off x="882140" y="4742711"/>
            <a:ext cx="4443412" cy="1557316"/>
            <a:chOff x="2040982" y="4374411"/>
            <a:chExt cx="4443412" cy="1557316"/>
          </a:xfrm>
        </p:grpSpPr>
        <p:sp>
          <p:nvSpPr>
            <p:cNvPr id="13" name="Text Box 8">
              <a:extLst>
                <a:ext uri="{FF2B5EF4-FFF2-40B4-BE49-F238E27FC236}">
                  <a16:creationId xmlns:a16="http://schemas.microsoft.com/office/drawing/2014/main" id="{3EF53877-706D-1B4F-97A3-D4D8AB9B3440}"/>
                </a:ext>
              </a:extLst>
            </p:cNvPr>
            <p:cNvSpPr txBox="1">
              <a:spLocks noChangeArrowheads="1"/>
            </p:cNvSpPr>
            <p:nvPr/>
          </p:nvSpPr>
          <p:spPr bwMode="auto">
            <a:xfrm>
              <a:off x="2040982" y="5474527"/>
              <a:ext cx="44434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i="1" dirty="0">
                  <a:solidFill>
                    <a:prstClr val="black"/>
                  </a:solidFill>
                  <a:latin typeface="Calibri" panose="020F0502020204030204"/>
                </a:rPr>
                <a:t>min</a:t>
              </a:r>
              <a:r>
                <a:rPr lang="en-US" dirty="0">
                  <a:solidFill>
                    <a:prstClr val="black"/>
                  </a:solidFill>
                  <a:latin typeface="Calibri" panose="020F0502020204030204"/>
                </a:rPr>
                <a:t> taken over all neighbors</a:t>
              </a:r>
              <a:r>
                <a:rPr lang="en-US" i="1" dirty="0">
                  <a:solidFill>
                    <a:prstClr val="black"/>
                  </a:solidFill>
                  <a:latin typeface="Calibri" panose="020F0502020204030204"/>
                </a:rPr>
                <a:t> v </a:t>
              </a:r>
              <a:r>
                <a:rPr lang="en-US" dirty="0">
                  <a:solidFill>
                    <a:prstClr val="black"/>
                  </a:solidFill>
                  <a:latin typeface="Calibri" panose="020F0502020204030204"/>
                </a:rPr>
                <a:t>of </a:t>
              </a:r>
              <a:r>
                <a:rPr lang="en-US" i="1" dirty="0">
                  <a:solidFill>
                    <a:prstClr val="black"/>
                  </a:solidFill>
                  <a:latin typeface="Calibri" panose="020F0502020204030204"/>
                </a:rPr>
                <a:t>x</a:t>
              </a:r>
            </a:p>
          </p:txBody>
        </p:sp>
        <p:sp>
          <p:nvSpPr>
            <p:cNvPr id="15" name="Line 10">
              <a:extLst>
                <a:ext uri="{FF2B5EF4-FFF2-40B4-BE49-F238E27FC236}">
                  <a16:creationId xmlns:a16="http://schemas.microsoft.com/office/drawing/2014/main" id="{C88D2D32-84DC-074E-91A8-72F035B287D6}"/>
                </a:ext>
              </a:extLst>
            </p:cNvPr>
            <p:cNvSpPr>
              <a:spLocks noChangeShapeType="1"/>
            </p:cNvSpPr>
            <p:nvPr/>
          </p:nvSpPr>
          <p:spPr bwMode="auto">
            <a:xfrm>
              <a:off x="6409694" y="4374411"/>
              <a:ext cx="0" cy="1357464"/>
            </a:xfrm>
            <a:prstGeom prst="line">
              <a:avLst/>
            </a:prstGeom>
            <a:noFill/>
            <a:ln w="12700">
              <a:solidFill>
                <a:srgbClr val="0000A8"/>
              </a:solidFill>
              <a:round/>
              <a:headEnd/>
              <a:tailEnd/>
            </a:ln>
            <a:extLst>
              <a:ext uri="{909E8E84-426E-40DD-AFC4-6F175D3DCCD1}">
                <a14:hiddenFill xmlns:a14="http://schemas.microsoft.com/office/drawing/2010/main">
                  <a:noFill/>
                </a14:hiddenFill>
              </a:ext>
            </a:extLst>
          </p:spPr>
          <p:txBody>
            <a:bodyPr wrap="none"/>
            <a:lstStyle/>
            <a:p>
              <a:endParaRPr lang="en-US" dirty="0">
                <a:solidFill>
                  <a:prstClr val="black"/>
                </a:solidFill>
              </a:endParaRPr>
            </a:p>
          </p:txBody>
        </p:sp>
      </p:grpSp>
      <p:grpSp>
        <p:nvGrpSpPr>
          <p:cNvPr id="29" name="Group 28">
            <a:extLst>
              <a:ext uri="{FF2B5EF4-FFF2-40B4-BE49-F238E27FC236}">
                <a16:creationId xmlns:a16="http://schemas.microsoft.com/office/drawing/2014/main" id="{59653ED9-AAD1-2C47-B7F8-1C4C9C2392B7}"/>
              </a:ext>
            </a:extLst>
          </p:cNvPr>
          <p:cNvGrpSpPr/>
          <p:nvPr/>
        </p:nvGrpSpPr>
        <p:grpSpPr>
          <a:xfrm>
            <a:off x="6490417" y="4684735"/>
            <a:ext cx="4855304" cy="1072830"/>
            <a:chOff x="6490417" y="4684735"/>
            <a:chExt cx="4855304" cy="1072830"/>
          </a:xfrm>
        </p:grpSpPr>
        <p:sp>
          <p:nvSpPr>
            <p:cNvPr id="14" name="Text Box 9">
              <a:extLst>
                <a:ext uri="{FF2B5EF4-FFF2-40B4-BE49-F238E27FC236}">
                  <a16:creationId xmlns:a16="http://schemas.microsoft.com/office/drawing/2014/main" id="{84D3DDF1-A07C-4944-BFAD-0934045A41C5}"/>
                </a:ext>
              </a:extLst>
            </p:cNvPr>
            <p:cNvSpPr txBox="1">
              <a:spLocks noChangeArrowheads="1"/>
            </p:cNvSpPr>
            <p:nvPr/>
          </p:nvSpPr>
          <p:spPr bwMode="auto">
            <a:xfrm>
              <a:off x="6490417" y="5295900"/>
              <a:ext cx="485530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i="1" dirty="0">
                  <a:solidFill>
                    <a:prstClr val="black"/>
                  </a:solidFill>
                  <a:latin typeface="Calibri" panose="020F0502020204030204"/>
                </a:rPr>
                <a:t>v</a:t>
              </a:r>
              <a:r>
                <a:rPr lang="en-US" dirty="0">
                  <a:solidFill>
                    <a:prstClr val="black"/>
                  </a:solidFill>
                  <a:latin typeface="Calibri" panose="020F0502020204030204"/>
                </a:rPr>
                <a:t>’s estimated least-cost-path cost to </a:t>
              </a:r>
              <a:r>
                <a:rPr lang="en-US" i="1" dirty="0">
                  <a:solidFill>
                    <a:prstClr val="black"/>
                  </a:solidFill>
                  <a:latin typeface="Calibri" panose="020F0502020204030204"/>
                </a:rPr>
                <a:t>y</a:t>
              </a:r>
            </a:p>
          </p:txBody>
        </p:sp>
        <p:cxnSp>
          <p:nvCxnSpPr>
            <p:cNvPr id="24" name="Straight Connector 23">
              <a:extLst>
                <a:ext uri="{FF2B5EF4-FFF2-40B4-BE49-F238E27FC236}">
                  <a16:creationId xmlns:a16="http://schemas.microsoft.com/office/drawing/2014/main" id="{897FA599-E18E-564C-8B44-C47AC16DEBD6}"/>
                </a:ext>
              </a:extLst>
            </p:cNvPr>
            <p:cNvCxnSpPr>
              <a:cxnSpLocks/>
            </p:cNvCxnSpPr>
            <p:nvPr/>
          </p:nvCxnSpPr>
          <p:spPr>
            <a:xfrm flipV="1">
              <a:off x="6789107" y="4684735"/>
              <a:ext cx="0" cy="713983"/>
            </a:xfrm>
            <a:prstGeom prst="line">
              <a:avLst/>
            </a:prstGeom>
            <a:ln w="12700">
              <a:solidFill>
                <a:srgbClr val="0000A8"/>
              </a:solidFill>
            </a:ln>
          </p:spPr>
          <p:style>
            <a:lnRef idx="1">
              <a:schemeClr val="accent1"/>
            </a:lnRef>
            <a:fillRef idx="0">
              <a:schemeClr val="accent1"/>
            </a:fillRef>
            <a:effectRef idx="0">
              <a:schemeClr val="accent1"/>
            </a:effectRef>
            <a:fontRef idx="minor">
              <a:schemeClr val="tx1"/>
            </a:fontRef>
          </p:style>
        </p:cxnSp>
      </p:grpSp>
      <p:grpSp>
        <p:nvGrpSpPr>
          <p:cNvPr id="28" name="Group 27">
            <a:extLst>
              <a:ext uri="{FF2B5EF4-FFF2-40B4-BE49-F238E27FC236}">
                <a16:creationId xmlns:a16="http://schemas.microsoft.com/office/drawing/2014/main" id="{D9DDF3FC-7958-1A4C-9958-CFEED50F7D04}"/>
              </a:ext>
            </a:extLst>
          </p:cNvPr>
          <p:cNvGrpSpPr/>
          <p:nvPr/>
        </p:nvGrpSpPr>
        <p:grpSpPr>
          <a:xfrm>
            <a:off x="5898825" y="4749453"/>
            <a:ext cx="3734933" cy="1589812"/>
            <a:chOff x="5898825" y="4749453"/>
            <a:chExt cx="3734933" cy="1589812"/>
          </a:xfrm>
        </p:grpSpPr>
        <p:sp>
          <p:nvSpPr>
            <p:cNvPr id="12" name="Text Box 7">
              <a:extLst>
                <a:ext uri="{FF2B5EF4-FFF2-40B4-BE49-F238E27FC236}">
                  <a16:creationId xmlns:a16="http://schemas.microsoft.com/office/drawing/2014/main" id="{4E51D062-C026-C442-99A3-A58F234CF451}"/>
                </a:ext>
              </a:extLst>
            </p:cNvPr>
            <p:cNvSpPr txBox="1">
              <a:spLocks noChangeArrowheads="1"/>
            </p:cNvSpPr>
            <p:nvPr/>
          </p:nvSpPr>
          <p:spPr bwMode="auto">
            <a:xfrm>
              <a:off x="5898825" y="5877600"/>
              <a:ext cx="373493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dirty="0">
                  <a:solidFill>
                    <a:prstClr val="black"/>
                  </a:solidFill>
                  <a:latin typeface="Calibri" panose="020F0502020204030204"/>
                </a:rPr>
                <a:t>direct cost of link from</a:t>
              </a:r>
              <a:r>
                <a:rPr lang="en-US" i="1" dirty="0">
                  <a:solidFill>
                    <a:prstClr val="black"/>
                  </a:solidFill>
                  <a:latin typeface="Calibri" panose="020F0502020204030204"/>
                </a:rPr>
                <a:t> x </a:t>
              </a:r>
              <a:r>
                <a:rPr lang="en-US" dirty="0">
                  <a:solidFill>
                    <a:prstClr val="black"/>
                  </a:solidFill>
                  <a:latin typeface="Calibri" panose="020F0502020204030204"/>
                </a:rPr>
                <a:t>to </a:t>
              </a:r>
              <a:r>
                <a:rPr lang="en-US" i="1" dirty="0">
                  <a:solidFill>
                    <a:prstClr val="black"/>
                  </a:solidFill>
                  <a:latin typeface="Calibri" panose="020F0502020204030204"/>
                </a:rPr>
                <a:t>v</a:t>
              </a:r>
            </a:p>
          </p:txBody>
        </p:sp>
        <p:cxnSp>
          <p:nvCxnSpPr>
            <p:cNvPr id="25" name="Straight Connector 24">
              <a:extLst>
                <a:ext uri="{FF2B5EF4-FFF2-40B4-BE49-F238E27FC236}">
                  <a16:creationId xmlns:a16="http://schemas.microsoft.com/office/drawing/2014/main" id="{DBA47127-1CA2-C945-9F12-07114230EB74}"/>
                </a:ext>
              </a:extLst>
            </p:cNvPr>
            <p:cNvCxnSpPr>
              <a:cxnSpLocks/>
            </p:cNvCxnSpPr>
            <p:nvPr/>
          </p:nvCxnSpPr>
          <p:spPr>
            <a:xfrm flipV="1">
              <a:off x="5901847" y="4749453"/>
              <a:ext cx="0" cy="1338196"/>
            </a:xfrm>
            <a:prstGeom prst="line">
              <a:avLst/>
            </a:prstGeom>
            <a:ln w="12700">
              <a:solidFill>
                <a:srgbClr val="0000A8"/>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6958278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dissolve">
                                      <p:cBhvr>
                                        <p:cTn id="7" dur="500"/>
                                        <p:tgtEl>
                                          <p:spTgt spid="3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8"/>
                                        </p:tgtEl>
                                        <p:attrNameLst>
                                          <p:attrName>style.visibility</p:attrName>
                                        </p:attrNameLst>
                                      </p:cBhvr>
                                      <p:to>
                                        <p:strVal val="visible"/>
                                      </p:to>
                                    </p:set>
                                    <p:animEffect transition="in" filter="dissolve">
                                      <p:cBhvr>
                                        <p:cTn id="12" dur="500"/>
                                        <p:tgtEl>
                                          <p:spTgt spid="2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9"/>
                                        </p:tgtEl>
                                        <p:attrNameLst>
                                          <p:attrName>style.visibility</p:attrName>
                                        </p:attrNameLst>
                                      </p:cBhvr>
                                      <p:to>
                                        <p:strVal val="visible"/>
                                      </p:to>
                                    </p:set>
                                    <p:animEffect transition="in" filter="dissolve">
                                      <p:cBhvr>
                                        <p:cTn id="17" dur="500"/>
                                        <p:tgtEl>
                                          <p:spTgt spid="2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0"/>
                                        </p:tgtEl>
                                        <p:attrNameLst>
                                          <p:attrName>style.visibility</p:attrName>
                                        </p:attrNameLst>
                                      </p:cBhvr>
                                      <p:to>
                                        <p:strVal val="visible"/>
                                      </p:to>
                                    </p:set>
                                    <p:animEffect transition="in" filter="dissolve">
                                      <p:cBhvr>
                                        <p:cTn id="2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CE544A75-190C-D540-8EFD-BF5721DA6B9A}"/>
              </a:ext>
            </a:extLst>
          </p:cNvPr>
          <p:cNvSpPr>
            <a:spLocks noGrp="1"/>
          </p:cNvSpPr>
          <p:nvPr>
            <p:ph type="title"/>
          </p:nvPr>
        </p:nvSpPr>
        <p:spPr/>
        <p:txBody>
          <a:bodyPr/>
          <a:lstStyle/>
          <a:p>
            <a:r>
              <a:rPr lang="en-US" dirty="0"/>
              <a:t>Bellman-Ford Example</a:t>
            </a:r>
          </a:p>
        </p:txBody>
      </p:sp>
      <p:sp>
        <p:nvSpPr>
          <p:cNvPr id="5" name="Slide Number Placeholder 4">
            <a:extLst>
              <a:ext uri="{FF2B5EF4-FFF2-40B4-BE49-F238E27FC236}">
                <a16:creationId xmlns:a16="http://schemas.microsoft.com/office/drawing/2014/main" id="{99B8655F-134F-9941-B2F1-519DACDBD5AE}"/>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49</a:t>
            </a:fld>
            <a:endParaRPr lang="en-US" dirty="0">
              <a:solidFill>
                <a:prstClr val="white">
                  <a:lumMod val="50000"/>
                </a:prstClr>
              </a:solidFill>
            </a:endParaRPr>
          </a:p>
        </p:txBody>
      </p:sp>
      <p:sp>
        <p:nvSpPr>
          <p:cNvPr id="101" name="Freeform 4">
            <a:extLst>
              <a:ext uri="{FF2B5EF4-FFF2-40B4-BE49-F238E27FC236}">
                <a16:creationId xmlns:a16="http://schemas.microsoft.com/office/drawing/2014/main" id="{B3361BDC-FC6E-7D45-AF3A-D0E68A57BA18}"/>
              </a:ext>
            </a:extLst>
          </p:cNvPr>
          <p:cNvSpPr>
            <a:spLocks/>
          </p:cNvSpPr>
          <p:nvPr/>
        </p:nvSpPr>
        <p:spPr bwMode="auto">
          <a:xfrm>
            <a:off x="1464895" y="2577601"/>
            <a:ext cx="3571875" cy="2236788"/>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02" name="Freeform 5">
            <a:extLst>
              <a:ext uri="{FF2B5EF4-FFF2-40B4-BE49-F238E27FC236}">
                <a16:creationId xmlns:a16="http://schemas.microsoft.com/office/drawing/2014/main" id="{EB384ECE-A843-C347-B24C-9E275CEAC2CD}"/>
              </a:ext>
            </a:extLst>
          </p:cNvPr>
          <p:cNvSpPr>
            <a:spLocks/>
          </p:cNvSpPr>
          <p:nvPr/>
        </p:nvSpPr>
        <p:spPr bwMode="auto">
          <a:xfrm>
            <a:off x="1974545" y="3431326"/>
            <a:ext cx="542925" cy="295275"/>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03" name="Oval 6">
            <a:extLst>
              <a:ext uri="{FF2B5EF4-FFF2-40B4-BE49-F238E27FC236}">
                <a16:creationId xmlns:a16="http://schemas.microsoft.com/office/drawing/2014/main" id="{AB39D95A-2416-9A44-A4A8-038FB65B4DCD}"/>
              </a:ext>
            </a:extLst>
          </p:cNvPr>
          <p:cNvSpPr>
            <a:spLocks noChangeArrowheads="1"/>
          </p:cNvSpPr>
          <p:nvPr/>
        </p:nvSpPr>
        <p:spPr bwMode="auto">
          <a:xfrm>
            <a:off x="1561795" y="381550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04" name="Line 7">
            <a:extLst>
              <a:ext uri="{FF2B5EF4-FFF2-40B4-BE49-F238E27FC236}">
                <a16:creationId xmlns:a16="http://schemas.microsoft.com/office/drawing/2014/main" id="{E78BA6E9-D2DE-3B4C-B8F0-0B60FECF113C}"/>
              </a:ext>
            </a:extLst>
          </p:cNvPr>
          <p:cNvSpPr>
            <a:spLocks noChangeShapeType="1"/>
          </p:cNvSpPr>
          <p:nvPr/>
        </p:nvSpPr>
        <p:spPr bwMode="auto">
          <a:xfrm>
            <a:off x="1561795" y="380438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05" name="Line 8">
            <a:extLst>
              <a:ext uri="{FF2B5EF4-FFF2-40B4-BE49-F238E27FC236}">
                <a16:creationId xmlns:a16="http://schemas.microsoft.com/office/drawing/2014/main" id="{A0D47CD4-5213-7747-B8ED-B82CB1DF3F26}"/>
              </a:ext>
            </a:extLst>
          </p:cNvPr>
          <p:cNvSpPr>
            <a:spLocks noChangeShapeType="1"/>
          </p:cNvSpPr>
          <p:nvPr/>
        </p:nvSpPr>
        <p:spPr bwMode="auto">
          <a:xfrm>
            <a:off x="2058683" y="380438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06" name="Rectangle 9">
            <a:extLst>
              <a:ext uri="{FF2B5EF4-FFF2-40B4-BE49-F238E27FC236}">
                <a16:creationId xmlns:a16="http://schemas.microsoft.com/office/drawing/2014/main" id="{9CC7A1F3-7121-9A4D-8ED5-61BE06416511}"/>
              </a:ext>
            </a:extLst>
          </p:cNvPr>
          <p:cNvSpPr>
            <a:spLocks noChangeArrowheads="1"/>
          </p:cNvSpPr>
          <p:nvPr/>
        </p:nvSpPr>
        <p:spPr bwMode="auto">
          <a:xfrm>
            <a:off x="1561795" y="380438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107" name="Oval 10">
            <a:extLst>
              <a:ext uri="{FF2B5EF4-FFF2-40B4-BE49-F238E27FC236}">
                <a16:creationId xmlns:a16="http://schemas.microsoft.com/office/drawing/2014/main" id="{942A74E2-4B12-2844-8247-4DD1081A42A8}"/>
              </a:ext>
            </a:extLst>
          </p:cNvPr>
          <p:cNvSpPr>
            <a:spLocks noChangeArrowheads="1"/>
          </p:cNvSpPr>
          <p:nvPr/>
        </p:nvSpPr>
        <p:spPr bwMode="auto">
          <a:xfrm>
            <a:off x="1557033" y="371072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23" name="Oval 26">
            <a:extLst>
              <a:ext uri="{FF2B5EF4-FFF2-40B4-BE49-F238E27FC236}">
                <a16:creationId xmlns:a16="http://schemas.microsoft.com/office/drawing/2014/main" id="{74166FED-9DB6-AE4B-B5E4-19FFE33242C9}"/>
              </a:ext>
            </a:extLst>
          </p:cNvPr>
          <p:cNvSpPr>
            <a:spLocks noChangeArrowheads="1"/>
          </p:cNvSpPr>
          <p:nvPr/>
        </p:nvSpPr>
        <p:spPr bwMode="auto">
          <a:xfrm>
            <a:off x="3408058" y="442510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24" name="Line 27">
            <a:extLst>
              <a:ext uri="{FF2B5EF4-FFF2-40B4-BE49-F238E27FC236}">
                <a16:creationId xmlns:a16="http://schemas.microsoft.com/office/drawing/2014/main" id="{69186391-9606-034D-9306-C735925D8202}"/>
              </a:ext>
            </a:extLst>
          </p:cNvPr>
          <p:cNvSpPr>
            <a:spLocks noChangeShapeType="1"/>
          </p:cNvSpPr>
          <p:nvPr/>
        </p:nvSpPr>
        <p:spPr bwMode="auto">
          <a:xfrm>
            <a:off x="3408058" y="441398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25" name="Line 28">
            <a:extLst>
              <a:ext uri="{FF2B5EF4-FFF2-40B4-BE49-F238E27FC236}">
                <a16:creationId xmlns:a16="http://schemas.microsoft.com/office/drawing/2014/main" id="{75BB6334-D1C4-D94A-BA99-4367AA958123}"/>
              </a:ext>
            </a:extLst>
          </p:cNvPr>
          <p:cNvSpPr>
            <a:spLocks noChangeShapeType="1"/>
          </p:cNvSpPr>
          <p:nvPr/>
        </p:nvSpPr>
        <p:spPr bwMode="auto">
          <a:xfrm>
            <a:off x="3904945" y="441398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26" name="Rectangle 29">
            <a:extLst>
              <a:ext uri="{FF2B5EF4-FFF2-40B4-BE49-F238E27FC236}">
                <a16:creationId xmlns:a16="http://schemas.microsoft.com/office/drawing/2014/main" id="{4D831A84-D0A6-2A4D-89B7-0B39B1BD83E9}"/>
              </a:ext>
            </a:extLst>
          </p:cNvPr>
          <p:cNvSpPr>
            <a:spLocks noChangeArrowheads="1"/>
          </p:cNvSpPr>
          <p:nvPr/>
        </p:nvSpPr>
        <p:spPr bwMode="auto">
          <a:xfrm>
            <a:off x="3408058" y="441398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127" name="Oval 30">
            <a:extLst>
              <a:ext uri="{FF2B5EF4-FFF2-40B4-BE49-F238E27FC236}">
                <a16:creationId xmlns:a16="http://schemas.microsoft.com/office/drawing/2014/main" id="{D0D42B8D-5E2B-7841-A6D2-30BC21485C1D}"/>
              </a:ext>
            </a:extLst>
          </p:cNvPr>
          <p:cNvSpPr>
            <a:spLocks noChangeArrowheads="1"/>
          </p:cNvSpPr>
          <p:nvPr/>
        </p:nvSpPr>
        <p:spPr bwMode="auto">
          <a:xfrm>
            <a:off x="3403295" y="432032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28" name="Oval 31">
            <a:extLst>
              <a:ext uri="{FF2B5EF4-FFF2-40B4-BE49-F238E27FC236}">
                <a16:creationId xmlns:a16="http://schemas.microsoft.com/office/drawing/2014/main" id="{12DF998B-81DA-CA49-8C5F-CC780FA09A5F}"/>
              </a:ext>
            </a:extLst>
          </p:cNvPr>
          <p:cNvSpPr>
            <a:spLocks noChangeArrowheads="1"/>
          </p:cNvSpPr>
          <p:nvPr/>
        </p:nvSpPr>
        <p:spPr bwMode="auto">
          <a:xfrm>
            <a:off x="4304995" y="3883763"/>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29" name="Line 32">
            <a:extLst>
              <a:ext uri="{FF2B5EF4-FFF2-40B4-BE49-F238E27FC236}">
                <a16:creationId xmlns:a16="http://schemas.microsoft.com/office/drawing/2014/main" id="{0931E746-EEC9-4149-B22C-B128CADA6621}"/>
              </a:ext>
            </a:extLst>
          </p:cNvPr>
          <p:cNvSpPr>
            <a:spLocks noChangeShapeType="1"/>
          </p:cNvSpPr>
          <p:nvPr/>
        </p:nvSpPr>
        <p:spPr bwMode="auto">
          <a:xfrm>
            <a:off x="4304995" y="3872651"/>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0" name="Line 33">
            <a:extLst>
              <a:ext uri="{FF2B5EF4-FFF2-40B4-BE49-F238E27FC236}">
                <a16:creationId xmlns:a16="http://schemas.microsoft.com/office/drawing/2014/main" id="{18A78410-02D9-124E-8247-E082F13220BE}"/>
              </a:ext>
            </a:extLst>
          </p:cNvPr>
          <p:cNvSpPr>
            <a:spLocks noChangeShapeType="1"/>
          </p:cNvSpPr>
          <p:nvPr/>
        </p:nvSpPr>
        <p:spPr bwMode="auto">
          <a:xfrm>
            <a:off x="4801883" y="3872651"/>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1" name="Rectangle 34">
            <a:extLst>
              <a:ext uri="{FF2B5EF4-FFF2-40B4-BE49-F238E27FC236}">
                <a16:creationId xmlns:a16="http://schemas.microsoft.com/office/drawing/2014/main" id="{200B969E-4AA3-A14C-AF42-EAA87444EF6D}"/>
              </a:ext>
            </a:extLst>
          </p:cNvPr>
          <p:cNvSpPr>
            <a:spLocks noChangeArrowheads="1"/>
          </p:cNvSpPr>
          <p:nvPr/>
        </p:nvSpPr>
        <p:spPr bwMode="auto">
          <a:xfrm>
            <a:off x="4304995" y="3872651"/>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132" name="Oval 35">
            <a:extLst>
              <a:ext uri="{FF2B5EF4-FFF2-40B4-BE49-F238E27FC236}">
                <a16:creationId xmlns:a16="http://schemas.microsoft.com/office/drawing/2014/main" id="{79F8363D-C882-3044-8464-7FCFFC28C2B2}"/>
              </a:ext>
            </a:extLst>
          </p:cNvPr>
          <p:cNvSpPr>
            <a:spLocks noChangeArrowheads="1"/>
          </p:cNvSpPr>
          <p:nvPr/>
        </p:nvSpPr>
        <p:spPr bwMode="auto">
          <a:xfrm>
            <a:off x="4300233" y="3778988"/>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3" name="Freeform 36">
            <a:extLst>
              <a:ext uri="{FF2B5EF4-FFF2-40B4-BE49-F238E27FC236}">
                <a16:creationId xmlns:a16="http://schemas.microsoft.com/office/drawing/2014/main" id="{C5ED50C5-F56B-144B-B077-B4B2FEDC3660}"/>
              </a:ext>
            </a:extLst>
          </p:cNvPr>
          <p:cNvSpPr>
            <a:spLocks/>
          </p:cNvSpPr>
          <p:nvPr/>
        </p:nvSpPr>
        <p:spPr bwMode="auto">
          <a:xfrm>
            <a:off x="3655708" y="3474188"/>
            <a:ext cx="1588" cy="828675"/>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4" name="Freeform 37">
            <a:extLst>
              <a:ext uri="{FF2B5EF4-FFF2-40B4-BE49-F238E27FC236}">
                <a16:creationId xmlns:a16="http://schemas.microsoft.com/office/drawing/2014/main" id="{A19ED863-F302-4C4B-BF32-9ED18D75863D}"/>
              </a:ext>
            </a:extLst>
          </p:cNvPr>
          <p:cNvSpPr>
            <a:spLocks/>
          </p:cNvSpPr>
          <p:nvPr/>
        </p:nvSpPr>
        <p:spPr bwMode="auto">
          <a:xfrm>
            <a:off x="2555570" y="3483713"/>
            <a:ext cx="1588" cy="852488"/>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5" name="Freeform 38">
            <a:extLst>
              <a:ext uri="{FF2B5EF4-FFF2-40B4-BE49-F238E27FC236}">
                <a16:creationId xmlns:a16="http://schemas.microsoft.com/office/drawing/2014/main" id="{6BF3134C-2B3E-1548-AB3D-A3BDFF4F4A5C}"/>
              </a:ext>
            </a:extLst>
          </p:cNvPr>
          <p:cNvSpPr>
            <a:spLocks/>
          </p:cNvSpPr>
          <p:nvPr/>
        </p:nvSpPr>
        <p:spPr bwMode="auto">
          <a:xfrm>
            <a:off x="2817508" y="3459901"/>
            <a:ext cx="800100" cy="952500"/>
          </a:xfrm>
          <a:custGeom>
            <a:avLst/>
            <a:gdLst>
              <a:gd name="T0" fmla="*/ 0 w 378"/>
              <a:gd name="T1" fmla="*/ 11993521 h 174"/>
              <a:gd name="T2" fmla="*/ 5035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6" name="Freeform 39">
            <a:extLst>
              <a:ext uri="{FF2B5EF4-FFF2-40B4-BE49-F238E27FC236}">
                <a16:creationId xmlns:a16="http://schemas.microsoft.com/office/drawing/2014/main" id="{C6245707-E1A1-D049-ABCA-63F805299AF1}"/>
              </a:ext>
            </a:extLst>
          </p:cNvPr>
          <p:cNvSpPr>
            <a:spLocks/>
          </p:cNvSpPr>
          <p:nvPr/>
        </p:nvSpPr>
        <p:spPr bwMode="auto">
          <a:xfrm>
            <a:off x="3908120" y="4012351"/>
            <a:ext cx="581025" cy="428625"/>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7" name="Freeform 40">
            <a:extLst>
              <a:ext uri="{FF2B5EF4-FFF2-40B4-BE49-F238E27FC236}">
                <a16:creationId xmlns:a16="http://schemas.microsoft.com/office/drawing/2014/main" id="{4B76FA55-0E59-6C45-8AD8-BE40BC0A5648}"/>
              </a:ext>
            </a:extLst>
          </p:cNvPr>
          <p:cNvSpPr>
            <a:spLocks/>
          </p:cNvSpPr>
          <p:nvPr/>
        </p:nvSpPr>
        <p:spPr bwMode="auto">
          <a:xfrm>
            <a:off x="2827033" y="4460026"/>
            <a:ext cx="581025" cy="1588"/>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8" name="Freeform 41">
            <a:extLst>
              <a:ext uri="{FF2B5EF4-FFF2-40B4-BE49-F238E27FC236}">
                <a16:creationId xmlns:a16="http://schemas.microsoft.com/office/drawing/2014/main" id="{478F5CA3-540D-704B-A0A9-843221692BFB}"/>
              </a:ext>
            </a:extLst>
          </p:cNvPr>
          <p:cNvSpPr>
            <a:spLocks/>
          </p:cNvSpPr>
          <p:nvPr/>
        </p:nvSpPr>
        <p:spPr bwMode="auto">
          <a:xfrm>
            <a:off x="1888820" y="3945676"/>
            <a:ext cx="438150" cy="419100"/>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9" name="Freeform 42">
            <a:extLst>
              <a:ext uri="{FF2B5EF4-FFF2-40B4-BE49-F238E27FC236}">
                <a16:creationId xmlns:a16="http://schemas.microsoft.com/office/drawing/2014/main" id="{09441A01-DB3D-8849-9E6E-B61A9E1DF7A5}"/>
              </a:ext>
            </a:extLst>
          </p:cNvPr>
          <p:cNvSpPr>
            <a:spLocks/>
          </p:cNvSpPr>
          <p:nvPr/>
        </p:nvSpPr>
        <p:spPr bwMode="auto">
          <a:xfrm>
            <a:off x="2817508" y="3364651"/>
            <a:ext cx="581025" cy="1588"/>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40" name="Freeform 43">
            <a:extLst>
              <a:ext uri="{FF2B5EF4-FFF2-40B4-BE49-F238E27FC236}">
                <a16:creationId xmlns:a16="http://schemas.microsoft.com/office/drawing/2014/main" id="{FFD32857-C28D-9847-80E0-9E7FFFB0893C}"/>
              </a:ext>
            </a:extLst>
          </p:cNvPr>
          <p:cNvSpPr>
            <a:spLocks/>
          </p:cNvSpPr>
          <p:nvPr/>
        </p:nvSpPr>
        <p:spPr bwMode="auto">
          <a:xfrm>
            <a:off x="3889070" y="3359888"/>
            <a:ext cx="628650" cy="423863"/>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41" name="Freeform 44">
            <a:extLst>
              <a:ext uri="{FF2B5EF4-FFF2-40B4-BE49-F238E27FC236}">
                <a16:creationId xmlns:a16="http://schemas.microsoft.com/office/drawing/2014/main" id="{95317AFD-8425-9047-82D2-5C53D86FC4B1}"/>
              </a:ext>
            </a:extLst>
          </p:cNvPr>
          <p:cNvSpPr>
            <a:spLocks/>
          </p:cNvSpPr>
          <p:nvPr/>
        </p:nvSpPr>
        <p:spPr bwMode="auto">
          <a:xfrm>
            <a:off x="1798333" y="2678851"/>
            <a:ext cx="1762125" cy="1023938"/>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142" name="Group 45">
            <a:extLst>
              <a:ext uri="{FF2B5EF4-FFF2-40B4-BE49-F238E27FC236}">
                <a16:creationId xmlns:a16="http://schemas.microsoft.com/office/drawing/2014/main" id="{8EA0B5C0-FA92-A244-9016-9BA3D6889A5F}"/>
              </a:ext>
            </a:extLst>
          </p:cNvPr>
          <p:cNvGrpSpPr>
            <a:grpSpLocks/>
          </p:cNvGrpSpPr>
          <p:nvPr/>
        </p:nvGrpSpPr>
        <p:grpSpPr bwMode="auto">
          <a:xfrm>
            <a:off x="1639583" y="3628176"/>
            <a:ext cx="325438" cy="396875"/>
            <a:chOff x="2954" y="2425"/>
            <a:chExt cx="208" cy="250"/>
          </a:xfrm>
        </p:grpSpPr>
        <p:sp>
          <p:nvSpPr>
            <p:cNvPr id="168" name="Rectangle 46">
              <a:extLst>
                <a:ext uri="{FF2B5EF4-FFF2-40B4-BE49-F238E27FC236}">
                  <a16:creationId xmlns:a16="http://schemas.microsoft.com/office/drawing/2014/main" id="{F6376756-4852-A74B-A929-795C12362D03}"/>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69" name="Text Box 47">
              <a:extLst>
                <a:ext uri="{FF2B5EF4-FFF2-40B4-BE49-F238E27FC236}">
                  <a16:creationId xmlns:a16="http://schemas.microsoft.com/office/drawing/2014/main" id="{8D21A96D-93CD-CC4E-9802-65B183FC94A2}"/>
                </a:ext>
              </a:extLst>
            </p:cNvPr>
            <p:cNvSpPr txBox="1">
              <a:spLocks noChangeArrowheads="1"/>
            </p:cNvSpPr>
            <p:nvPr/>
          </p:nvSpPr>
          <p:spPr bwMode="auto">
            <a:xfrm>
              <a:off x="2954" y="2425"/>
              <a:ext cx="20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u</a:t>
              </a:r>
              <a:endParaRPr lang="en-US" kern="0" dirty="0">
                <a:solidFill>
                  <a:srgbClr val="000000"/>
                </a:solidFill>
              </a:endParaRPr>
            </a:p>
          </p:txBody>
        </p:sp>
      </p:grpSp>
      <p:grpSp>
        <p:nvGrpSpPr>
          <p:cNvPr id="143" name="Group 48">
            <a:extLst>
              <a:ext uri="{FF2B5EF4-FFF2-40B4-BE49-F238E27FC236}">
                <a16:creationId xmlns:a16="http://schemas.microsoft.com/office/drawing/2014/main" id="{BAEC1726-7585-D84C-8544-8B19570BB0D1}"/>
              </a:ext>
            </a:extLst>
          </p:cNvPr>
          <p:cNvGrpSpPr>
            <a:grpSpLocks/>
          </p:cNvGrpSpPr>
          <p:nvPr/>
        </p:nvGrpSpPr>
        <p:grpSpPr bwMode="auto">
          <a:xfrm>
            <a:off x="3503308" y="4237776"/>
            <a:ext cx="311150" cy="396875"/>
            <a:chOff x="2958" y="2425"/>
            <a:chExt cx="199" cy="250"/>
          </a:xfrm>
        </p:grpSpPr>
        <p:sp>
          <p:nvSpPr>
            <p:cNvPr id="166" name="Rectangle 49">
              <a:extLst>
                <a:ext uri="{FF2B5EF4-FFF2-40B4-BE49-F238E27FC236}">
                  <a16:creationId xmlns:a16="http://schemas.microsoft.com/office/drawing/2014/main" id="{30D6A47E-3051-2642-B778-56D0A6ADF6C5}"/>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67" name="Text Box 50">
              <a:extLst>
                <a:ext uri="{FF2B5EF4-FFF2-40B4-BE49-F238E27FC236}">
                  <a16:creationId xmlns:a16="http://schemas.microsoft.com/office/drawing/2014/main" id="{657B88CD-80B6-9149-A47C-0E4E47210BDB}"/>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y</a:t>
              </a:r>
              <a:endParaRPr lang="en-US" kern="0" dirty="0">
                <a:solidFill>
                  <a:srgbClr val="000000"/>
                </a:solidFill>
              </a:endParaRPr>
            </a:p>
          </p:txBody>
        </p:sp>
      </p:grpSp>
      <p:grpSp>
        <p:nvGrpSpPr>
          <p:cNvPr id="147" name="Group 60">
            <a:extLst>
              <a:ext uri="{FF2B5EF4-FFF2-40B4-BE49-F238E27FC236}">
                <a16:creationId xmlns:a16="http://schemas.microsoft.com/office/drawing/2014/main" id="{C6605578-FE95-B24F-BADA-356BBFD8BB95}"/>
              </a:ext>
            </a:extLst>
          </p:cNvPr>
          <p:cNvGrpSpPr>
            <a:grpSpLocks/>
          </p:cNvGrpSpPr>
          <p:nvPr/>
        </p:nvGrpSpPr>
        <p:grpSpPr bwMode="auto">
          <a:xfrm>
            <a:off x="4398658" y="3647226"/>
            <a:ext cx="336550" cy="457200"/>
            <a:chOff x="2949" y="2395"/>
            <a:chExt cx="214" cy="288"/>
          </a:xfrm>
        </p:grpSpPr>
        <p:sp>
          <p:nvSpPr>
            <p:cNvPr id="158" name="Rectangle 61">
              <a:extLst>
                <a:ext uri="{FF2B5EF4-FFF2-40B4-BE49-F238E27FC236}">
                  <a16:creationId xmlns:a16="http://schemas.microsoft.com/office/drawing/2014/main" id="{41CF463B-AC90-B448-AB77-AD1A2A48F0FD}"/>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59" name="Text Box 62">
              <a:extLst>
                <a:ext uri="{FF2B5EF4-FFF2-40B4-BE49-F238E27FC236}">
                  <a16:creationId xmlns:a16="http://schemas.microsoft.com/office/drawing/2014/main" id="{6948C996-9399-804D-A0BC-5489BB15AF69}"/>
                </a:ext>
              </a:extLst>
            </p:cNvPr>
            <p:cNvSpPr txBox="1">
              <a:spLocks noChangeArrowheads="1"/>
            </p:cNvSpPr>
            <p:nvPr/>
          </p:nvSpPr>
          <p:spPr bwMode="auto">
            <a:xfrm>
              <a:off x="2949" y="2395"/>
              <a:ext cx="21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kern="0" dirty="0">
                  <a:solidFill>
                    <a:srgbClr val="000000"/>
                  </a:solidFill>
                </a:rPr>
                <a:t>z</a:t>
              </a:r>
            </a:p>
          </p:txBody>
        </p:sp>
      </p:grpSp>
      <p:sp>
        <p:nvSpPr>
          <p:cNvPr id="148" name="Text Box 63">
            <a:extLst>
              <a:ext uri="{FF2B5EF4-FFF2-40B4-BE49-F238E27FC236}">
                <a16:creationId xmlns:a16="http://schemas.microsoft.com/office/drawing/2014/main" id="{5119DE63-46A3-DA49-98F8-27DCAD97989D}"/>
              </a:ext>
            </a:extLst>
          </p:cNvPr>
          <p:cNvSpPr txBox="1">
            <a:spLocks noChangeArrowheads="1"/>
          </p:cNvSpPr>
          <p:nvPr/>
        </p:nvSpPr>
        <p:spPr bwMode="auto">
          <a:xfrm>
            <a:off x="1966608" y="3348776"/>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2</a:t>
            </a:r>
            <a:endParaRPr lang="en-US" kern="0" dirty="0">
              <a:solidFill>
                <a:srgbClr val="000000"/>
              </a:solidFill>
            </a:endParaRPr>
          </a:p>
        </p:txBody>
      </p:sp>
      <p:sp>
        <p:nvSpPr>
          <p:cNvPr id="149" name="Text Box 64">
            <a:extLst>
              <a:ext uri="{FF2B5EF4-FFF2-40B4-BE49-F238E27FC236}">
                <a16:creationId xmlns:a16="http://schemas.microsoft.com/office/drawing/2014/main" id="{C6DA4233-38DD-5642-A09A-BB31A7CEF55D}"/>
              </a:ext>
            </a:extLst>
          </p:cNvPr>
          <p:cNvSpPr txBox="1">
            <a:spLocks noChangeArrowheads="1"/>
          </p:cNvSpPr>
          <p:nvPr/>
        </p:nvSpPr>
        <p:spPr bwMode="auto">
          <a:xfrm>
            <a:off x="2519058" y="3696438"/>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2</a:t>
            </a:r>
            <a:endParaRPr lang="en-US" kern="0" dirty="0">
              <a:solidFill>
                <a:srgbClr val="000000"/>
              </a:solidFill>
            </a:endParaRPr>
          </a:p>
        </p:txBody>
      </p:sp>
      <p:sp>
        <p:nvSpPr>
          <p:cNvPr id="150" name="Text Box 65">
            <a:extLst>
              <a:ext uri="{FF2B5EF4-FFF2-40B4-BE49-F238E27FC236}">
                <a16:creationId xmlns:a16="http://schemas.microsoft.com/office/drawing/2014/main" id="{6E303301-D563-6140-AA2B-70CA3406E2CA}"/>
              </a:ext>
            </a:extLst>
          </p:cNvPr>
          <p:cNvSpPr txBox="1">
            <a:spLocks noChangeArrowheads="1"/>
          </p:cNvSpPr>
          <p:nvPr/>
        </p:nvSpPr>
        <p:spPr bwMode="auto">
          <a:xfrm>
            <a:off x="1828495" y="4034576"/>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1</a:t>
            </a:r>
            <a:endParaRPr lang="en-US" kern="0" dirty="0">
              <a:solidFill>
                <a:srgbClr val="000000"/>
              </a:solidFill>
            </a:endParaRPr>
          </a:p>
        </p:txBody>
      </p:sp>
      <p:sp>
        <p:nvSpPr>
          <p:cNvPr id="151" name="Text Box 66">
            <a:extLst>
              <a:ext uri="{FF2B5EF4-FFF2-40B4-BE49-F238E27FC236}">
                <a16:creationId xmlns:a16="http://schemas.microsoft.com/office/drawing/2014/main" id="{CBC99722-8514-834D-85FC-347C82160B5B}"/>
              </a:ext>
            </a:extLst>
          </p:cNvPr>
          <p:cNvSpPr txBox="1">
            <a:spLocks noChangeArrowheads="1"/>
          </p:cNvSpPr>
          <p:nvPr/>
        </p:nvSpPr>
        <p:spPr bwMode="auto">
          <a:xfrm>
            <a:off x="3128658" y="3844076"/>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3</a:t>
            </a:r>
            <a:endParaRPr lang="en-US" kern="0" dirty="0">
              <a:solidFill>
                <a:srgbClr val="000000"/>
              </a:solidFill>
            </a:endParaRPr>
          </a:p>
        </p:txBody>
      </p:sp>
      <p:sp>
        <p:nvSpPr>
          <p:cNvPr id="152" name="Text Box 67">
            <a:extLst>
              <a:ext uri="{FF2B5EF4-FFF2-40B4-BE49-F238E27FC236}">
                <a16:creationId xmlns:a16="http://schemas.microsoft.com/office/drawing/2014/main" id="{83B046CC-9905-9C43-9054-62843B40FB2F}"/>
              </a:ext>
            </a:extLst>
          </p:cNvPr>
          <p:cNvSpPr txBox="1">
            <a:spLocks noChangeArrowheads="1"/>
          </p:cNvSpPr>
          <p:nvPr/>
        </p:nvSpPr>
        <p:spPr bwMode="auto">
          <a:xfrm>
            <a:off x="3028645" y="4406051"/>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1</a:t>
            </a:r>
            <a:endParaRPr lang="en-US" kern="0" dirty="0">
              <a:solidFill>
                <a:srgbClr val="000000"/>
              </a:solidFill>
            </a:endParaRPr>
          </a:p>
        </p:txBody>
      </p:sp>
      <p:sp>
        <p:nvSpPr>
          <p:cNvPr id="153" name="Text Box 68">
            <a:extLst>
              <a:ext uri="{FF2B5EF4-FFF2-40B4-BE49-F238E27FC236}">
                <a16:creationId xmlns:a16="http://schemas.microsoft.com/office/drawing/2014/main" id="{534112F7-D709-B040-8EB3-28DABCD693F8}"/>
              </a:ext>
            </a:extLst>
          </p:cNvPr>
          <p:cNvSpPr txBox="1">
            <a:spLocks noChangeArrowheads="1"/>
          </p:cNvSpPr>
          <p:nvPr/>
        </p:nvSpPr>
        <p:spPr bwMode="auto">
          <a:xfrm>
            <a:off x="3600145" y="3725013"/>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1</a:t>
            </a:r>
            <a:endParaRPr lang="en-US" kern="0" dirty="0">
              <a:solidFill>
                <a:srgbClr val="000000"/>
              </a:solidFill>
            </a:endParaRPr>
          </a:p>
        </p:txBody>
      </p:sp>
      <p:sp>
        <p:nvSpPr>
          <p:cNvPr id="154" name="Text Box 69">
            <a:extLst>
              <a:ext uri="{FF2B5EF4-FFF2-40B4-BE49-F238E27FC236}">
                <a16:creationId xmlns:a16="http://schemas.microsoft.com/office/drawing/2014/main" id="{23747841-C3BA-4F4A-AF0C-5509D7AD1A16}"/>
              </a:ext>
            </a:extLst>
          </p:cNvPr>
          <p:cNvSpPr txBox="1">
            <a:spLocks noChangeArrowheads="1"/>
          </p:cNvSpPr>
          <p:nvPr/>
        </p:nvSpPr>
        <p:spPr bwMode="auto">
          <a:xfrm>
            <a:off x="4171645" y="4144113"/>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2</a:t>
            </a:r>
            <a:endParaRPr lang="en-US" kern="0" dirty="0">
              <a:solidFill>
                <a:srgbClr val="000000"/>
              </a:solidFill>
            </a:endParaRPr>
          </a:p>
        </p:txBody>
      </p:sp>
      <p:sp>
        <p:nvSpPr>
          <p:cNvPr id="155" name="Text Box 70">
            <a:extLst>
              <a:ext uri="{FF2B5EF4-FFF2-40B4-BE49-F238E27FC236}">
                <a16:creationId xmlns:a16="http://schemas.microsoft.com/office/drawing/2014/main" id="{505A16BA-1B4E-2946-BF56-95BF07F6629A}"/>
              </a:ext>
            </a:extLst>
          </p:cNvPr>
          <p:cNvSpPr txBox="1">
            <a:spLocks noChangeArrowheads="1"/>
          </p:cNvSpPr>
          <p:nvPr/>
        </p:nvSpPr>
        <p:spPr bwMode="auto">
          <a:xfrm>
            <a:off x="4128783" y="3291626"/>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5</a:t>
            </a:r>
            <a:endParaRPr lang="en-US" kern="0" dirty="0">
              <a:solidFill>
                <a:srgbClr val="000000"/>
              </a:solidFill>
            </a:endParaRPr>
          </a:p>
        </p:txBody>
      </p:sp>
      <p:sp>
        <p:nvSpPr>
          <p:cNvPr id="156" name="Text Box 71">
            <a:extLst>
              <a:ext uri="{FF2B5EF4-FFF2-40B4-BE49-F238E27FC236}">
                <a16:creationId xmlns:a16="http://schemas.microsoft.com/office/drawing/2014/main" id="{629902D3-50B9-0949-B491-4ABB181418AE}"/>
              </a:ext>
            </a:extLst>
          </p:cNvPr>
          <p:cNvSpPr txBox="1">
            <a:spLocks noChangeArrowheads="1"/>
          </p:cNvSpPr>
          <p:nvPr/>
        </p:nvSpPr>
        <p:spPr bwMode="auto">
          <a:xfrm>
            <a:off x="2961970" y="3053501"/>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3</a:t>
            </a:r>
            <a:endParaRPr lang="en-US" kern="0" dirty="0">
              <a:solidFill>
                <a:srgbClr val="000000"/>
              </a:solidFill>
            </a:endParaRPr>
          </a:p>
        </p:txBody>
      </p:sp>
      <p:sp>
        <p:nvSpPr>
          <p:cNvPr id="157" name="Text Box 72">
            <a:extLst>
              <a:ext uri="{FF2B5EF4-FFF2-40B4-BE49-F238E27FC236}">
                <a16:creationId xmlns:a16="http://schemas.microsoft.com/office/drawing/2014/main" id="{165ABB11-551D-C643-B086-8CDB0076CFD6}"/>
              </a:ext>
            </a:extLst>
          </p:cNvPr>
          <p:cNvSpPr txBox="1">
            <a:spLocks noChangeArrowheads="1"/>
          </p:cNvSpPr>
          <p:nvPr/>
        </p:nvSpPr>
        <p:spPr bwMode="auto">
          <a:xfrm>
            <a:off x="2404758" y="2629638"/>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5</a:t>
            </a:r>
            <a:endParaRPr lang="en-US" kern="0" dirty="0">
              <a:solidFill>
                <a:srgbClr val="000000"/>
              </a:solidFill>
            </a:endParaRPr>
          </a:p>
        </p:txBody>
      </p:sp>
      <p:sp>
        <p:nvSpPr>
          <p:cNvPr id="170" name="Text Box 73">
            <a:extLst>
              <a:ext uri="{FF2B5EF4-FFF2-40B4-BE49-F238E27FC236}">
                <a16:creationId xmlns:a16="http://schemas.microsoft.com/office/drawing/2014/main" id="{50793FC3-EA52-8A46-B2EB-EA9264E29B97}"/>
              </a:ext>
            </a:extLst>
          </p:cNvPr>
          <p:cNvSpPr txBox="1">
            <a:spLocks noChangeArrowheads="1"/>
          </p:cNvSpPr>
          <p:nvPr/>
        </p:nvSpPr>
        <p:spPr bwMode="auto">
          <a:xfrm>
            <a:off x="826718" y="1453057"/>
            <a:ext cx="110604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0" fontAlgn="base" hangingPunct="0">
              <a:spcBef>
                <a:spcPct val="0"/>
              </a:spcBef>
              <a:spcAft>
                <a:spcPct val="0"/>
              </a:spcAft>
              <a:defRPr/>
            </a:pPr>
            <a:r>
              <a:rPr lang="en-US" sz="2800" kern="0" dirty="0">
                <a:solidFill>
                  <a:srgbClr val="000000"/>
                </a:solidFill>
                <a:latin typeface="Calibri" panose="020F0502020204030204"/>
              </a:rPr>
              <a:t>Suppose that </a:t>
            </a:r>
            <a:r>
              <a:rPr lang="en-US" sz="2800" i="1" kern="0" dirty="0">
                <a:solidFill>
                  <a:srgbClr val="000000"/>
                </a:solidFill>
                <a:latin typeface="Calibri" panose="020F0502020204030204"/>
              </a:rPr>
              <a:t>u</a:t>
            </a:r>
            <a:r>
              <a:rPr lang="en-US" sz="2800" kern="0" dirty="0">
                <a:solidFill>
                  <a:srgbClr val="000000"/>
                </a:solidFill>
                <a:latin typeface="Calibri" panose="020F0502020204030204"/>
              </a:rPr>
              <a:t>’s neighboring node</a:t>
            </a:r>
            <a:r>
              <a:rPr lang="en-US" sz="2800" i="1" kern="0" dirty="0">
                <a:solidFill>
                  <a:srgbClr val="000000"/>
                </a:solidFill>
                <a:latin typeface="Calibri" panose="020F0502020204030204"/>
              </a:rPr>
              <a:t>s, x,v,w, </a:t>
            </a:r>
            <a:r>
              <a:rPr lang="en-US" sz="2800" kern="0" dirty="0">
                <a:solidFill>
                  <a:srgbClr val="000000"/>
                </a:solidFill>
                <a:latin typeface="Calibri" panose="020F0502020204030204"/>
              </a:rPr>
              <a:t>know that for destination</a:t>
            </a:r>
            <a:r>
              <a:rPr lang="en-US" sz="2800" i="1" kern="0" dirty="0">
                <a:solidFill>
                  <a:srgbClr val="000000"/>
                </a:solidFill>
                <a:latin typeface="Calibri" panose="020F0502020204030204"/>
              </a:rPr>
              <a:t> z</a:t>
            </a:r>
            <a:r>
              <a:rPr lang="en-US" sz="2800" kern="0" dirty="0">
                <a:solidFill>
                  <a:srgbClr val="000000"/>
                </a:solidFill>
                <a:latin typeface="Calibri" panose="020F0502020204030204"/>
              </a:rPr>
              <a:t>:</a:t>
            </a:r>
          </a:p>
        </p:txBody>
      </p:sp>
      <p:grpSp>
        <p:nvGrpSpPr>
          <p:cNvPr id="198" name="Group 197">
            <a:extLst>
              <a:ext uri="{FF2B5EF4-FFF2-40B4-BE49-F238E27FC236}">
                <a16:creationId xmlns:a16="http://schemas.microsoft.com/office/drawing/2014/main" id="{B6EDB62A-BA4E-E241-91FE-0B3F85B42586}"/>
              </a:ext>
            </a:extLst>
          </p:cNvPr>
          <p:cNvGrpSpPr/>
          <p:nvPr/>
        </p:nvGrpSpPr>
        <p:grpSpPr>
          <a:xfrm>
            <a:off x="5954236" y="2228981"/>
            <a:ext cx="4331635" cy="1775026"/>
            <a:chOff x="5954236" y="2228981"/>
            <a:chExt cx="4331635" cy="1775026"/>
          </a:xfrm>
        </p:grpSpPr>
        <p:sp>
          <p:nvSpPr>
            <p:cNvPr id="171" name="Text Box 74">
              <a:extLst>
                <a:ext uri="{FF2B5EF4-FFF2-40B4-BE49-F238E27FC236}">
                  <a16:creationId xmlns:a16="http://schemas.microsoft.com/office/drawing/2014/main" id="{08AC163F-B177-6F4C-8CFD-A821A782FABB}"/>
                </a:ext>
              </a:extLst>
            </p:cNvPr>
            <p:cNvSpPr txBox="1">
              <a:spLocks noChangeArrowheads="1"/>
            </p:cNvSpPr>
            <p:nvPr/>
          </p:nvSpPr>
          <p:spPr bwMode="auto">
            <a:xfrm>
              <a:off x="6467193" y="2803678"/>
              <a:ext cx="3595856"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0" fontAlgn="base" hangingPunct="0">
                <a:spcBef>
                  <a:spcPct val="0"/>
                </a:spcBef>
                <a:spcAft>
                  <a:spcPct val="0"/>
                </a:spcAft>
                <a:defRPr/>
              </a:pPr>
              <a:r>
                <a:rPr lang="en-US" i="1" kern="0" dirty="0">
                  <a:solidFill>
                    <a:srgbClr val="000000"/>
                  </a:solidFill>
                </a:rPr>
                <a:t>D</a:t>
              </a:r>
              <a:r>
                <a:rPr lang="en-US" i="1" kern="0" baseline="-25000" dirty="0">
                  <a:solidFill>
                    <a:srgbClr val="000000"/>
                  </a:solidFill>
                </a:rPr>
                <a:t>u</a:t>
              </a:r>
              <a:r>
                <a:rPr lang="en-US" i="1" kern="0" dirty="0">
                  <a:solidFill>
                    <a:srgbClr val="000000"/>
                  </a:solidFill>
                </a:rPr>
                <a:t>(z) </a:t>
              </a:r>
              <a:r>
                <a:rPr lang="en-US" kern="0" dirty="0">
                  <a:solidFill>
                    <a:srgbClr val="000000"/>
                  </a:solidFill>
                </a:rPr>
                <a:t>= min { </a:t>
              </a:r>
              <a:r>
                <a:rPr lang="en-US" i="1" kern="0" dirty="0">
                  <a:solidFill>
                    <a:srgbClr val="000000"/>
                  </a:solidFill>
                </a:rPr>
                <a:t>c</a:t>
              </a:r>
              <a:r>
                <a:rPr lang="en-US" i="1" kern="0" baseline="-25000" dirty="0">
                  <a:solidFill>
                    <a:srgbClr val="000000"/>
                  </a:solidFill>
                </a:rPr>
                <a:t>u,v </a:t>
              </a:r>
              <a:r>
                <a:rPr lang="en-US" i="1" kern="0" dirty="0">
                  <a:solidFill>
                    <a:srgbClr val="000000"/>
                  </a:solidFill>
                </a:rPr>
                <a:t>+ D</a:t>
              </a:r>
              <a:r>
                <a:rPr lang="en-US" i="1" kern="0" baseline="-25000" dirty="0">
                  <a:solidFill>
                    <a:srgbClr val="000000"/>
                  </a:solidFill>
                </a:rPr>
                <a:t>v</a:t>
              </a:r>
              <a:r>
                <a:rPr lang="en-US" i="1" kern="0" dirty="0">
                  <a:solidFill>
                    <a:srgbClr val="000000"/>
                  </a:solidFill>
                </a:rPr>
                <a:t>(z),</a:t>
              </a:r>
            </a:p>
            <a:p>
              <a:pPr eaLnBrk="0" fontAlgn="base" hangingPunct="0">
                <a:spcBef>
                  <a:spcPct val="0"/>
                </a:spcBef>
                <a:spcAft>
                  <a:spcPct val="0"/>
                </a:spcAft>
                <a:defRPr/>
              </a:pPr>
              <a:r>
                <a:rPr lang="en-US" i="1" kern="0" dirty="0">
                  <a:solidFill>
                    <a:srgbClr val="000000"/>
                  </a:solidFill>
                </a:rPr>
                <a:t>                    c</a:t>
              </a:r>
              <a:r>
                <a:rPr lang="en-US" i="1" kern="0" baseline="-25000" dirty="0">
                  <a:solidFill>
                    <a:srgbClr val="000000"/>
                  </a:solidFill>
                </a:rPr>
                <a:t>u,x </a:t>
              </a:r>
              <a:r>
                <a:rPr lang="en-US" i="1" kern="0" dirty="0">
                  <a:solidFill>
                    <a:srgbClr val="000000"/>
                  </a:solidFill>
                </a:rPr>
                <a:t>+ D</a:t>
              </a:r>
              <a:r>
                <a:rPr lang="en-US" i="1" kern="0" baseline="-25000" dirty="0">
                  <a:solidFill>
                    <a:srgbClr val="000000"/>
                  </a:solidFill>
                </a:rPr>
                <a:t>x</a:t>
              </a:r>
              <a:r>
                <a:rPr lang="en-US" i="1" kern="0" dirty="0">
                  <a:solidFill>
                    <a:srgbClr val="000000"/>
                  </a:solidFill>
                </a:rPr>
                <a:t>(z),</a:t>
              </a:r>
            </a:p>
            <a:p>
              <a:pPr eaLnBrk="0" fontAlgn="base" hangingPunct="0">
                <a:spcBef>
                  <a:spcPct val="0"/>
                </a:spcBef>
                <a:spcAft>
                  <a:spcPct val="0"/>
                </a:spcAft>
                <a:defRPr/>
              </a:pPr>
              <a:r>
                <a:rPr lang="en-US" i="1" kern="0" dirty="0">
                  <a:solidFill>
                    <a:srgbClr val="000000"/>
                  </a:solidFill>
                </a:rPr>
                <a:t>                    c</a:t>
              </a:r>
              <a:r>
                <a:rPr lang="en-US" i="1" kern="0" baseline="-25000" dirty="0">
                  <a:solidFill>
                    <a:srgbClr val="000000"/>
                  </a:solidFill>
                </a:rPr>
                <a:t>u,w </a:t>
              </a:r>
              <a:r>
                <a:rPr lang="en-US" i="1" kern="0" dirty="0">
                  <a:solidFill>
                    <a:srgbClr val="000000"/>
                  </a:solidFill>
                </a:rPr>
                <a:t>+ D</a:t>
              </a:r>
              <a:r>
                <a:rPr lang="en-US" i="1" kern="0" baseline="-25000" dirty="0">
                  <a:solidFill>
                    <a:srgbClr val="000000"/>
                  </a:solidFill>
                </a:rPr>
                <a:t>w</a:t>
              </a:r>
              <a:r>
                <a:rPr lang="en-US" i="1" kern="0" dirty="0">
                  <a:solidFill>
                    <a:srgbClr val="000000"/>
                  </a:solidFill>
                </a:rPr>
                <a:t>(z) </a:t>
              </a:r>
              <a:r>
                <a:rPr lang="en-US" kern="0" dirty="0">
                  <a:solidFill>
                    <a:srgbClr val="000000"/>
                  </a:solidFill>
                </a:rPr>
                <a:t>}</a:t>
              </a:r>
            </a:p>
          </p:txBody>
        </p:sp>
        <p:sp>
          <p:nvSpPr>
            <p:cNvPr id="173" name="Text Box 76">
              <a:extLst>
                <a:ext uri="{FF2B5EF4-FFF2-40B4-BE49-F238E27FC236}">
                  <a16:creationId xmlns:a16="http://schemas.microsoft.com/office/drawing/2014/main" id="{75683FA0-BB30-1143-8370-A231590ECC6F}"/>
                </a:ext>
              </a:extLst>
            </p:cNvPr>
            <p:cNvSpPr txBox="1">
              <a:spLocks noChangeArrowheads="1"/>
            </p:cNvSpPr>
            <p:nvPr/>
          </p:nvSpPr>
          <p:spPr bwMode="auto">
            <a:xfrm>
              <a:off x="5954236" y="2228981"/>
              <a:ext cx="433163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0" fontAlgn="base" hangingPunct="0">
                <a:spcBef>
                  <a:spcPct val="0"/>
                </a:spcBef>
                <a:spcAft>
                  <a:spcPct val="0"/>
                </a:spcAft>
                <a:defRPr/>
              </a:pPr>
              <a:r>
                <a:rPr lang="en-US" sz="2800" kern="0" dirty="0">
                  <a:solidFill>
                    <a:srgbClr val="000000"/>
                  </a:solidFill>
                  <a:latin typeface="Calibri" panose="020F0502020204030204"/>
                </a:rPr>
                <a:t>Bellman-Ford equation says:</a:t>
              </a:r>
            </a:p>
          </p:txBody>
        </p:sp>
      </p:grpSp>
      <p:sp>
        <p:nvSpPr>
          <p:cNvPr id="11" name="Oval 10">
            <a:extLst>
              <a:ext uri="{FF2B5EF4-FFF2-40B4-BE49-F238E27FC236}">
                <a16:creationId xmlns:a16="http://schemas.microsoft.com/office/drawing/2014/main" id="{D0322153-8ADE-0E45-A262-AA9A6F947B78}"/>
              </a:ext>
            </a:extLst>
          </p:cNvPr>
          <p:cNvSpPr/>
          <p:nvPr/>
        </p:nvSpPr>
        <p:spPr>
          <a:xfrm>
            <a:off x="1490598" y="3507287"/>
            <a:ext cx="613776" cy="613776"/>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19" name="Group 18">
            <a:extLst>
              <a:ext uri="{FF2B5EF4-FFF2-40B4-BE49-F238E27FC236}">
                <a16:creationId xmlns:a16="http://schemas.microsoft.com/office/drawing/2014/main" id="{05CDC77B-12CB-3641-B097-13A93B9A5519}"/>
              </a:ext>
            </a:extLst>
          </p:cNvPr>
          <p:cNvGrpSpPr/>
          <p:nvPr/>
        </p:nvGrpSpPr>
        <p:grpSpPr>
          <a:xfrm>
            <a:off x="764088" y="2192055"/>
            <a:ext cx="1691013" cy="1127342"/>
            <a:chOff x="764088" y="2192055"/>
            <a:chExt cx="1691013" cy="1127342"/>
          </a:xfrm>
        </p:grpSpPr>
        <p:sp>
          <p:nvSpPr>
            <p:cNvPr id="17" name="Freeform 16">
              <a:extLst>
                <a:ext uri="{FF2B5EF4-FFF2-40B4-BE49-F238E27FC236}">
                  <a16:creationId xmlns:a16="http://schemas.microsoft.com/office/drawing/2014/main" id="{2F6815DA-1947-6340-8445-6A386E65C0A9}"/>
                </a:ext>
              </a:extLst>
            </p:cNvPr>
            <p:cNvSpPr/>
            <p:nvPr/>
          </p:nvSpPr>
          <p:spPr>
            <a:xfrm>
              <a:off x="851770" y="2630466"/>
              <a:ext cx="1603331" cy="688931"/>
            </a:xfrm>
            <a:custGeom>
              <a:avLst/>
              <a:gdLst>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3331" h="688931">
                  <a:moveTo>
                    <a:pt x="1603331" y="626301"/>
                  </a:moveTo>
                  <a:lnTo>
                    <a:pt x="1453019" y="688931"/>
                  </a:lnTo>
                  <a:cubicBezTo>
                    <a:pt x="1028055" y="405848"/>
                    <a:pt x="858413" y="306834"/>
                    <a:pt x="0" y="0"/>
                  </a:cubicBezTo>
                  <a:lnTo>
                    <a:pt x="1240077" y="0"/>
                  </a:lnTo>
                  <a:cubicBezTo>
                    <a:pt x="1367100" y="327520"/>
                    <a:pt x="1416932" y="417534"/>
                    <a:pt x="1603331" y="626301"/>
                  </a:cubicBezTo>
                  <a:close/>
                </a:path>
              </a:pathLst>
            </a:custGeom>
            <a:gradFill>
              <a:gsLst>
                <a:gs pos="0">
                  <a:schemeClr val="bg1"/>
                </a:gs>
                <a:gs pos="98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18" name="Group 17">
              <a:extLst>
                <a:ext uri="{FF2B5EF4-FFF2-40B4-BE49-F238E27FC236}">
                  <a16:creationId xmlns:a16="http://schemas.microsoft.com/office/drawing/2014/main" id="{B6668ED3-D130-3D45-B084-001DB41CD429}"/>
                </a:ext>
              </a:extLst>
            </p:cNvPr>
            <p:cNvGrpSpPr/>
            <p:nvPr/>
          </p:nvGrpSpPr>
          <p:grpSpPr>
            <a:xfrm>
              <a:off x="764088" y="2192055"/>
              <a:ext cx="1346844" cy="461665"/>
              <a:chOff x="764088" y="2192055"/>
              <a:chExt cx="1346844" cy="461665"/>
            </a:xfrm>
          </p:grpSpPr>
          <p:sp>
            <p:nvSpPr>
              <p:cNvPr id="16" name="Rectangle 15">
                <a:extLst>
                  <a:ext uri="{FF2B5EF4-FFF2-40B4-BE49-F238E27FC236}">
                    <a16:creationId xmlns:a16="http://schemas.microsoft.com/office/drawing/2014/main" id="{3BEA4562-9169-7C42-BB3A-DDCF769E8C27}"/>
                  </a:ext>
                </a:extLst>
              </p:cNvPr>
              <p:cNvSpPr/>
              <p:nvPr/>
            </p:nvSpPr>
            <p:spPr>
              <a:xfrm>
                <a:off x="851770" y="2242159"/>
                <a:ext cx="1240077" cy="388307"/>
              </a:xfrm>
              <a:prstGeom prst="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4" name="TextBox 3">
                <a:extLst>
                  <a:ext uri="{FF2B5EF4-FFF2-40B4-BE49-F238E27FC236}">
                    <a16:creationId xmlns:a16="http://schemas.microsoft.com/office/drawing/2014/main" id="{CFA04257-DEFD-8540-BF6E-236DE2C4C53F}"/>
                  </a:ext>
                </a:extLst>
              </p:cNvPr>
              <p:cNvSpPr txBox="1"/>
              <p:nvPr/>
            </p:nvSpPr>
            <p:spPr>
              <a:xfrm>
                <a:off x="764088" y="2192055"/>
                <a:ext cx="1346844" cy="461665"/>
              </a:xfrm>
              <a:prstGeom prst="rect">
                <a:avLst/>
              </a:prstGeom>
              <a:noFill/>
            </p:spPr>
            <p:txBody>
              <a:bodyPr wrap="none" rtlCol="0">
                <a:spAutoFit/>
              </a:bodyPr>
              <a:lstStyle/>
              <a:p>
                <a:pPr marL="123825" eaLnBrk="0" fontAlgn="base" hangingPunct="0">
                  <a:spcBef>
                    <a:spcPct val="0"/>
                  </a:spcBef>
                  <a:spcAft>
                    <a:spcPct val="0"/>
                  </a:spcAft>
                  <a:defRPr/>
                </a:pPr>
                <a:r>
                  <a:rPr lang="en-US" sz="2400" i="1" kern="0" dirty="0">
                    <a:solidFill>
                      <a:srgbClr val="000000"/>
                    </a:solidFill>
                    <a:ea typeface="ＭＳ Ｐゴシック" charset="0"/>
                  </a:rPr>
                  <a:t>D</a:t>
                </a:r>
                <a:r>
                  <a:rPr lang="en-US" sz="2400" i="1" kern="0" baseline="-25000" dirty="0">
                    <a:solidFill>
                      <a:srgbClr val="000000"/>
                    </a:solidFill>
                    <a:ea typeface="ＭＳ Ｐゴシック" charset="0"/>
                  </a:rPr>
                  <a:t>v</a:t>
                </a:r>
                <a:r>
                  <a:rPr lang="en-US" sz="2400" i="1" kern="0" dirty="0">
                    <a:solidFill>
                      <a:srgbClr val="000000"/>
                    </a:solidFill>
                    <a:ea typeface="ＭＳ Ｐゴシック" charset="0"/>
                  </a:rPr>
                  <a:t>(z) </a:t>
                </a:r>
                <a:r>
                  <a:rPr lang="en-US" sz="2400" kern="0" dirty="0">
                    <a:solidFill>
                      <a:srgbClr val="000000"/>
                    </a:solidFill>
                    <a:ea typeface="ＭＳ Ｐゴシック" charset="0"/>
                  </a:rPr>
                  <a:t>= 5</a:t>
                </a:r>
                <a:endParaRPr lang="en-US" sz="2400" kern="0" dirty="0">
                  <a:solidFill>
                    <a:srgbClr val="000000"/>
                  </a:solidFill>
                </a:endParaRPr>
              </a:p>
            </p:txBody>
          </p:sp>
        </p:grpSp>
      </p:grpSp>
      <p:grpSp>
        <p:nvGrpSpPr>
          <p:cNvPr id="180" name="Group 179">
            <a:extLst>
              <a:ext uri="{FF2B5EF4-FFF2-40B4-BE49-F238E27FC236}">
                <a16:creationId xmlns:a16="http://schemas.microsoft.com/office/drawing/2014/main" id="{C721CBAE-72DC-0B4C-AC71-D468764AA3F0}"/>
              </a:ext>
            </a:extLst>
          </p:cNvPr>
          <p:cNvGrpSpPr/>
          <p:nvPr/>
        </p:nvGrpSpPr>
        <p:grpSpPr>
          <a:xfrm>
            <a:off x="2315033" y="3160213"/>
            <a:ext cx="501650" cy="396875"/>
            <a:chOff x="836555" y="3112712"/>
            <a:chExt cx="501650" cy="396875"/>
          </a:xfrm>
        </p:grpSpPr>
        <p:grpSp>
          <p:nvGrpSpPr>
            <p:cNvPr id="179" name="Group 178">
              <a:extLst>
                <a:ext uri="{FF2B5EF4-FFF2-40B4-BE49-F238E27FC236}">
                  <a16:creationId xmlns:a16="http://schemas.microsoft.com/office/drawing/2014/main" id="{A465F243-8453-E94C-A8EB-000E66654551}"/>
                </a:ext>
              </a:extLst>
            </p:cNvPr>
            <p:cNvGrpSpPr/>
            <p:nvPr/>
          </p:nvGrpSpPr>
          <p:grpSpPr>
            <a:xfrm>
              <a:off x="836555" y="3205962"/>
              <a:ext cx="501650" cy="233363"/>
              <a:chOff x="2303158" y="3229713"/>
              <a:chExt cx="501650" cy="233363"/>
            </a:xfrm>
          </p:grpSpPr>
          <p:sp>
            <p:nvSpPr>
              <p:cNvPr id="113" name="Oval 16">
                <a:extLst>
                  <a:ext uri="{FF2B5EF4-FFF2-40B4-BE49-F238E27FC236}">
                    <a16:creationId xmlns:a16="http://schemas.microsoft.com/office/drawing/2014/main" id="{0853C746-773B-9B4B-9E9D-1A3FFD58F819}"/>
                  </a:ext>
                </a:extLst>
              </p:cNvPr>
              <p:cNvSpPr>
                <a:spLocks noChangeArrowheads="1"/>
              </p:cNvSpPr>
              <p:nvPr/>
            </p:nvSpPr>
            <p:spPr bwMode="auto">
              <a:xfrm>
                <a:off x="2307920" y="3334488"/>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14" name="Line 17">
                <a:extLst>
                  <a:ext uri="{FF2B5EF4-FFF2-40B4-BE49-F238E27FC236}">
                    <a16:creationId xmlns:a16="http://schemas.microsoft.com/office/drawing/2014/main" id="{02D5EB0A-0D47-D64A-94C0-9489ADD634C2}"/>
                  </a:ext>
                </a:extLst>
              </p:cNvPr>
              <p:cNvSpPr>
                <a:spLocks noChangeShapeType="1"/>
              </p:cNvSpPr>
              <p:nvPr/>
            </p:nvSpPr>
            <p:spPr bwMode="auto">
              <a:xfrm>
                <a:off x="2307920" y="3323376"/>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15" name="Line 18">
                <a:extLst>
                  <a:ext uri="{FF2B5EF4-FFF2-40B4-BE49-F238E27FC236}">
                    <a16:creationId xmlns:a16="http://schemas.microsoft.com/office/drawing/2014/main" id="{19267F03-A18E-E94D-AFBE-D362644035BF}"/>
                  </a:ext>
                </a:extLst>
              </p:cNvPr>
              <p:cNvSpPr>
                <a:spLocks noChangeShapeType="1"/>
              </p:cNvSpPr>
              <p:nvPr/>
            </p:nvSpPr>
            <p:spPr bwMode="auto">
              <a:xfrm>
                <a:off x="2804808" y="3323376"/>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16" name="Rectangle 19">
                <a:extLst>
                  <a:ext uri="{FF2B5EF4-FFF2-40B4-BE49-F238E27FC236}">
                    <a16:creationId xmlns:a16="http://schemas.microsoft.com/office/drawing/2014/main" id="{5775B4BF-7190-E346-A0C4-3136C4FDFA52}"/>
                  </a:ext>
                </a:extLst>
              </p:cNvPr>
              <p:cNvSpPr>
                <a:spLocks noChangeArrowheads="1"/>
              </p:cNvSpPr>
              <p:nvPr/>
            </p:nvSpPr>
            <p:spPr bwMode="auto">
              <a:xfrm>
                <a:off x="2307920" y="3323376"/>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117" name="Oval 20">
                <a:extLst>
                  <a:ext uri="{FF2B5EF4-FFF2-40B4-BE49-F238E27FC236}">
                    <a16:creationId xmlns:a16="http://schemas.microsoft.com/office/drawing/2014/main" id="{527A7EAA-5AB1-D541-8B8E-A74D44BA7595}"/>
                  </a:ext>
                </a:extLst>
              </p:cNvPr>
              <p:cNvSpPr>
                <a:spLocks noChangeArrowheads="1"/>
              </p:cNvSpPr>
              <p:nvPr/>
            </p:nvSpPr>
            <p:spPr bwMode="auto">
              <a:xfrm>
                <a:off x="2303158" y="3229713"/>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grpSp>
          <p:nvGrpSpPr>
            <p:cNvPr id="146" name="Group 57">
              <a:extLst>
                <a:ext uri="{FF2B5EF4-FFF2-40B4-BE49-F238E27FC236}">
                  <a16:creationId xmlns:a16="http://schemas.microsoft.com/office/drawing/2014/main" id="{E5EC63B4-77F4-0244-AFB9-0658A6C7E1D8}"/>
                </a:ext>
              </a:extLst>
            </p:cNvPr>
            <p:cNvGrpSpPr>
              <a:grpSpLocks/>
            </p:cNvGrpSpPr>
            <p:nvPr/>
          </p:nvGrpSpPr>
          <p:grpSpPr bwMode="auto">
            <a:xfrm>
              <a:off x="929455" y="3112712"/>
              <a:ext cx="311150" cy="396875"/>
              <a:chOff x="2958" y="2425"/>
              <a:chExt cx="199" cy="250"/>
            </a:xfrm>
          </p:grpSpPr>
          <p:sp>
            <p:nvSpPr>
              <p:cNvPr id="160" name="Rectangle 58">
                <a:extLst>
                  <a:ext uri="{FF2B5EF4-FFF2-40B4-BE49-F238E27FC236}">
                    <a16:creationId xmlns:a16="http://schemas.microsoft.com/office/drawing/2014/main" id="{DD912960-89ED-D147-B665-AC6CCFCE5F4C}"/>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61" name="Text Box 59">
                <a:extLst>
                  <a:ext uri="{FF2B5EF4-FFF2-40B4-BE49-F238E27FC236}">
                    <a16:creationId xmlns:a16="http://schemas.microsoft.com/office/drawing/2014/main" id="{540DB369-7FE9-DE41-B6CA-42B11EC1DA64}"/>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v</a:t>
                </a:r>
                <a:endParaRPr lang="en-US" kern="0" dirty="0">
                  <a:solidFill>
                    <a:srgbClr val="000000"/>
                  </a:solidFill>
                </a:endParaRPr>
              </a:p>
            </p:txBody>
          </p:sp>
        </p:grpSp>
      </p:grpSp>
      <p:grpSp>
        <p:nvGrpSpPr>
          <p:cNvPr id="187" name="Group 186">
            <a:extLst>
              <a:ext uri="{FF2B5EF4-FFF2-40B4-BE49-F238E27FC236}">
                <a16:creationId xmlns:a16="http://schemas.microsoft.com/office/drawing/2014/main" id="{F0B3B02B-083F-B544-92D3-D4A53099AC16}"/>
              </a:ext>
            </a:extLst>
          </p:cNvPr>
          <p:cNvGrpSpPr/>
          <p:nvPr/>
        </p:nvGrpSpPr>
        <p:grpSpPr>
          <a:xfrm>
            <a:off x="3717682" y="2156537"/>
            <a:ext cx="1617434" cy="1131193"/>
            <a:chOff x="3717682" y="2156537"/>
            <a:chExt cx="1617434" cy="1131193"/>
          </a:xfrm>
        </p:grpSpPr>
        <p:sp>
          <p:nvSpPr>
            <p:cNvPr id="182" name="Freeform 181">
              <a:extLst>
                <a:ext uri="{FF2B5EF4-FFF2-40B4-BE49-F238E27FC236}">
                  <a16:creationId xmlns:a16="http://schemas.microsoft.com/office/drawing/2014/main" id="{ADC690BC-B355-8B44-A59E-02C693DA19C7}"/>
                </a:ext>
              </a:extLst>
            </p:cNvPr>
            <p:cNvSpPr/>
            <p:nvPr/>
          </p:nvSpPr>
          <p:spPr>
            <a:xfrm flipH="1">
              <a:off x="3717682" y="2598799"/>
              <a:ext cx="1603331" cy="688931"/>
            </a:xfrm>
            <a:custGeom>
              <a:avLst/>
              <a:gdLst>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3331" h="688931">
                  <a:moveTo>
                    <a:pt x="1603331" y="626301"/>
                  </a:moveTo>
                  <a:lnTo>
                    <a:pt x="1453019" y="688931"/>
                  </a:lnTo>
                  <a:cubicBezTo>
                    <a:pt x="1028055" y="405848"/>
                    <a:pt x="858413" y="306834"/>
                    <a:pt x="0" y="0"/>
                  </a:cubicBezTo>
                  <a:lnTo>
                    <a:pt x="1240077" y="0"/>
                  </a:lnTo>
                  <a:cubicBezTo>
                    <a:pt x="1367100" y="327520"/>
                    <a:pt x="1416932" y="417534"/>
                    <a:pt x="1603331" y="626301"/>
                  </a:cubicBezTo>
                  <a:close/>
                </a:path>
              </a:pathLst>
            </a:custGeom>
            <a:gradFill>
              <a:gsLst>
                <a:gs pos="0">
                  <a:schemeClr val="bg1"/>
                </a:gs>
                <a:gs pos="98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186" name="Group 185">
              <a:extLst>
                <a:ext uri="{FF2B5EF4-FFF2-40B4-BE49-F238E27FC236}">
                  <a16:creationId xmlns:a16="http://schemas.microsoft.com/office/drawing/2014/main" id="{28A5A808-82DD-BB42-BA0F-146BE0A1F565}"/>
                </a:ext>
              </a:extLst>
            </p:cNvPr>
            <p:cNvGrpSpPr/>
            <p:nvPr/>
          </p:nvGrpSpPr>
          <p:grpSpPr>
            <a:xfrm>
              <a:off x="3933770" y="2156537"/>
              <a:ext cx="1401346" cy="461665"/>
              <a:chOff x="5257869" y="2364355"/>
              <a:chExt cx="1401346" cy="461665"/>
            </a:xfrm>
          </p:grpSpPr>
          <p:sp>
            <p:nvSpPr>
              <p:cNvPr id="177" name="Rectangle 176">
                <a:extLst>
                  <a:ext uri="{FF2B5EF4-FFF2-40B4-BE49-F238E27FC236}">
                    <a16:creationId xmlns:a16="http://schemas.microsoft.com/office/drawing/2014/main" id="{549EF23C-2FFE-C14C-951E-E59A0690CED4}"/>
                  </a:ext>
                </a:extLst>
              </p:cNvPr>
              <p:cNvSpPr/>
              <p:nvPr/>
            </p:nvSpPr>
            <p:spPr>
              <a:xfrm>
                <a:off x="5402893" y="2421699"/>
                <a:ext cx="1240077" cy="388307"/>
              </a:xfrm>
              <a:prstGeom prst="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75" name="TextBox 174">
                <a:extLst>
                  <a:ext uri="{FF2B5EF4-FFF2-40B4-BE49-F238E27FC236}">
                    <a16:creationId xmlns:a16="http://schemas.microsoft.com/office/drawing/2014/main" id="{649CD771-2F80-AF41-B52D-63EB08A14300}"/>
                  </a:ext>
                </a:extLst>
              </p:cNvPr>
              <p:cNvSpPr txBox="1"/>
              <p:nvPr/>
            </p:nvSpPr>
            <p:spPr>
              <a:xfrm>
                <a:off x="5257869" y="2364355"/>
                <a:ext cx="1401346" cy="461665"/>
              </a:xfrm>
              <a:prstGeom prst="rect">
                <a:avLst/>
              </a:prstGeom>
              <a:noFill/>
            </p:spPr>
            <p:txBody>
              <a:bodyPr wrap="none" rtlCol="0">
                <a:spAutoFit/>
              </a:bodyPr>
              <a:lstStyle/>
              <a:p>
                <a:pPr marL="123825" eaLnBrk="0" fontAlgn="base" hangingPunct="0">
                  <a:spcBef>
                    <a:spcPct val="0"/>
                  </a:spcBef>
                  <a:spcAft>
                    <a:spcPct val="0"/>
                  </a:spcAft>
                  <a:defRPr/>
                </a:pPr>
                <a:r>
                  <a:rPr lang="en-US" sz="2400" i="1" kern="0" dirty="0">
                    <a:solidFill>
                      <a:srgbClr val="000000"/>
                    </a:solidFill>
                    <a:ea typeface="ＭＳ Ｐゴシック" charset="0"/>
                  </a:rPr>
                  <a:t>D</a:t>
                </a:r>
                <a:r>
                  <a:rPr lang="en-US" sz="2400" i="1" kern="0" baseline="-25000" dirty="0">
                    <a:solidFill>
                      <a:srgbClr val="000000"/>
                    </a:solidFill>
                    <a:ea typeface="ＭＳ Ｐゴシック" charset="0"/>
                  </a:rPr>
                  <a:t>w</a:t>
                </a:r>
                <a:r>
                  <a:rPr lang="en-US" sz="2400" i="1" kern="0" dirty="0">
                    <a:solidFill>
                      <a:srgbClr val="000000"/>
                    </a:solidFill>
                    <a:ea typeface="ＭＳ Ｐゴシック" charset="0"/>
                  </a:rPr>
                  <a:t>(z) = </a:t>
                </a:r>
                <a:r>
                  <a:rPr lang="en-US" sz="2400" kern="0" dirty="0">
                    <a:solidFill>
                      <a:srgbClr val="000000"/>
                    </a:solidFill>
                    <a:ea typeface="ＭＳ Ｐゴシック" charset="0"/>
                  </a:rPr>
                  <a:t>3</a:t>
                </a:r>
              </a:p>
            </p:txBody>
          </p:sp>
        </p:grpSp>
      </p:grpSp>
      <p:grpSp>
        <p:nvGrpSpPr>
          <p:cNvPr id="188" name="Group 187">
            <a:extLst>
              <a:ext uri="{FF2B5EF4-FFF2-40B4-BE49-F238E27FC236}">
                <a16:creationId xmlns:a16="http://schemas.microsoft.com/office/drawing/2014/main" id="{D186D734-0E35-0848-877D-0B8A6851C7C0}"/>
              </a:ext>
            </a:extLst>
          </p:cNvPr>
          <p:cNvGrpSpPr/>
          <p:nvPr/>
        </p:nvGrpSpPr>
        <p:grpSpPr>
          <a:xfrm>
            <a:off x="3392183" y="3123351"/>
            <a:ext cx="500062" cy="396875"/>
            <a:chOff x="3392183" y="3123351"/>
            <a:chExt cx="500062" cy="396875"/>
          </a:xfrm>
        </p:grpSpPr>
        <p:sp>
          <p:nvSpPr>
            <p:cNvPr id="118" name="Oval 21">
              <a:extLst>
                <a:ext uri="{FF2B5EF4-FFF2-40B4-BE49-F238E27FC236}">
                  <a16:creationId xmlns:a16="http://schemas.microsoft.com/office/drawing/2014/main" id="{CA014D69-6A3C-9242-91D0-7DCB5FF13431}"/>
                </a:ext>
              </a:extLst>
            </p:cNvPr>
            <p:cNvSpPr>
              <a:spLocks noChangeArrowheads="1"/>
            </p:cNvSpPr>
            <p:nvPr/>
          </p:nvSpPr>
          <p:spPr bwMode="auto">
            <a:xfrm>
              <a:off x="3392183" y="3328138"/>
              <a:ext cx="495300"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19" name="Line 22">
              <a:extLst>
                <a:ext uri="{FF2B5EF4-FFF2-40B4-BE49-F238E27FC236}">
                  <a16:creationId xmlns:a16="http://schemas.microsoft.com/office/drawing/2014/main" id="{A6BCF00D-E263-8C4C-AD85-5BD8F55AD872}"/>
                </a:ext>
              </a:extLst>
            </p:cNvPr>
            <p:cNvSpPr>
              <a:spLocks noChangeShapeType="1"/>
            </p:cNvSpPr>
            <p:nvPr/>
          </p:nvSpPr>
          <p:spPr bwMode="auto">
            <a:xfrm>
              <a:off x="3392183" y="3317026"/>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20" name="Line 23">
              <a:extLst>
                <a:ext uri="{FF2B5EF4-FFF2-40B4-BE49-F238E27FC236}">
                  <a16:creationId xmlns:a16="http://schemas.microsoft.com/office/drawing/2014/main" id="{CDCA1E47-6B43-D144-9AB7-28160C22D56F}"/>
                </a:ext>
              </a:extLst>
            </p:cNvPr>
            <p:cNvSpPr>
              <a:spLocks noChangeShapeType="1"/>
            </p:cNvSpPr>
            <p:nvPr/>
          </p:nvSpPr>
          <p:spPr bwMode="auto">
            <a:xfrm>
              <a:off x="3887483" y="3317026"/>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21" name="Rectangle 24">
              <a:extLst>
                <a:ext uri="{FF2B5EF4-FFF2-40B4-BE49-F238E27FC236}">
                  <a16:creationId xmlns:a16="http://schemas.microsoft.com/office/drawing/2014/main" id="{B3CD70A8-E93D-AC46-8A88-E9576AB39730}"/>
                </a:ext>
              </a:extLst>
            </p:cNvPr>
            <p:cNvSpPr>
              <a:spLocks noChangeArrowheads="1"/>
            </p:cNvSpPr>
            <p:nvPr/>
          </p:nvSpPr>
          <p:spPr bwMode="auto">
            <a:xfrm>
              <a:off x="3392183" y="3317026"/>
              <a:ext cx="490538"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122" name="Oval 25">
              <a:extLst>
                <a:ext uri="{FF2B5EF4-FFF2-40B4-BE49-F238E27FC236}">
                  <a16:creationId xmlns:a16="http://schemas.microsoft.com/office/drawing/2014/main" id="{C2A5705E-82DA-3146-B8C6-31D210861B04}"/>
                </a:ext>
              </a:extLst>
            </p:cNvPr>
            <p:cNvSpPr>
              <a:spLocks noChangeArrowheads="1"/>
            </p:cNvSpPr>
            <p:nvPr/>
          </p:nvSpPr>
          <p:spPr bwMode="auto">
            <a:xfrm>
              <a:off x="3396945" y="3228126"/>
              <a:ext cx="495300"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145" name="Group 54">
              <a:extLst>
                <a:ext uri="{FF2B5EF4-FFF2-40B4-BE49-F238E27FC236}">
                  <a16:creationId xmlns:a16="http://schemas.microsoft.com/office/drawing/2014/main" id="{10D52570-25C6-A74A-94B9-5AE0B127BCD8}"/>
                </a:ext>
              </a:extLst>
            </p:cNvPr>
            <p:cNvGrpSpPr>
              <a:grpSpLocks/>
            </p:cNvGrpSpPr>
            <p:nvPr/>
          </p:nvGrpSpPr>
          <p:grpSpPr bwMode="auto">
            <a:xfrm>
              <a:off x="3466795" y="3123351"/>
              <a:ext cx="368300" cy="396875"/>
              <a:chOff x="2941" y="2413"/>
              <a:chExt cx="235" cy="250"/>
            </a:xfrm>
          </p:grpSpPr>
          <p:sp>
            <p:nvSpPr>
              <p:cNvPr id="162" name="Rectangle 55">
                <a:extLst>
                  <a:ext uri="{FF2B5EF4-FFF2-40B4-BE49-F238E27FC236}">
                    <a16:creationId xmlns:a16="http://schemas.microsoft.com/office/drawing/2014/main" id="{E048F283-E3E7-474A-9EB5-932E8F2E8A10}"/>
                  </a:ext>
                </a:extLst>
              </p:cNvPr>
              <p:cNvSpPr>
                <a:spLocks noChangeArrowheads="1"/>
              </p:cNvSpPr>
              <p:nvPr/>
            </p:nvSpPr>
            <p:spPr bwMode="auto">
              <a:xfrm>
                <a:off x="2982" y="2490"/>
                <a:ext cx="146"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63" name="Text Box 56">
                <a:extLst>
                  <a:ext uri="{FF2B5EF4-FFF2-40B4-BE49-F238E27FC236}">
                    <a16:creationId xmlns:a16="http://schemas.microsoft.com/office/drawing/2014/main" id="{44012ACC-934B-934B-8D00-F664ACDB7DE8}"/>
                  </a:ext>
                </a:extLst>
              </p:cNvPr>
              <p:cNvSpPr txBox="1">
                <a:spLocks noChangeArrowheads="1"/>
              </p:cNvSpPr>
              <p:nvPr/>
            </p:nvSpPr>
            <p:spPr bwMode="auto">
              <a:xfrm>
                <a:off x="2941" y="2413"/>
                <a:ext cx="23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w</a:t>
                </a:r>
                <a:endParaRPr lang="en-US" kern="0" dirty="0">
                  <a:solidFill>
                    <a:srgbClr val="000000"/>
                  </a:solidFill>
                </a:endParaRPr>
              </a:p>
            </p:txBody>
          </p:sp>
        </p:grpSp>
      </p:grpSp>
      <p:grpSp>
        <p:nvGrpSpPr>
          <p:cNvPr id="195" name="Group 194">
            <a:extLst>
              <a:ext uri="{FF2B5EF4-FFF2-40B4-BE49-F238E27FC236}">
                <a16:creationId xmlns:a16="http://schemas.microsoft.com/office/drawing/2014/main" id="{860B586A-B5CC-CE4A-9EA2-334F6AEAC3E2}"/>
              </a:ext>
            </a:extLst>
          </p:cNvPr>
          <p:cNvGrpSpPr/>
          <p:nvPr/>
        </p:nvGrpSpPr>
        <p:grpSpPr>
          <a:xfrm>
            <a:off x="848468" y="4372180"/>
            <a:ext cx="1691740" cy="1106944"/>
            <a:chOff x="848468" y="4372180"/>
            <a:chExt cx="1691740" cy="1106944"/>
          </a:xfrm>
        </p:grpSpPr>
        <p:sp>
          <p:nvSpPr>
            <p:cNvPr id="190" name="Freeform 189">
              <a:extLst>
                <a:ext uri="{FF2B5EF4-FFF2-40B4-BE49-F238E27FC236}">
                  <a16:creationId xmlns:a16="http://schemas.microsoft.com/office/drawing/2014/main" id="{0FDAB56E-7C26-614E-9058-3AA449B7210D}"/>
                </a:ext>
              </a:extLst>
            </p:cNvPr>
            <p:cNvSpPr/>
            <p:nvPr/>
          </p:nvSpPr>
          <p:spPr>
            <a:xfrm flipV="1">
              <a:off x="936877" y="4372180"/>
              <a:ext cx="1603331" cy="688931"/>
            </a:xfrm>
            <a:custGeom>
              <a:avLst/>
              <a:gdLst>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3331" h="688931">
                  <a:moveTo>
                    <a:pt x="1603331" y="626301"/>
                  </a:moveTo>
                  <a:lnTo>
                    <a:pt x="1453019" y="688931"/>
                  </a:lnTo>
                  <a:cubicBezTo>
                    <a:pt x="1028055" y="405848"/>
                    <a:pt x="858413" y="306834"/>
                    <a:pt x="0" y="0"/>
                  </a:cubicBezTo>
                  <a:lnTo>
                    <a:pt x="1240077" y="0"/>
                  </a:lnTo>
                  <a:cubicBezTo>
                    <a:pt x="1367100" y="327520"/>
                    <a:pt x="1416932" y="417534"/>
                    <a:pt x="1603331" y="626301"/>
                  </a:cubicBezTo>
                  <a:close/>
                </a:path>
              </a:pathLst>
            </a:custGeom>
            <a:gradFill>
              <a:gsLst>
                <a:gs pos="0">
                  <a:schemeClr val="bg1"/>
                </a:gs>
                <a:gs pos="98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194" name="Group 193">
              <a:extLst>
                <a:ext uri="{FF2B5EF4-FFF2-40B4-BE49-F238E27FC236}">
                  <a16:creationId xmlns:a16="http://schemas.microsoft.com/office/drawing/2014/main" id="{31779409-6F55-874D-8E5A-3B311FFB355F}"/>
                </a:ext>
              </a:extLst>
            </p:cNvPr>
            <p:cNvGrpSpPr/>
            <p:nvPr/>
          </p:nvGrpSpPr>
          <p:grpSpPr>
            <a:xfrm>
              <a:off x="848468" y="5017459"/>
              <a:ext cx="1342034" cy="461665"/>
              <a:chOff x="296266" y="4536509"/>
              <a:chExt cx="1342034" cy="461665"/>
            </a:xfrm>
          </p:grpSpPr>
          <p:sp>
            <p:nvSpPr>
              <p:cNvPr id="178" name="Rectangle 177">
                <a:extLst>
                  <a:ext uri="{FF2B5EF4-FFF2-40B4-BE49-F238E27FC236}">
                    <a16:creationId xmlns:a16="http://schemas.microsoft.com/office/drawing/2014/main" id="{6D48F49C-5FEB-D94C-B56E-06D13EA9B5E1}"/>
                  </a:ext>
                </a:extLst>
              </p:cNvPr>
              <p:cNvSpPr/>
              <p:nvPr/>
            </p:nvSpPr>
            <p:spPr>
              <a:xfrm>
                <a:off x="398223" y="4576176"/>
                <a:ext cx="1240077" cy="388307"/>
              </a:xfrm>
              <a:prstGeom prst="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74" name="TextBox 173">
                <a:extLst>
                  <a:ext uri="{FF2B5EF4-FFF2-40B4-BE49-F238E27FC236}">
                    <a16:creationId xmlns:a16="http://schemas.microsoft.com/office/drawing/2014/main" id="{1DB737CC-056A-554D-A2BB-CD3B4E0B69C1}"/>
                  </a:ext>
                </a:extLst>
              </p:cNvPr>
              <p:cNvSpPr txBox="1"/>
              <p:nvPr/>
            </p:nvSpPr>
            <p:spPr>
              <a:xfrm>
                <a:off x="296266" y="4536509"/>
                <a:ext cx="1342034" cy="461665"/>
              </a:xfrm>
              <a:prstGeom prst="rect">
                <a:avLst/>
              </a:prstGeom>
              <a:noFill/>
            </p:spPr>
            <p:txBody>
              <a:bodyPr wrap="none" rtlCol="0">
                <a:spAutoFit/>
              </a:bodyPr>
              <a:lstStyle/>
              <a:p>
                <a:pPr marL="123825" eaLnBrk="0" fontAlgn="base" hangingPunct="0">
                  <a:spcBef>
                    <a:spcPct val="0"/>
                  </a:spcBef>
                  <a:spcAft>
                    <a:spcPct val="0"/>
                  </a:spcAft>
                  <a:defRPr/>
                </a:pPr>
                <a:r>
                  <a:rPr lang="en-US" sz="2400" i="1" kern="0" dirty="0">
                    <a:solidFill>
                      <a:srgbClr val="000000"/>
                    </a:solidFill>
                    <a:ea typeface="ＭＳ Ｐゴシック" charset="0"/>
                  </a:rPr>
                  <a:t>D</a:t>
                </a:r>
                <a:r>
                  <a:rPr lang="en-US" sz="2400" i="1" kern="0" baseline="-25000" dirty="0">
                    <a:solidFill>
                      <a:srgbClr val="000000"/>
                    </a:solidFill>
                    <a:ea typeface="ＭＳ Ｐゴシック" charset="0"/>
                  </a:rPr>
                  <a:t>x</a:t>
                </a:r>
                <a:r>
                  <a:rPr lang="en-US" sz="2400" i="1" kern="0" dirty="0">
                    <a:solidFill>
                      <a:srgbClr val="000000"/>
                    </a:solidFill>
                    <a:ea typeface="ＭＳ Ｐゴシック" charset="0"/>
                  </a:rPr>
                  <a:t>(z)</a:t>
                </a:r>
                <a:r>
                  <a:rPr lang="en-US" sz="2400" kern="0" dirty="0">
                    <a:solidFill>
                      <a:srgbClr val="000000"/>
                    </a:solidFill>
                    <a:ea typeface="ＭＳ Ｐゴシック" charset="0"/>
                  </a:rPr>
                  <a:t> = 3</a:t>
                </a:r>
                <a:endParaRPr lang="en-US" sz="2400" kern="0" dirty="0">
                  <a:solidFill>
                    <a:srgbClr val="000000"/>
                  </a:solidFill>
                </a:endParaRPr>
              </a:p>
            </p:txBody>
          </p:sp>
        </p:grpSp>
      </p:grpSp>
      <p:grpSp>
        <p:nvGrpSpPr>
          <p:cNvPr id="196" name="Group 195">
            <a:extLst>
              <a:ext uri="{FF2B5EF4-FFF2-40B4-BE49-F238E27FC236}">
                <a16:creationId xmlns:a16="http://schemas.microsoft.com/office/drawing/2014/main" id="{58A5A6F4-5535-7044-9045-AFBC8693D3DD}"/>
              </a:ext>
            </a:extLst>
          </p:cNvPr>
          <p:cNvGrpSpPr/>
          <p:nvPr/>
        </p:nvGrpSpPr>
        <p:grpSpPr>
          <a:xfrm>
            <a:off x="2309508" y="4185388"/>
            <a:ext cx="501650" cy="457200"/>
            <a:chOff x="2309508" y="4185388"/>
            <a:chExt cx="501650" cy="457200"/>
          </a:xfrm>
        </p:grpSpPr>
        <p:sp>
          <p:nvSpPr>
            <p:cNvPr id="108" name="Oval 11">
              <a:extLst>
                <a:ext uri="{FF2B5EF4-FFF2-40B4-BE49-F238E27FC236}">
                  <a16:creationId xmlns:a16="http://schemas.microsoft.com/office/drawing/2014/main" id="{470E1052-993B-F24E-9782-67DE07D0D057}"/>
                </a:ext>
              </a:extLst>
            </p:cNvPr>
            <p:cNvSpPr>
              <a:spLocks noChangeArrowheads="1"/>
            </p:cNvSpPr>
            <p:nvPr/>
          </p:nvSpPr>
          <p:spPr bwMode="auto">
            <a:xfrm>
              <a:off x="2314270" y="4429863"/>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09" name="Line 12">
              <a:extLst>
                <a:ext uri="{FF2B5EF4-FFF2-40B4-BE49-F238E27FC236}">
                  <a16:creationId xmlns:a16="http://schemas.microsoft.com/office/drawing/2014/main" id="{31D48756-4D3F-4547-BA38-955DF048F8FC}"/>
                </a:ext>
              </a:extLst>
            </p:cNvPr>
            <p:cNvSpPr>
              <a:spLocks noChangeShapeType="1"/>
            </p:cNvSpPr>
            <p:nvPr/>
          </p:nvSpPr>
          <p:spPr bwMode="auto">
            <a:xfrm>
              <a:off x="2314270" y="4418751"/>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10" name="Line 13">
              <a:extLst>
                <a:ext uri="{FF2B5EF4-FFF2-40B4-BE49-F238E27FC236}">
                  <a16:creationId xmlns:a16="http://schemas.microsoft.com/office/drawing/2014/main" id="{739610AA-5AAB-D14A-A48E-0A54C959A9D0}"/>
                </a:ext>
              </a:extLst>
            </p:cNvPr>
            <p:cNvSpPr>
              <a:spLocks noChangeShapeType="1"/>
            </p:cNvSpPr>
            <p:nvPr/>
          </p:nvSpPr>
          <p:spPr bwMode="auto">
            <a:xfrm>
              <a:off x="2811158" y="4418751"/>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11" name="Rectangle 14">
              <a:extLst>
                <a:ext uri="{FF2B5EF4-FFF2-40B4-BE49-F238E27FC236}">
                  <a16:creationId xmlns:a16="http://schemas.microsoft.com/office/drawing/2014/main" id="{360C5DF9-4C76-A744-9F0B-26316821C79F}"/>
                </a:ext>
              </a:extLst>
            </p:cNvPr>
            <p:cNvSpPr>
              <a:spLocks noChangeArrowheads="1"/>
            </p:cNvSpPr>
            <p:nvPr/>
          </p:nvSpPr>
          <p:spPr bwMode="auto">
            <a:xfrm>
              <a:off x="2314270" y="4418751"/>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112" name="Oval 15">
              <a:extLst>
                <a:ext uri="{FF2B5EF4-FFF2-40B4-BE49-F238E27FC236}">
                  <a16:creationId xmlns:a16="http://schemas.microsoft.com/office/drawing/2014/main" id="{2CD5FE5E-F3FC-794D-801F-716C3113547D}"/>
                </a:ext>
              </a:extLst>
            </p:cNvPr>
            <p:cNvSpPr>
              <a:spLocks noChangeArrowheads="1"/>
            </p:cNvSpPr>
            <p:nvPr/>
          </p:nvSpPr>
          <p:spPr bwMode="auto">
            <a:xfrm>
              <a:off x="2309508" y="4325088"/>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144" name="Group 51">
              <a:extLst>
                <a:ext uri="{FF2B5EF4-FFF2-40B4-BE49-F238E27FC236}">
                  <a16:creationId xmlns:a16="http://schemas.microsoft.com/office/drawing/2014/main" id="{0ED4F197-C93F-DA4E-8544-F01425D7A988}"/>
                </a:ext>
              </a:extLst>
            </p:cNvPr>
            <p:cNvGrpSpPr>
              <a:grpSpLocks/>
            </p:cNvGrpSpPr>
            <p:nvPr/>
          </p:nvGrpSpPr>
          <p:grpSpPr bwMode="auto">
            <a:xfrm>
              <a:off x="2409520" y="4185388"/>
              <a:ext cx="336550" cy="457200"/>
              <a:chOff x="2951" y="2395"/>
              <a:chExt cx="213" cy="288"/>
            </a:xfrm>
          </p:grpSpPr>
          <p:sp>
            <p:nvSpPr>
              <p:cNvPr id="164" name="Rectangle 52">
                <a:extLst>
                  <a:ext uri="{FF2B5EF4-FFF2-40B4-BE49-F238E27FC236}">
                    <a16:creationId xmlns:a16="http://schemas.microsoft.com/office/drawing/2014/main" id="{CE500E28-5EFE-184C-AFDD-8A846D358452}"/>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65" name="Text Box 53">
                <a:extLst>
                  <a:ext uri="{FF2B5EF4-FFF2-40B4-BE49-F238E27FC236}">
                    <a16:creationId xmlns:a16="http://schemas.microsoft.com/office/drawing/2014/main" id="{37535D4F-07D0-264C-A07C-015C89C49EF6}"/>
                  </a:ext>
                </a:extLst>
              </p:cNvPr>
              <p:cNvSpPr txBox="1">
                <a:spLocks noChangeArrowheads="1"/>
              </p:cNvSpPr>
              <p:nvPr/>
            </p:nvSpPr>
            <p:spPr bwMode="auto">
              <a:xfrm>
                <a:off x="2951" y="2395"/>
                <a:ext cx="21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kern="0" dirty="0">
                    <a:solidFill>
                      <a:srgbClr val="000000"/>
                    </a:solidFill>
                  </a:rPr>
                  <a:t>x</a:t>
                </a:r>
              </a:p>
            </p:txBody>
          </p:sp>
        </p:grpSp>
      </p:grpSp>
      <p:sp>
        <p:nvSpPr>
          <p:cNvPr id="197" name="Text Box 74">
            <a:extLst>
              <a:ext uri="{FF2B5EF4-FFF2-40B4-BE49-F238E27FC236}">
                <a16:creationId xmlns:a16="http://schemas.microsoft.com/office/drawing/2014/main" id="{6F64D06C-3D4A-B04D-8692-766E31CD85CD}"/>
              </a:ext>
            </a:extLst>
          </p:cNvPr>
          <p:cNvSpPr txBox="1">
            <a:spLocks noChangeArrowheads="1"/>
          </p:cNvSpPr>
          <p:nvPr/>
        </p:nvSpPr>
        <p:spPr bwMode="auto">
          <a:xfrm>
            <a:off x="7446311" y="3940800"/>
            <a:ext cx="26052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0" fontAlgn="base" hangingPunct="0">
              <a:spcBef>
                <a:spcPct val="0"/>
              </a:spcBef>
              <a:spcAft>
                <a:spcPct val="0"/>
              </a:spcAft>
              <a:defRPr/>
            </a:pPr>
            <a:r>
              <a:rPr lang="en-US" kern="0" dirty="0">
                <a:solidFill>
                  <a:srgbClr val="000000"/>
                </a:solidFill>
              </a:rPr>
              <a:t>= min {2 + 5,</a:t>
            </a:r>
          </a:p>
          <a:p>
            <a:pPr eaLnBrk="0" fontAlgn="base" hangingPunct="0">
              <a:spcBef>
                <a:spcPct val="0"/>
              </a:spcBef>
              <a:spcAft>
                <a:spcPct val="0"/>
              </a:spcAft>
              <a:defRPr/>
            </a:pPr>
            <a:r>
              <a:rPr lang="en-US" kern="0" dirty="0">
                <a:solidFill>
                  <a:srgbClr val="000000"/>
                </a:solidFill>
              </a:rPr>
              <a:t>           1 + 3,</a:t>
            </a:r>
          </a:p>
          <a:p>
            <a:pPr eaLnBrk="0" fontAlgn="base" hangingPunct="0">
              <a:spcBef>
                <a:spcPct val="0"/>
              </a:spcBef>
              <a:spcAft>
                <a:spcPct val="0"/>
              </a:spcAft>
              <a:defRPr/>
            </a:pPr>
            <a:r>
              <a:rPr lang="en-US" kern="0" dirty="0">
                <a:solidFill>
                  <a:srgbClr val="000000"/>
                </a:solidFill>
              </a:rPr>
              <a:t>           5 + 3}  = 4</a:t>
            </a:r>
          </a:p>
        </p:txBody>
      </p:sp>
      <p:grpSp>
        <p:nvGrpSpPr>
          <p:cNvPr id="204" name="Group 203">
            <a:extLst>
              <a:ext uri="{FF2B5EF4-FFF2-40B4-BE49-F238E27FC236}">
                <a16:creationId xmlns:a16="http://schemas.microsoft.com/office/drawing/2014/main" id="{8A292125-2EE5-8447-8FF0-AEFFAC0F3684}"/>
              </a:ext>
            </a:extLst>
          </p:cNvPr>
          <p:cNvGrpSpPr/>
          <p:nvPr/>
        </p:nvGrpSpPr>
        <p:grpSpPr>
          <a:xfrm>
            <a:off x="6270932" y="2745287"/>
            <a:ext cx="4777024" cy="3733537"/>
            <a:chOff x="6270932" y="2745287"/>
            <a:chExt cx="4777024" cy="3733537"/>
          </a:xfrm>
        </p:grpSpPr>
        <p:sp>
          <p:nvSpPr>
            <p:cNvPr id="172" name="Text Box 75">
              <a:extLst>
                <a:ext uri="{FF2B5EF4-FFF2-40B4-BE49-F238E27FC236}">
                  <a16:creationId xmlns:a16="http://schemas.microsoft.com/office/drawing/2014/main" id="{D4C1EC73-3BE9-374D-9155-88EE026DCC19}"/>
                </a:ext>
              </a:extLst>
            </p:cNvPr>
            <p:cNvSpPr txBox="1">
              <a:spLocks noChangeArrowheads="1"/>
            </p:cNvSpPr>
            <p:nvPr/>
          </p:nvSpPr>
          <p:spPr bwMode="auto">
            <a:xfrm>
              <a:off x="6270932" y="5284523"/>
              <a:ext cx="4777024" cy="1194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0" fontAlgn="base" hangingPunct="0">
                <a:lnSpc>
                  <a:spcPct val="85000"/>
                </a:lnSpc>
                <a:spcBef>
                  <a:spcPct val="0"/>
                </a:spcBef>
                <a:spcAft>
                  <a:spcPct val="0"/>
                </a:spcAft>
              </a:pPr>
              <a:r>
                <a:rPr lang="en-US" sz="2800" i="1" dirty="0">
                  <a:solidFill>
                    <a:srgbClr val="000000"/>
                  </a:solidFill>
                  <a:latin typeface="Calibri" panose="020F0502020204030204"/>
                </a:rPr>
                <a:t>node achieving minimum (x) is next hop on estimated least-cost path to destination (z)</a:t>
              </a:r>
            </a:p>
          </p:txBody>
        </p:sp>
        <p:grpSp>
          <p:nvGrpSpPr>
            <p:cNvPr id="203" name="Group 202">
              <a:extLst>
                <a:ext uri="{FF2B5EF4-FFF2-40B4-BE49-F238E27FC236}">
                  <a16:creationId xmlns:a16="http://schemas.microsoft.com/office/drawing/2014/main" id="{2177DC18-8CDE-BA4F-8FF1-5BE42EF07A19}"/>
                </a:ext>
              </a:extLst>
            </p:cNvPr>
            <p:cNvGrpSpPr/>
            <p:nvPr/>
          </p:nvGrpSpPr>
          <p:grpSpPr>
            <a:xfrm>
              <a:off x="6465518" y="2745287"/>
              <a:ext cx="3645073" cy="2469715"/>
              <a:chOff x="6465518" y="2745287"/>
              <a:chExt cx="3645073" cy="2469715"/>
            </a:xfrm>
          </p:grpSpPr>
          <p:sp>
            <p:nvSpPr>
              <p:cNvPr id="200" name="Oval 199">
                <a:extLst>
                  <a:ext uri="{FF2B5EF4-FFF2-40B4-BE49-F238E27FC236}">
                    <a16:creationId xmlns:a16="http://schemas.microsoft.com/office/drawing/2014/main" id="{CF226A95-9353-0345-B51C-FDB35A8DBEBD}"/>
                  </a:ext>
                </a:extLst>
              </p:cNvPr>
              <p:cNvSpPr/>
              <p:nvPr/>
            </p:nvSpPr>
            <p:spPr>
              <a:xfrm>
                <a:off x="6465518" y="2745287"/>
                <a:ext cx="874734" cy="613776"/>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01" name="Oval 200">
                <a:extLst>
                  <a:ext uri="{FF2B5EF4-FFF2-40B4-BE49-F238E27FC236}">
                    <a16:creationId xmlns:a16="http://schemas.microsoft.com/office/drawing/2014/main" id="{700A119D-A8CE-A24F-8ACD-5859569B99F4}"/>
                  </a:ext>
                </a:extLst>
              </p:cNvPr>
              <p:cNvSpPr/>
              <p:nvPr/>
            </p:nvSpPr>
            <p:spPr>
              <a:xfrm>
                <a:off x="9235857" y="4601226"/>
                <a:ext cx="874734" cy="613776"/>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02" name="Oval 201">
                <a:extLst>
                  <a:ext uri="{FF2B5EF4-FFF2-40B4-BE49-F238E27FC236}">
                    <a16:creationId xmlns:a16="http://schemas.microsoft.com/office/drawing/2014/main" id="{02459B3A-8E65-7640-A5B7-E7540BECDC06}"/>
                  </a:ext>
                </a:extLst>
              </p:cNvPr>
              <p:cNvSpPr/>
              <p:nvPr/>
            </p:nvSpPr>
            <p:spPr>
              <a:xfrm>
                <a:off x="8098076" y="3187872"/>
                <a:ext cx="1722329" cy="482254"/>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spTree>
    <p:extLst>
      <p:ext uri="{BB962C8B-B14F-4D97-AF65-F5344CB8AC3E}">
        <p14:creationId xmlns:p14="http://schemas.microsoft.com/office/powerpoint/2010/main" val="4016215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50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wipe(down)">
                                      <p:cBhvr>
                                        <p:cTn id="12" dur="500"/>
                                        <p:tgtEl>
                                          <p:spTgt spid="19"/>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95"/>
                                        </p:tgtEl>
                                        <p:attrNameLst>
                                          <p:attrName>style.visibility</p:attrName>
                                        </p:attrNameLst>
                                      </p:cBhvr>
                                      <p:to>
                                        <p:strVal val="visible"/>
                                      </p:to>
                                    </p:set>
                                    <p:animEffect transition="in" filter="wipe(up)">
                                      <p:cBhvr>
                                        <p:cTn id="17" dur="500"/>
                                        <p:tgtEl>
                                          <p:spTgt spid="195"/>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4" fill="hold" nodeType="clickEffect">
                                  <p:stCondLst>
                                    <p:cond delay="0"/>
                                  </p:stCondLst>
                                  <p:childTnLst>
                                    <p:set>
                                      <p:cBhvr>
                                        <p:cTn id="21" dur="1" fill="hold">
                                          <p:stCondLst>
                                            <p:cond delay="0"/>
                                          </p:stCondLst>
                                        </p:cTn>
                                        <p:tgtEl>
                                          <p:spTgt spid="187"/>
                                        </p:tgtEl>
                                        <p:attrNameLst>
                                          <p:attrName>style.visibility</p:attrName>
                                        </p:attrNameLst>
                                      </p:cBhvr>
                                      <p:to>
                                        <p:strVal val="visible"/>
                                      </p:to>
                                    </p:set>
                                    <p:animEffect transition="in" filter="wipe(down)">
                                      <p:cBhvr>
                                        <p:cTn id="22" dur="500"/>
                                        <p:tgtEl>
                                          <p:spTgt spid="187"/>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98"/>
                                        </p:tgtEl>
                                        <p:attrNameLst>
                                          <p:attrName>style.visibility</p:attrName>
                                        </p:attrNameLst>
                                      </p:cBhvr>
                                      <p:to>
                                        <p:strVal val="visible"/>
                                      </p:to>
                                    </p:set>
                                    <p:animEffect transition="in" filter="dissolve">
                                      <p:cBhvr>
                                        <p:cTn id="27" dur="500"/>
                                        <p:tgtEl>
                                          <p:spTgt spid="198"/>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97"/>
                                        </p:tgtEl>
                                        <p:attrNameLst>
                                          <p:attrName>style.visibility</p:attrName>
                                        </p:attrNameLst>
                                      </p:cBhvr>
                                      <p:to>
                                        <p:strVal val="visible"/>
                                      </p:to>
                                    </p:set>
                                    <p:animEffect transition="in" filter="dissolve">
                                      <p:cBhvr>
                                        <p:cTn id="32" dur="500"/>
                                        <p:tgtEl>
                                          <p:spTgt spid="197"/>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204"/>
                                        </p:tgtEl>
                                        <p:attrNameLst>
                                          <p:attrName>style.visibility</p:attrName>
                                        </p:attrNameLst>
                                      </p:cBhvr>
                                      <p:to>
                                        <p:strVal val="visible"/>
                                      </p:to>
                                    </p:set>
                                    <p:animEffect transition="in" filter="dissolve">
                                      <p:cBhvr>
                                        <p:cTn id="37" dur="500"/>
                                        <p:tgtEl>
                                          <p:spTgt spid="2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97"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CE544A75-190C-D540-8EFD-BF5721DA6B9A}"/>
              </a:ext>
            </a:extLst>
          </p:cNvPr>
          <p:cNvSpPr>
            <a:spLocks noGrp="1"/>
          </p:cNvSpPr>
          <p:nvPr>
            <p:ph type="title"/>
          </p:nvPr>
        </p:nvSpPr>
        <p:spPr/>
        <p:txBody>
          <a:bodyPr/>
          <a:lstStyle/>
          <a:p>
            <a:r>
              <a:rPr lang="en-US" dirty="0"/>
              <a:t>Distance vector algorithm </a:t>
            </a:r>
          </a:p>
        </p:txBody>
      </p:sp>
      <p:sp>
        <p:nvSpPr>
          <p:cNvPr id="5" name="Slide Number Placeholder 4">
            <a:extLst>
              <a:ext uri="{FF2B5EF4-FFF2-40B4-BE49-F238E27FC236}">
                <a16:creationId xmlns:a16="http://schemas.microsoft.com/office/drawing/2014/main" id="{99B8655F-134F-9941-B2F1-519DACDBD5AE}"/>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50</a:t>
            </a:fld>
            <a:endParaRPr lang="en-US" dirty="0">
              <a:solidFill>
                <a:prstClr val="white">
                  <a:lumMod val="50000"/>
                </a:prstClr>
              </a:solidFill>
            </a:endParaRPr>
          </a:p>
        </p:txBody>
      </p:sp>
      <p:sp>
        <p:nvSpPr>
          <p:cNvPr id="21" name="Rectangle 3">
            <a:extLst>
              <a:ext uri="{FF2B5EF4-FFF2-40B4-BE49-F238E27FC236}">
                <a16:creationId xmlns:a16="http://schemas.microsoft.com/office/drawing/2014/main" id="{E33E7BCD-C9D1-7D45-9F57-213BDDBFDBF8}"/>
              </a:ext>
            </a:extLst>
          </p:cNvPr>
          <p:cNvSpPr txBox="1">
            <a:spLocks noChangeArrowheads="1"/>
          </p:cNvSpPr>
          <p:nvPr/>
        </p:nvSpPr>
        <p:spPr>
          <a:xfrm>
            <a:off x="696238" y="1449887"/>
            <a:ext cx="10815181" cy="138099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charset="0"/>
              <a:buNone/>
              <a:defRPr/>
            </a:pPr>
            <a:r>
              <a:rPr lang="en-US" sz="3200" dirty="0">
                <a:solidFill>
                  <a:srgbClr val="CC0000"/>
                </a:solidFill>
              </a:rPr>
              <a:t>key idea: </a:t>
            </a:r>
          </a:p>
          <a:p>
            <a:pPr marL="460375" indent="-330200">
              <a:defRPr/>
            </a:pPr>
            <a:r>
              <a:rPr lang="en-US" dirty="0">
                <a:solidFill>
                  <a:prstClr val="black"/>
                </a:solidFill>
              </a:rPr>
              <a:t>from time-to-time, each node sends its own distance vector estimate to neighbors</a:t>
            </a:r>
          </a:p>
        </p:txBody>
      </p:sp>
      <p:sp>
        <p:nvSpPr>
          <p:cNvPr id="23" name="Rectangle 5">
            <a:extLst>
              <a:ext uri="{FF2B5EF4-FFF2-40B4-BE49-F238E27FC236}">
                <a16:creationId xmlns:a16="http://schemas.microsoft.com/office/drawing/2014/main" id="{64DF72B6-39CC-344C-9D00-C68FD6E10584}"/>
              </a:ext>
            </a:extLst>
          </p:cNvPr>
          <p:cNvSpPr>
            <a:spLocks noChangeArrowheads="1"/>
          </p:cNvSpPr>
          <p:nvPr/>
        </p:nvSpPr>
        <p:spPr bwMode="auto">
          <a:xfrm>
            <a:off x="824173" y="4778050"/>
            <a:ext cx="10674719" cy="1500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347663" indent="-347663">
              <a:lnSpc>
                <a:spcPct val="90000"/>
              </a:lnSpc>
              <a:spcBef>
                <a:spcPct val="20000"/>
              </a:spcBef>
              <a:buClr>
                <a:srgbClr val="0000A8"/>
              </a:buClr>
              <a:buSzPct val="100000"/>
              <a:buFont typeface="Wingdings" pitchFamily="2" charset="2"/>
              <a:buChar char="§"/>
            </a:pPr>
            <a:r>
              <a:rPr lang="en-US" sz="2800" dirty="0">
                <a:solidFill>
                  <a:prstClr val="black"/>
                </a:solidFill>
              </a:rPr>
              <a:t>under minor, natural conditions, the estimate </a:t>
            </a:r>
            <a:r>
              <a:rPr lang="en-US" sz="2800" i="1" dirty="0">
                <a:solidFill>
                  <a:prstClr val="black"/>
                </a:solidFill>
                <a:cs typeface="Times New Roman" charset="0"/>
              </a:rPr>
              <a:t>D</a:t>
            </a:r>
            <a:r>
              <a:rPr lang="en-US" sz="2800" i="1" baseline="-30000" dirty="0">
                <a:solidFill>
                  <a:prstClr val="black"/>
                </a:solidFill>
                <a:cs typeface="Times New Roman" charset="0"/>
              </a:rPr>
              <a:t>x</a:t>
            </a:r>
            <a:r>
              <a:rPr lang="en-US" sz="2800" i="1" dirty="0">
                <a:solidFill>
                  <a:prstClr val="black"/>
                </a:solidFill>
                <a:cs typeface="Times New Roman" charset="0"/>
              </a:rPr>
              <a:t>(y) converge to the actual least cost </a:t>
            </a:r>
            <a:r>
              <a:rPr lang="en-US" sz="2800" dirty="0">
                <a:solidFill>
                  <a:prstClr val="black"/>
                </a:solidFill>
              </a:rPr>
              <a:t>d</a:t>
            </a:r>
            <a:r>
              <a:rPr lang="en-US" sz="2800" baseline="-25000" dirty="0">
                <a:solidFill>
                  <a:prstClr val="black"/>
                </a:solidFill>
              </a:rPr>
              <a:t>x</a:t>
            </a:r>
            <a:r>
              <a:rPr lang="en-US" sz="2800" dirty="0">
                <a:solidFill>
                  <a:prstClr val="black"/>
                </a:solidFill>
              </a:rPr>
              <a:t>(y)</a:t>
            </a:r>
            <a:r>
              <a:rPr lang="en-US" sz="2400" dirty="0">
                <a:solidFill>
                  <a:prstClr val="black"/>
                </a:solidFill>
              </a:rPr>
              <a:t> </a:t>
            </a:r>
          </a:p>
        </p:txBody>
      </p:sp>
      <p:grpSp>
        <p:nvGrpSpPr>
          <p:cNvPr id="4" name="Group 3">
            <a:extLst>
              <a:ext uri="{FF2B5EF4-FFF2-40B4-BE49-F238E27FC236}">
                <a16:creationId xmlns:a16="http://schemas.microsoft.com/office/drawing/2014/main" id="{2D26794A-966A-6D45-813B-D1EAD011046F}"/>
              </a:ext>
            </a:extLst>
          </p:cNvPr>
          <p:cNvGrpSpPr/>
          <p:nvPr/>
        </p:nvGrpSpPr>
        <p:grpSpPr>
          <a:xfrm>
            <a:off x="648222" y="2792259"/>
            <a:ext cx="10815181" cy="1412234"/>
            <a:chOff x="648222" y="2792259"/>
            <a:chExt cx="10815181" cy="1412234"/>
          </a:xfrm>
        </p:grpSpPr>
        <p:sp>
          <p:nvSpPr>
            <p:cNvPr id="22" name="Rectangle 4">
              <a:extLst>
                <a:ext uri="{FF2B5EF4-FFF2-40B4-BE49-F238E27FC236}">
                  <a16:creationId xmlns:a16="http://schemas.microsoft.com/office/drawing/2014/main" id="{8820A465-F22E-4E44-9E83-58539B59DFB8}"/>
                </a:ext>
              </a:extLst>
            </p:cNvPr>
            <p:cNvSpPr>
              <a:spLocks noChangeArrowheads="1"/>
            </p:cNvSpPr>
            <p:nvPr/>
          </p:nvSpPr>
          <p:spPr bwMode="auto">
            <a:xfrm>
              <a:off x="2556528" y="3681273"/>
              <a:ext cx="670946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p>
              <a:r>
                <a:rPr lang="en-US" sz="2800" i="1" dirty="0">
                  <a:solidFill>
                    <a:srgbClr val="CC0000"/>
                  </a:solidFill>
                  <a:cs typeface="Times New Roman" charset="0"/>
                </a:rPr>
                <a:t>D</a:t>
              </a:r>
              <a:r>
                <a:rPr lang="en-US" sz="2800" i="1" baseline="-30000" dirty="0">
                  <a:solidFill>
                    <a:srgbClr val="CC0000"/>
                  </a:solidFill>
                  <a:cs typeface="Times New Roman" charset="0"/>
                </a:rPr>
                <a:t>x</a:t>
              </a:r>
              <a:r>
                <a:rPr lang="en-US" sz="2800" i="1" dirty="0">
                  <a:solidFill>
                    <a:srgbClr val="CC0000"/>
                  </a:solidFill>
                  <a:cs typeface="Times New Roman" charset="0"/>
                </a:rPr>
                <a:t>(y) ← min</a:t>
              </a:r>
              <a:r>
                <a:rPr lang="en-US" sz="2800" i="1" baseline="-30000" dirty="0">
                  <a:solidFill>
                    <a:srgbClr val="CC0000"/>
                  </a:solidFill>
                  <a:cs typeface="Times New Roman" charset="0"/>
                </a:rPr>
                <a:t>v</a:t>
              </a:r>
              <a:r>
                <a:rPr lang="en-US" sz="2800" i="1" dirty="0">
                  <a:solidFill>
                    <a:srgbClr val="CC0000"/>
                  </a:solidFill>
                  <a:cs typeface="Times New Roman" charset="0"/>
                </a:rPr>
                <a:t>{c</a:t>
              </a:r>
              <a:r>
                <a:rPr lang="en-US" sz="2800" i="1" baseline="-25000" dirty="0">
                  <a:solidFill>
                    <a:srgbClr val="CC0000"/>
                  </a:solidFill>
                  <a:cs typeface="Times New Roman" charset="0"/>
                </a:rPr>
                <a:t>x,v </a:t>
              </a:r>
              <a:r>
                <a:rPr lang="en-US" sz="2800" i="1" dirty="0">
                  <a:solidFill>
                    <a:srgbClr val="CC0000"/>
                  </a:solidFill>
                  <a:cs typeface="Times New Roman" charset="0"/>
                </a:rPr>
                <a:t>+ D</a:t>
              </a:r>
              <a:r>
                <a:rPr lang="en-US" sz="2800" i="1" baseline="-30000" dirty="0">
                  <a:solidFill>
                    <a:srgbClr val="CC0000"/>
                  </a:solidFill>
                  <a:cs typeface="Times New Roman" charset="0"/>
                </a:rPr>
                <a:t>v</a:t>
              </a:r>
              <a:r>
                <a:rPr lang="en-US" sz="2800" i="1" dirty="0">
                  <a:solidFill>
                    <a:srgbClr val="CC0000"/>
                  </a:solidFill>
                  <a:cs typeface="Times New Roman" charset="0"/>
                </a:rPr>
                <a:t>(y)}  </a:t>
              </a:r>
              <a:r>
                <a:rPr lang="en-US" sz="2800" dirty="0">
                  <a:solidFill>
                    <a:prstClr val="black"/>
                  </a:solidFill>
                  <a:cs typeface="Times New Roman" charset="0"/>
                </a:rPr>
                <a:t>for each node </a:t>
              </a:r>
              <a:r>
                <a:rPr lang="en-US" sz="2800" i="1" dirty="0">
                  <a:solidFill>
                    <a:prstClr val="black"/>
                  </a:solidFill>
                  <a:cs typeface="Times New Roman" charset="0"/>
                </a:rPr>
                <a:t>y</a:t>
              </a:r>
              <a:r>
                <a:rPr lang="en-US" sz="2800" dirty="0">
                  <a:solidFill>
                    <a:prstClr val="black"/>
                  </a:solidFill>
                  <a:cs typeface="Times New Roman" charset="0"/>
                </a:rPr>
                <a:t> </a:t>
              </a:r>
              <a:r>
                <a:rPr lang="en-US" sz="2800" dirty="0">
                  <a:solidFill>
                    <a:prstClr val="black"/>
                  </a:solidFill>
                  <a:ea typeface="MS Mincho" charset="0"/>
                  <a:cs typeface="MS Mincho" charset="0"/>
                </a:rPr>
                <a:t>∊</a:t>
              </a:r>
              <a:r>
                <a:rPr lang="en-US" sz="2800" dirty="0">
                  <a:solidFill>
                    <a:prstClr val="black"/>
                  </a:solidFill>
                  <a:cs typeface="Times New Roman" charset="0"/>
                </a:rPr>
                <a:t> </a:t>
              </a:r>
              <a:r>
                <a:rPr lang="en-US" sz="2800" i="1" dirty="0">
                  <a:solidFill>
                    <a:prstClr val="black"/>
                  </a:solidFill>
                  <a:cs typeface="Times New Roman" charset="0"/>
                </a:rPr>
                <a:t>N</a:t>
              </a:r>
            </a:p>
          </p:txBody>
        </p:sp>
        <p:sp>
          <p:nvSpPr>
            <p:cNvPr id="26" name="Rectangle 3">
              <a:extLst>
                <a:ext uri="{FF2B5EF4-FFF2-40B4-BE49-F238E27FC236}">
                  <a16:creationId xmlns:a16="http://schemas.microsoft.com/office/drawing/2014/main" id="{76402688-900A-584B-96BE-A2D2A8F80C55}"/>
                </a:ext>
              </a:extLst>
            </p:cNvPr>
            <p:cNvSpPr txBox="1">
              <a:spLocks noChangeArrowheads="1"/>
            </p:cNvSpPr>
            <p:nvPr/>
          </p:nvSpPr>
          <p:spPr>
            <a:xfrm>
              <a:off x="648222" y="2792259"/>
              <a:ext cx="10815181" cy="101565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indent="-330200">
                <a:defRPr/>
              </a:pPr>
              <a:r>
                <a:rPr lang="en-US" dirty="0">
                  <a:solidFill>
                    <a:prstClr val="black"/>
                  </a:solidFill>
                </a:rPr>
                <a:t>when </a:t>
              </a:r>
              <a:r>
                <a:rPr lang="en-US" i="1" dirty="0">
                  <a:solidFill>
                    <a:prstClr val="black"/>
                  </a:solidFill>
                </a:rPr>
                <a:t>x</a:t>
              </a:r>
              <a:r>
                <a:rPr lang="en-US" dirty="0">
                  <a:solidFill>
                    <a:prstClr val="black"/>
                  </a:solidFill>
                </a:rPr>
                <a:t> receives new DV estimate from any neighbor, it updates its own DV using B-F equation:</a:t>
              </a:r>
            </a:p>
          </p:txBody>
        </p:sp>
      </p:grpSp>
    </p:spTree>
    <p:extLst>
      <p:ext uri="{BB962C8B-B14F-4D97-AF65-F5344CB8AC3E}">
        <p14:creationId xmlns:p14="http://schemas.microsoft.com/office/powerpoint/2010/main" val="725926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3"/>
                                        </p:tgtEl>
                                        <p:attrNameLst>
                                          <p:attrName>style.visibility</p:attrName>
                                        </p:attrNameLst>
                                      </p:cBhvr>
                                      <p:to>
                                        <p:strVal val="visible"/>
                                      </p:to>
                                    </p:set>
                                    <p:animEffect transition="in" filter="dissolve">
                                      <p:cBhvr>
                                        <p:cTn id="12"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CE544A75-190C-D540-8EFD-BF5721DA6B9A}"/>
              </a:ext>
            </a:extLst>
          </p:cNvPr>
          <p:cNvSpPr>
            <a:spLocks noGrp="1"/>
          </p:cNvSpPr>
          <p:nvPr>
            <p:ph type="title"/>
          </p:nvPr>
        </p:nvSpPr>
        <p:spPr/>
        <p:txBody>
          <a:bodyPr/>
          <a:lstStyle/>
          <a:p>
            <a:r>
              <a:rPr lang="en-US" dirty="0"/>
              <a:t>Distance vector algorithm:  </a:t>
            </a:r>
          </a:p>
        </p:txBody>
      </p:sp>
      <p:sp>
        <p:nvSpPr>
          <p:cNvPr id="5" name="Slide Number Placeholder 4">
            <a:extLst>
              <a:ext uri="{FF2B5EF4-FFF2-40B4-BE49-F238E27FC236}">
                <a16:creationId xmlns:a16="http://schemas.microsoft.com/office/drawing/2014/main" id="{99B8655F-134F-9941-B2F1-519DACDBD5AE}"/>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51</a:t>
            </a:fld>
            <a:endParaRPr lang="en-US" dirty="0">
              <a:solidFill>
                <a:prstClr val="white">
                  <a:lumMod val="50000"/>
                </a:prstClr>
              </a:solidFill>
            </a:endParaRPr>
          </a:p>
        </p:txBody>
      </p:sp>
      <p:sp>
        <p:nvSpPr>
          <p:cNvPr id="9" name="Rectangle 3">
            <a:extLst>
              <a:ext uri="{FF2B5EF4-FFF2-40B4-BE49-F238E27FC236}">
                <a16:creationId xmlns:a16="http://schemas.microsoft.com/office/drawing/2014/main" id="{5F891EAD-A289-0847-8476-12FDB9A2A09E}"/>
              </a:ext>
            </a:extLst>
          </p:cNvPr>
          <p:cNvSpPr txBox="1">
            <a:spLocks noChangeArrowheads="1"/>
          </p:cNvSpPr>
          <p:nvPr/>
        </p:nvSpPr>
        <p:spPr>
          <a:xfrm>
            <a:off x="6173635" y="1530372"/>
            <a:ext cx="5400414" cy="197691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charset="0"/>
              <a:buNone/>
            </a:pPr>
            <a:r>
              <a:rPr lang="en-US" dirty="0">
                <a:solidFill>
                  <a:srgbClr val="CC0000"/>
                </a:solidFill>
              </a:rPr>
              <a:t>iterative, asynchronous:</a:t>
            </a:r>
            <a:r>
              <a:rPr lang="en-US" dirty="0">
                <a:solidFill>
                  <a:srgbClr val="FF0000"/>
                </a:solidFill>
              </a:rPr>
              <a:t> </a:t>
            </a:r>
            <a:r>
              <a:rPr lang="en-US" sz="2400" dirty="0">
                <a:solidFill>
                  <a:prstClr val="black"/>
                </a:solidFill>
              </a:rPr>
              <a:t>each local iteration caused by: </a:t>
            </a:r>
          </a:p>
          <a:p>
            <a:pPr marL="460375" indent="-223838"/>
            <a:r>
              <a:rPr lang="en-US" sz="2400" dirty="0">
                <a:solidFill>
                  <a:prstClr val="black"/>
                </a:solidFill>
              </a:rPr>
              <a:t>local link cost change </a:t>
            </a:r>
          </a:p>
          <a:p>
            <a:pPr marL="460375" indent="-223838"/>
            <a:r>
              <a:rPr lang="en-US" sz="2400" dirty="0">
                <a:solidFill>
                  <a:prstClr val="black"/>
                </a:solidFill>
              </a:rPr>
              <a:t>DV update message from neighbor</a:t>
            </a:r>
          </a:p>
        </p:txBody>
      </p:sp>
      <p:sp>
        <p:nvSpPr>
          <p:cNvPr id="10" name="Text Box 4">
            <a:extLst>
              <a:ext uri="{FF2B5EF4-FFF2-40B4-BE49-F238E27FC236}">
                <a16:creationId xmlns:a16="http://schemas.microsoft.com/office/drawing/2014/main" id="{B41893AC-4325-F74F-8450-C793E4D00240}"/>
              </a:ext>
            </a:extLst>
          </p:cNvPr>
          <p:cNvSpPr txBox="1">
            <a:spLocks noChangeArrowheads="1"/>
          </p:cNvSpPr>
          <p:nvPr/>
        </p:nvSpPr>
        <p:spPr bwMode="auto">
          <a:xfrm>
            <a:off x="1077577" y="2097023"/>
            <a:ext cx="4622104" cy="2345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spcBef>
                <a:spcPct val="50000"/>
              </a:spcBef>
            </a:pPr>
            <a:endParaRPr lang="en-US" dirty="0">
              <a:solidFill>
                <a:prstClr val="black"/>
              </a:solidFill>
              <a:latin typeface="Times New Roman" charset="0"/>
            </a:endParaRPr>
          </a:p>
          <a:p>
            <a:pPr algn="ctr">
              <a:lnSpc>
                <a:spcPct val="90000"/>
              </a:lnSpc>
            </a:pPr>
            <a:r>
              <a:rPr lang="en-US" sz="2800" i="1" dirty="0">
                <a:solidFill>
                  <a:srgbClr val="000099"/>
                </a:solidFill>
                <a:latin typeface="Calibri" panose="020F0502020204030204"/>
              </a:rPr>
              <a:t>wait</a:t>
            </a:r>
            <a:r>
              <a:rPr lang="en-US" dirty="0">
                <a:solidFill>
                  <a:srgbClr val="000099"/>
                </a:solidFill>
                <a:latin typeface="Calibri" panose="020F0502020204030204"/>
              </a:rPr>
              <a:t> </a:t>
            </a:r>
            <a:r>
              <a:rPr lang="en-US" sz="2800" dirty="0">
                <a:solidFill>
                  <a:prstClr val="black"/>
                </a:solidFill>
                <a:latin typeface="Calibri" panose="020F0502020204030204"/>
              </a:rPr>
              <a:t>for (change in local link cost or msg from neighbor)</a:t>
            </a:r>
          </a:p>
          <a:p>
            <a:pPr>
              <a:lnSpc>
                <a:spcPct val="90000"/>
              </a:lnSpc>
            </a:pPr>
            <a:endParaRPr lang="en-US" sz="2000" dirty="0">
              <a:solidFill>
                <a:prstClr val="black"/>
              </a:solidFill>
              <a:latin typeface="Calibri" panose="020F0502020204030204"/>
            </a:endParaRPr>
          </a:p>
          <a:p>
            <a:pPr>
              <a:lnSpc>
                <a:spcPct val="90000"/>
              </a:lnSpc>
            </a:pPr>
            <a:endParaRPr lang="en-US" sz="2000" dirty="0">
              <a:solidFill>
                <a:prstClr val="black"/>
              </a:solidFill>
              <a:latin typeface="Calibri" panose="020F0502020204030204"/>
            </a:endParaRPr>
          </a:p>
          <a:p>
            <a:pPr algn="ctr">
              <a:spcBef>
                <a:spcPct val="50000"/>
              </a:spcBef>
            </a:pPr>
            <a:endParaRPr lang="en-US" dirty="0">
              <a:solidFill>
                <a:prstClr val="black"/>
              </a:solidFill>
              <a:latin typeface="Times New Roman" charset="0"/>
            </a:endParaRPr>
          </a:p>
        </p:txBody>
      </p:sp>
      <p:sp>
        <p:nvSpPr>
          <p:cNvPr id="14" name="Text Box 8">
            <a:extLst>
              <a:ext uri="{FF2B5EF4-FFF2-40B4-BE49-F238E27FC236}">
                <a16:creationId xmlns:a16="http://schemas.microsoft.com/office/drawing/2014/main" id="{71AD5EDC-87FD-634A-9465-87600AAFC2A8}"/>
              </a:ext>
            </a:extLst>
          </p:cNvPr>
          <p:cNvSpPr txBox="1">
            <a:spLocks noChangeArrowheads="1"/>
          </p:cNvSpPr>
          <p:nvPr/>
        </p:nvSpPr>
        <p:spPr bwMode="auto">
          <a:xfrm>
            <a:off x="977032" y="1397588"/>
            <a:ext cx="203132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3200" dirty="0">
                <a:solidFill>
                  <a:srgbClr val="CC0000"/>
                </a:solidFill>
                <a:latin typeface="Calibri" panose="020F0502020204030204"/>
              </a:rPr>
              <a:t>each node:</a:t>
            </a:r>
          </a:p>
        </p:txBody>
      </p:sp>
      <p:sp>
        <p:nvSpPr>
          <p:cNvPr id="15" name="Rectangle 3">
            <a:extLst>
              <a:ext uri="{FF2B5EF4-FFF2-40B4-BE49-F238E27FC236}">
                <a16:creationId xmlns:a16="http://schemas.microsoft.com/office/drawing/2014/main" id="{5302920D-3833-AE4E-83FE-DE8AB636259C}"/>
              </a:ext>
            </a:extLst>
          </p:cNvPr>
          <p:cNvSpPr txBox="1">
            <a:spLocks noChangeArrowheads="1"/>
          </p:cNvSpPr>
          <p:nvPr/>
        </p:nvSpPr>
        <p:spPr>
          <a:xfrm>
            <a:off x="6138145" y="3549151"/>
            <a:ext cx="4936951" cy="2914279"/>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charset="0"/>
              <a:buNone/>
            </a:pPr>
            <a:r>
              <a:rPr lang="en-US" dirty="0">
                <a:solidFill>
                  <a:srgbClr val="CC0000"/>
                </a:solidFill>
              </a:rPr>
              <a:t>distributed, self-stopping: </a:t>
            </a:r>
            <a:r>
              <a:rPr lang="en-US" sz="2400" dirty="0">
                <a:solidFill>
                  <a:prstClr val="black"/>
                </a:solidFill>
              </a:rPr>
              <a:t>each node notifies neighbors </a:t>
            </a:r>
            <a:r>
              <a:rPr lang="en-US" sz="2400" i="1" dirty="0">
                <a:solidFill>
                  <a:prstClr val="black"/>
                </a:solidFill>
              </a:rPr>
              <a:t>only</a:t>
            </a:r>
            <a:r>
              <a:rPr lang="en-US" sz="2400" dirty="0">
                <a:solidFill>
                  <a:prstClr val="black"/>
                </a:solidFill>
              </a:rPr>
              <a:t> when its DV changes</a:t>
            </a:r>
          </a:p>
          <a:p>
            <a:pPr marL="522288" lvl="1" indent="-236538">
              <a:buFont typeface="Wingdings" pitchFamily="2" charset="2"/>
              <a:buChar char="§"/>
            </a:pPr>
            <a:r>
              <a:rPr lang="en-US" dirty="0">
                <a:solidFill>
                  <a:prstClr val="black"/>
                </a:solidFill>
              </a:rPr>
              <a:t>neighbors then notify their neighbors – </a:t>
            </a:r>
            <a:r>
              <a:rPr lang="en-US" i="1" dirty="0">
                <a:solidFill>
                  <a:prstClr val="black"/>
                </a:solidFill>
              </a:rPr>
              <a:t>only if necessary</a:t>
            </a:r>
          </a:p>
          <a:p>
            <a:pPr marL="522288" lvl="1" indent="-236538">
              <a:buFont typeface="Wingdings" pitchFamily="2" charset="2"/>
              <a:buChar char="§"/>
            </a:pPr>
            <a:r>
              <a:rPr lang="en-US" dirty="0">
                <a:solidFill>
                  <a:prstClr val="black"/>
                </a:solidFill>
              </a:rPr>
              <a:t>no notification received, no actions taken!</a:t>
            </a:r>
          </a:p>
        </p:txBody>
      </p:sp>
      <p:grpSp>
        <p:nvGrpSpPr>
          <p:cNvPr id="3" name="Group 2">
            <a:extLst>
              <a:ext uri="{FF2B5EF4-FFF2-40B4-BE49-F238E27FC236}">
                <a16:creationId xmlns:a16="http://schemas.microsoft.com/office/drawing/2014/main" id="{B53C11C6-D826-5F43-A2B4-6804C1E58E41}"/>
              </a:ext>
            </a:extLst>
          </p:cNvPr>
          <p:cNvGrpSpPr/>
          <p:nvPr/>
        </p:nvGrpSpPr>
        <p:grpSpPr>
          <a:xfrm>
            <a:off x="1092191" y="3294344"/>
            <a:ext cx="4622104" cy="1554474"/>
            <a:chOff x="1317659" y="3169084"/>
            <a:chExt cx="4622104" cy="1554474"/>
          </a:xfrm>
        </p:grpSpPr>
        <p:sp>
          <p:nvSpPr>
            <p:cNvPr id="11" name="Line 5">
              <a:extLst>
                <a:ext uri="{FF2B5EF4-FFF2-40B4-BE49-F238E27FC236}">
                  <a16:creationId xmlns:a16="http://schemas.microsoft.com/office/drawing/2014/main" id="{3F1A2ABA-C0FF-3042-AB19-EBB20A32C1C0}"/>
                </a:ext>
              </a:extLst>
            </p:cNvPr>
            <p:cNvSpPr>
              <a:spLocks noChangeShapeType="1"/>
            </p:cNvSpPr>
            <p:nvPr/>
          </p:nvSpPr>
          <p:spPr bwMode="auto">
            <a:xfrm>
              <a:off x="3601463" y="3169084"/>
              <a:ext cx="0" cy="422581"/>
            </a:xfrm>
            <a:prstGeom prst="line">
              <a:avLst/>
            </a:prstGeom>
            <a:noFill/>
            <a:ln w="19050">
              <a:solidFill>
                <a:srgbClr val="000099"/>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dirty="0">
                <a:solidFill>
                  <a:prstClr val="black"/>
                </a:solidFill>
              </a:endParaRPr>
            </a:p>
          </p:txBody>
        </p:sp>
        <p:sp>
          <p:nvSpPr>
            <p:cNvPr id="17" name="Text Box 4">
              <a:extLst>
                <a:ext uri="{FF2B5EF4-FFF2-40B4-BE49-F238E27FC236}">
                  <a16:creationId xmlns:a16="http://schemas.microsoft.com/office/drawing/2014/main" id="{0127FDB6-1E7E-B747-9FF9-706AF3DA67E3}"/>
                </a:ext>
              </a:extLst>
            </p:cNvPr>
            <p:cNvSpPr txBox="1">
              <a:spLocks noChangeArrowheads="1"/>
            </p:cNvSpPr>
            <p:nvPr/>
          </p:nvSpPr>
          <p:spPr bwMode="auto">
            <a:xfrm>
              <a:off x="1317659" y="3301630"/>
              <a:ext cx="4622104" cy="1421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90000"/>
                </a:lnSpc>
              </a:pPr>
              <a:endParaRPr lang="en-US" sz="2000" dirty="0">
                <a:solidFill>
                  <a:prstClr val="black"/>
                </a:solidFill>
                <a:latin typeface="Calibri" panose="020F0502020204030204"/>
              </a:endParaRPr>
            </a:p>
            <a:p>
              <a:pPr algn="ctr">
                <a:lnSpc>
                  <a:spcPct val="90000"/>
                </a:lnSpc>
              </a:pPr>
              <a:r>
                <a:rPr lang="en-US" sz="2800" i="1" dirty="0">
                  <a:solidFill>
                    <a:srgbClr val="000099"/>
                  </a:solidFill>
                  <a:latin typeface="Calibri" panose="020F0502020204030204"/>
                </a:rPr>
                <a:t>recompute</a:t>
              </a:r>
              <a:r>
                <a:rPr lang="en-US" sz="2800" dirty="0">
                  <a:solidFill>
                    <a:prstClr val="black"/>
                  </a:solidFill>
                  <a:latin typeface="Calibri" panose="020F0502020204030204"/>
                </a:rPr>
                <a:t> DV estimates using DV received from neighbor</a:t>
              </a:r>
            </a:p>
            <a:p>
              <a:pPr>
                <a:lnSpc>
                  <a:spcPct val="90000"/>
                </a:lnSpc>
              </a:pPr>
              <a:endParaRPr lang="en-US" sz="2000" dirty="0">
                <a:solidFill>
                  <a:prstClr val="black"/>
                </a:solidFill>
                <a:latin typeface="Calibri" panose="020F0502020204030204"/>
              </a:endParaRPr>
            </a:p>
          </p:txBody>
        </p:sp>
      </p:grpSp>
      <p:grpSp>
        <p:nvGrpSpPr>
          <p:cNvPr id="7" name="Group 6">
            <a:extLst>
              <a:ext uri="{FF2B5EF4-FFF2-40B4-BE49-F238E27FC236}">
                <a16:creationId xmlns:a16="http://schemas.microsoft.com/office/drawing/2014/main" id="{7AB2E6A7-BBBF-E942-BD5C-47863B3A0DE5}"/>
              </a:ext>
            </a:extLst>
          </p:cNvPr>
          <p:cNvGrpSpPr/>
          <p:nvPr/>
        </p:nvGrpSpPr>
        <p:grpSpPr>
          <a:xfrm>
            <a:off x="1054612" y="4521895"/>
            <a:ext cx="4622104" cy="1284197"/>
            <a:chOff x="1280080" y="4396635"/>
            <a:chExt cx="4622104" cy="1284197"/>
          </a:xfrm>
        </p:grpSpPr>
        <p:sp>
          <p:nvSpPr>
            <p:cNvPr id="12" name="Line 6">
              <a:extLst>
                <a:ext uri="{FF2B5EF4-FFF2-40B4-BE49-F238E27FC236}">
                  <a16:creationId xmlns:a16="http://schemas.microsoft.com/office/drawing/2014/main" id="{D8667227-75F3-2946-9800-49EF5E66E793}"/>
                </a:ext>
              </a:extLst>
            </p:cNvPr>
            <p:cNvSpPr>
              <a:spLocks noChangeShapeType="1"/>
            </p:cNvSpPr>
            <p:nvPr/>
          </p:nvSpPr>
          <p:spPr bwMode="auto">
            <a:xfrm>
              <a:off x="3578268" y="4396635"/>
              <a:ext cx="0" cy="439673"/>
            </a:xfrm>
            <a:prstGeom prst="line">
              <a:avLst/>
            </a:prstGeom>
            <a:noFill/>
            <a:ln w="19050">
              <a:solidFill>
                <a:srgbClr val="000099"/>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dirty="0">
                <a:solidFill>
                  <a:prstClr val="black"/>
                </a:solidFill>
              </a:endParaRPr>
            </a:p>
          </p:txBody>
        </p:sp>
        <p:sp>
          <p:nvSpPr>
            <p:cNvPr id="18" name="Text Box 4">
              <a:extLst>
                <a:ext uri="{FF2B5EF4-FFF2-40B4-BE49-F238E27FC236}">
                  <a16:creationId xmlns:a16="http://schemas.microsoft.com/office/drawing/2014/main" id="{397A11E9-C3A3-2347-8FE5-1B38BBB5C819}"/>
                </a:ext>
              </a:extLst>
            </p:cNvPr>
            <p:cNvSpPr txBox="1">
              <a:spLocks noChangeArrowheads="1"/>
            </p:cNvSpPr>
            <p:nvPr/>
          </p:nvSpPr>
          <p:spPr bwMode="auto">
            <a:xfrm>
              <a:off x="1280080" y="4535903"/>
              <a:ext cx="4622104" cy="11449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90000"/>
                </a:lnSpc>
              </a:pPr>
              <a:endParaRPr lang="en-US" sz="2000" dirty="0">
                <a:solidFill>
                  <a:prstClr val="black"/>
                </a:solidFill>
                <a:latin typeface="Calibri" panose="020F0502020204030204"/>
              </a:endParaRPr>
            </a:p>
            <a:p>
              <a:pPr algn="ctr">
                <a:lnSpc>
                  <a:spcPct val="90000"/>
                </a:lnSpc>
              </a:pPr>
              <a:r>
                <a:rPr lang="en-US" sz="2800" dirty="0">
                  <a:solidFill>
                    <a:prstClr val="black"/>
                  </a:solidFill>
                  <a:latin typeface="Calibri" panose="020F0502020204030204"/>
                </a:rPr>
                <a:t>if DV to any destination has changed, </a:t>
              </a:r>
              <a:r>
                <a:rPr lang="en-US" sz="2800" i="1" dirty="0">
                  <a:solidFill>
                    <a:srgbClr val="000099"/>
                  </a:solidFill>
                  <a:latin typeface="Calibri" panose="020F0502020204030204"/>
                </a:rPr>
                <a:t>notify</a:t>
              </a:r>
              <a:r>
                <a:rPr lang="en-US" sz="2800" dirty="0">
                  <a:solidFill>
                    <a:prstClr val="black"/>
                  </a:solidFill>
                  <a:latin typeface="Calibri" panose="020F0502020204030204"/>
                </a:rPr>
                <a:t> neighbors </a:t>
              </a:r>
            </a:p>
          </p:txBody>
        </p:sp>
      </p:grpSp>
      <p:cxnSp>
        <p:nvCxnSpPr>
          <p:cNvPr id="16" name="Straight Connector 15">
            <a:extLst>
              <a:ext uri="{FF2B5EF4-FFF2-40B4-BE49-F238E27FC236}">
                <a16:creationId xmlns:a16="http://schemas.microsoft.com/office/drawing/2014/main" id="{A5F1EEA1-E3D6-FE44-9DE6-5BA118248F5E}"/>
              </a:ext>
            </a:extLst>
          </p:cNvPr>
          <p:cNvCxnSpPr/>
          <p:nvPr/>
        </p:nvCxnSpPr>
        <p:spPr>
          <a:xfrm flipV="1">
            <a:off x="3369501" y="5718132"/>
            <a:ext cx="0" cy="454068"/>
          </a:xfrm>
          <a:prstGeom prst="line">
            <a:avLst/>
          </a:prstGeom>
          <a:ln w="19050">
            <a:solidFill>
              <a:srgbClr val="0000A8"/>
            </a:solidFill>
          </a:ln>
        </p:spPr>
        <p:style>
          <a:lnRef idx="1">
            <a:schemeClr val="accent1"/>
          </a:lnRef>
          <a:fillRef idx="0">
            <a:schemeClr val="accent1"/>
          </a:fillRef>
          <a:effectRef idx="0">
            <a:schemeClr val="accent1"/>
          </a:effectRef>
          <a:fontRef idx="minor">
            <a:schemeClr val="tx1"/>
          </a:fontRef>
        </p:style>
      </p:cxnSp>
      <p:cxnSp>
        <p:nvCxnSpPr>
          <p:cNvPr id="20" name="Straight Arrow Connector 19">
            <a:extLst>
              <a:ext uri="{FF2B5EF4-FFF2-40B4-BE49-F238E27FC236}">
                <a16:creationId xmlns:a16="http://schemas.microsoft.com/office/drawing/2014/main" id="{E1A9ECAE-CD60-CD4E-8453-32556903D047}"/>
              </a:ext>
            </a:extLst>
          </p:cNvPr>
          <p:cNvCxnSpPr/>
          <p:nvPr/>
        </p:nvCxnSpPr>
        <p:spPr>
          <a:xfrm>
            <a:off x="3352800" y="2179529"/>
            <a:ext cx="0" cy="338203"/>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2E0990E6-E4F6-004A-983C-35F56F91D474}"/>
              </a:ext>
            </a:extLst>
          </p:cNvPr>
          <p:cNvCxnSpPr/>
          <p:nvPr/>
        </p:nvCxnSpPr>
        <p:spPr>
          <a:xfrm>
            <a:off x="1052186" y="6172200"/>
            <a:ext cx="2300614"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81994047-8DFC-3848-A093-707102890135}"/>
              </a:ext>
            </a:extLst>
          </p:cNvPr>
          <p:cNvCxnSpPr/>
          <p:nvPr/>
        </p:nvCxnSpPr>
        <p:spPr>
          <a:xfrm>
            <a:off x="1052186" y="2178485"/>
            <a:ext cx="2300614"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6BD0BEAE-AFEE-C84E-B69C-BA9C126D7B96}"/>
              </a:ext>
            </a:extLst>
          </p:cNvPr>
          <p:cNvCxnSpPr>
            <a:cxnSpLocks/>
          </p:cNvCxnSpPr>
          <p:nvPr/>
        </p:nvCxnSpPr>
        <p:spPr>
          <a:xfrm>
            <a:off x="1039660" y="2167003"/>
            <a:ext cx="0" cy="4005197"/>
          </a:xfrm>
          <a:prstGeom prst="line">
            <a:avLst/>
          </a:prstGeom>
          <a:ln w="1905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194235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wipe(up)">
                                      <p:cBhvr>
                                        <p:cTn id="22" dur="500"/>
                                        <p:tgtEl>
                                          <p:spTgt spid="16"/>
                                        </p:tgtEl>
                                      </p:cBhvr>
                                    </p:animEffect>
                                  </p:childTnLst>
                                </p:cTn>
                              </p:par>
                            </p:childTnLst>
                          </p:cTn>
                        </p:par>
                        <p:par>
                          <p:cTn id="23" fill="hold">
                            <p:stCondLst>
                              <p:cond delay="500"/>
                            </p:stCondLst>
                            <p:childTnLst>
                              <p:par>
                                <p:cTn id="24" presetID="22" presetClass="entr" presetSubtype="2" fill="hold" nodeType="afterEffect">
                                  <p:stCondLst>
                                    <p:cond delay="0"/>
                                  </p:stCondLst>
                                  <p:childTnLst>
                                    <p:set>
                                      <p:cBhvr>
                                        <p:cTn id="25" dur="1" fill="hold">
                                          <p:stCondLst>
                                            <p:cond delay="0"/>
                                          </p:stCondLst>
                                        </p:cTn>
                                        <p:tgtEl>
                                          <p:spTgt spid="27"/>
                                        </p:tgtEl>
                                        <p:attrNameLst>
                                          <p:attrName>style.visibility</p:attrName>
                                        </p:attrNameLst>
                                      </p:cBhvr>
                                      <p:to>
                                        <p:strVal val="visible"/>
                                      </p:to>
                                    </p:set>
                                    <p:animEffect transition="in" filter="wipe(right)">
                                      <p:cBhvr>
                                        <p:cTn id="26" dur="500"/>
                                        <p:tgtEl>
                                          <p:spTgt spid="27"/>
                                        </p:tgtEl>
                                      </p:cBhvr>
                                    </p:animEffect>
                                  </p:childTnLst>
                                </p:cTn>
                              </p:par>
                            </p:childTnLst>
                          </p:cTn>
                        </p:par>
                        <p:par>
                          <p:cTn id="27" fill="hold">
                            <p:stCondLst>
                              <p:cond delay="1000"/>
                            </p:stCondLst>
                            <p:childTnLst>
                              <p:par>
                                <p:cTn id="28" presetID="22" presetClass="entr" presetSubtype="4" fill="hold" nodeType="afterEffect">
                                  <p:stCondLst>
                                    <p:cond delay="0"/>
                                  </p:stCondLst>
                                  <p:childTnLst>
                                    <p:set>
                                      <p:cBhvr>
                                        <p:cTn id="29" dur="1" fill="hold">
                                          <p:stCondLst>
                                            <p:cond delay="0"/>
                                          </p:stCondLst>
                                        </p:cTn>
                                        <p:tgtEl>
                                          <p:spTgt spid="30"/>
                                        </p:tgtEl>
                                        <p:attrNameLst>
                                          <p:attrName>style.visibility</p:attrName>
                                        </p:attrNameLst>
                                      </p:cBhvr>
                                      <p:to>
                                        <p:strVal val="visible"/>
                                      </p:to>
                                    </p:set>
                                    <p:animEffect transition="in" filter="wipe(down)">
                                      <p:cBhvr>
                                        <p:cTn id="30" dur="500"/>
                                        <p:tgtEl>
                                          <p:spTgt spid="30"/>
                                        </p:tgtEl>
                                      </p:cBhvr>
                                    </p:animEffect>
                                  </p:childTnLst>
                                </p:cTn>
                              </p:par>
                            </p:childTnLst>
                          </p:cTn>
                        </p:par>
                        <p:par>
                          <p:cTn id="31" fill="hold">
                            <p:stCondLst>
                              <p:cond delay="1500"/>
                            </p:stCondLst>
                            <p:childTnLst>
                              <p:par>
                                <p:cTn id="32" presetID="22" presetClass="entr" presetSubtype="8" fill="hold" nodeType="afterEffect">
                                  <p:stCondLst>
                                    <p:cond delay="0"/>
                                  </p:stCondLst>
                                  <p:childTnLst>
                                    <p:set>
                                      <p:cBhvr>
                                        <p:cTn id="33" dur="1" fill="hold">
                                          <p:stCondLst>
                                            <p:cond delay="0"/>
                                          </p:stCondLst>
                                        </p:cTn>
                                        <p:tgtEl>
                                          <p:spTgt spid="28"/>
                                        </p:tgtEl>
                                        <p:attrNameLst>
                                          <p:attrName>style.visibility</p:attrName>
                                        </p:attrNameLst>
                                      </p:cBhvr>
                                      <p:to>
                                        <p:strVal val="visible"/>
                                      </p:to>
                                    </p:set>
                                    <p:animEffect transition="in" filter="wipe(left)">
                                      <p:cBhvr>
                                        <p:cTn id="34" dur="500"/>
                                        <p:tgtEl>
                                          <p:spTgt spid="28"/>
                                        </p:tgtEl>
                                      </p:cBhvr>
                                    </p:animEffect>
                                  </p:childTnLst>
                                </p:cTn>
                              </p:par>
                            </p:childTnLst>
                          </p:cTn>
                        </p:par>
                        <p:par>
                          <p:cTn id="35" fill="hold">
                            <p:stCondLst>
                              <p:cond delay="2000"/>
                            </p:stCondLst>
                            <p:childTnLst>
                              <p:par>
                                <p:cTn id="36" presetID="22" presetClass="entr" presetSubtype="1" fill="hold" nodeType="afterEffect">
                                  <p:stCondLst>
                                    <p:cond delay="0"/>
                                  </p:stCondLst>
                                  <p:childTnLst>
                                    <p:set>
                                      <p:cBhvr>
                                        <p:cTn id="37" dur="1" fill="hold">
                                          <p:stCondLst>
                                            <p:cond delay="0"/>
                                          </p:stCondLst>
                                        </p:cTn>
                                        <p:tgtEl>
                                          <p:spTgt spid="20"/>
                                        </p:tgtEl>
                                        <p:attrNameLst>
                                          <p:attrName>style.visibility</p:attrName>
                                        </p:attrNameLst>
                                      </p:cBhvr>
                                      <p:to>
                                        <p:strVal val="visible"/>
                                      </p:to>
                                    </p:set>
                                    <p:animEffect transition="in" filter="wipe(up)">
                                      <p:cBhvr>
                                        <p:cTn id="38" dur="500"/>
                                        <p:tgtEl>
                                          <p:spTgt spid="20"/>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9"/>
                                        </p:tgtEl>
                                        <p:attrNameLst>
                                          <p:attrName>style.visibility</p:attrName>
                                        </p:attrNameLst>
                                      </p:cBhvr>
                                      <p:to>
                                        <p:strVal val="visible"/>
                                      </p:to>
                                    </p:set>
                                    <p:animEffect transition="in" filter="dissolve">
                                      <p:cBhvr>
                                        <p:cTn id="43" dur="500"/>
                                        <p:tgtEl>
                                          <p:spTgt spid="9"/>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ntr" presetSubtype="0" fill="hold" grpId="0" nodeType="clickEffect">
                                  <p:stCondLst>
                                    <p:cond delay="0"/>
                                  </p:stCondLst>
                                  <p:childTnLst>
                                    <p:set>
                                      <p:cBhvr>
                                        <p:cTn id="47" dur="1" fill="hold">
                                          <p:stCondLst>
                                            <p:cond delay="0"/>
                                          </p:stCondLst>
                                        </p:cTn>
                                        <p:tgtEl>
                                          <p:spTgt spid="15"/>
                                        </p:tgtEl>
                                        <p:attrNameLst>
                                          <p:attrName>style.visibility</p:attrName>
                                        </p:attrNameLst>
                                      </p:cBhvr>
                                      <p:to>
                                        <p:strVal val="visible"/>
                                      </p:to>
                                    </p:set>
                                    <p:animEffect transition="in" filter="dissolve">
                                      <p:cBhvr>
                                        <p:cTn id="48"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5"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58" name="Group 357">
            <a:extLst>
              <a:ext uri="{FF2B5EF4-FFF2-40B4-BE49-F238E27FC236}">
                <a16:creationId xmlns:a16="http://schemas.microsoft.com/office/drawing/2014/main" id="{EFC6901E-6625-8845-BE3F-534E18DC96EB}"/>
              </a:ext>
            </a:extLst>
          </p:cNvPr>
          <p:cNvGrpSpPr/>
          <p:nvPr/>
        </p:nvGrpSpPr>
        <p:grpSpPr>
          <a:xfrm>
            <a:off x="2822712" y="1130710"/>
            <a:ext cx="1552644" cy="2620631"/>
            <a:chOff x="3216002" y="1012723"/>
            <a:chExt cx="1552644" cy="2620631"/>
          </a:xfrm>
        </p:grpSpPr>
        <p:sp>
          <p:nvSpPr>
            <p:cNvPr id="359" name="Freeform 358">
              <a:extLst>
                <a:ext uri="{FF2B5EF4-FFF2-40B4-BE49-F238E27FC236}">
                  <a16:creationId xmlns:a16="http://schemas.microsoft.com/office/drawing/2014/main" id="{4CD71459-EB0F-DA48-840A-CE1D12C897D0}"/>
                </a:ext>
              </a:extLst>
            </p:cNvPr>
            <p:cNvSpPr/>
            <p:nvPr/>
          </p:nvSpPr>
          <p:spPr>
            <a:xfrm>
              <a:off x="4316362" y="1042219"/>
              <a:ext cx="452284" cy="2389239"/>
            </a:xfrm>
            <a:custGeom>
              <a:avLst/>
              <a:gdLst>
                <a:gd name="connsiteX0" fmla="*/ 0 w 491613"/>
                <a:gd name="connsiteY0" fmla="*/ 0 h 2389239"/>
                <a:gd name="connsiteX1" fmla="*/ 491613 w 491613"/>
                <a:gd name="connsiteY1" fmla="*/ 904568 h 2389239"/>
                <a:gd name="connsiteX2" fmla="*/ 491613 w 491613"/>
                <a:gd name="connsiteY2" fmla="*/ 1052052 h 2389239"/>
                <a:gd name="connsiteX3" fmla="*/ 19665 w 491613"/>
                <a:gd name="connsiteY3" fmla="*/ 2389239 h 2389239"/>
                <a:gd name="connsiteX4" fmla="*/ 0 w 491613"/>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0 w 452284"/>
                <a:gd name="connsiteY0" fmla="*/ 0 h 2389239"/>
                <a:gd name="connsiteX1" fmla="*/ 452284 w 452284"/>
                <a:gd name="connsiteY1" fmla="*/ 904568 h 2389239"/>
                <a:gd name="connsiteX2" fmla="*/ 452284 w 452284"/>
                <a:gd name="connsiteY2" fmla="*/ 1052052 h 2389239"/>
                <a:gd name="connsiteX3" fmla="*/ 9833 w 452284"/>
                <a:gd name="connsiteY3" fmla="*/ 2389239 h 2389239"/>
                <a:gd name="connsiteX4" fmla="*/ 0 w 452284"/>
                <a:gd name="connsiteY4" fmla="*/ 0 h 2389239"/>
                <a:gd name="connsiteX0" fmla="*/ 0 w 452284"/>
                <a:gd name="connsiteY0" fmla="*/ 0 h 2389239"/>
                <a:gd name="connsiteX1" fmla="*/ 452284 w 452284"/>
                <a:gd name="connsiteY1" fmla="*/ 904568 h 2389239"/>
                <a:gd name="connsiteX2" fmla="*/ 452284 w 452284"/>
                <a:gd name="connsiteY2" fmla="*/ 1052052 h 2389239"/>
                <a:gd name="connsiteX3" fmla="*/ 9833 w 452284"/>
                <a:gd name="connsiteY3" fmla="*/ 2389239 h 2389239"/>
                <a:gd name="connsiteX4" fmla="*/ 0 w 452284"/>
                <a:gd name="connsiteY4" fmla="*/ 0 h 2389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284" h="2389239">
                  <a:moveTo>
                    <a:pt x="0" y="0"/>
                  </a:moveTo>
                  <a:cubicBezTo>
                    <a:pt x="170425" y="625988"/>
                    <a:pt x="242530" y="681703"/>
                    <a:pt x="452284" y="904568"/>
                  </a:cubicBezTo>
                  <a:lnTo>
                    <a:pt x="452284" y="1052052"/>
                  </a:lnTo>
                  <a:cubicBezTo>
                    <a:pt x="206477" y="1507613"/>
                    <a:pt x="137653" y="1825523"/>
                    <a:pt x="9833" y="2389239"/>
                  </a:cubicBezTo>
                  <a:cubicBezTo>
                    <a:pt x="6555" y="1592826"/>
                    <a:pt x="3278" y="796413"/>
                    <a:pt x="0" y="0"/>
                  </a:cubicBez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60" name="Group 359">
              <a:extLst>
                <a:ext uri="{FF2B5EF4-FFF2-40B4-BE49-F238E27FC236}">
                  <a16:creationId xmlns:a16="http://schemas.microsoft.com/office/drawing/2014/main" id="{0EDC177C-D23A-4F4C-864F-FFDFF6E33129}"/>
                </a:ext>
              </a:extLst>
            </p:cNvPr>
            <p:cNvGrpSpPr/>
            <p:nvPr/>
          </p:nvGrpSpPr>
          <p:grpSpPr>
            <a:xfrm>
              <a:off x="3216002" y="1012723"/>
              <a:ext cx="1130292" cy="2620631"/>
              <a:chOff x="3216002" y="1012723"/>
              <a:chExt cx="1130292" cy="2620631"/>
            </a:xfrm>
          </p:grpSpPr>
          <p:sp>
            <p:nvSpPr>
              <p:cNvPr id="361" name="Rectangle 360">
                <a:extLst>
                  <a:ext uri="{FF2B5EF4-FFF2-40B4-BE49-F238E27FC236}">
                    <a16:creationId xmlns:a16="http://schemas.microsoft.com/office/drawing/2014/main" id="{F9DA473D-F5CB-3B48-B236-B65636E0B23E}"/>
                  </a:ext>
                </a:extLst>
              </p:cNvPr>
              <p:cNvSpPr/>
              <p:nvPr/>
            </p:nvSpPr>
            <p:spPr>
              <a:xfrm>
                <a:off x="3224981" y="1012723"/>
                <a:ext cx="1111045" cy="24187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62" name="Group 361">
                <a:extLst>
                  <a:ext uri="{FF2B5EF4-FFF2-40B4-BE49-F238E27FC236}">
                    <a16:creationId xmlns:a16="http://schemas.microsoft.com/office/drawing/2014/main" id="{FBAC5385-3193-A948-B616-246766D0C301}"/>
                  </a:ext>
                </a:extLst>
              </p:cNvPr>
              <p:cNvGrpSpPr/>
              <p:nvPr/>
            </p:nvGrpSpPr>
            <p:grpSpPr>
              <a:xfrm>
                <a:off x="3216002" y="1017253"/>
                <a:ext cx="1130292" cy="2616101"/>
                <a:chOff x="9472118" y="702026"/>
                <a:chExt cx="1130292" cy="2616101"/>
              </a:xfrm>
            </p:grpSpPr>
            <p:sp>
              <p:nvSpPr>
                <p:cNvPr id="363" name="Rectangle 362">
                  <a:extLst>
                    <a:ext uri="{FF2B5EF4-FFF2-40B4-BE49-F238E27FC236}">
                      <a16:creationId xmlns:a16="http://schemas.microsoft.com/office/drawing/2014/main" id="{62FD532C-FB8E-AD49-9559-40749CB0E8D6}"/>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64" name="TextBox 363">
                  <a:extLst>
                    <a:ext uri="{FF2B5EF4-FFF2-40B4-BE49-F238E27FC236}">
                      <a16:creationId xmlns:a16="http://schemas.microsoft.com/office/drawing/2014/main" id="{21E168E0-497F-9044-9F81-6819E97B423F}"/>
                    </a:ext>
                  </a:extLst>
                </p:cNvPr>
                <p:cNvSpPr txBox="1"/>
                <p:nvPr/>
              </p:nvSpPr>
              <p:spPr>
                <a:xfrm>
                  <a:off x="9472118" y="702026"/>
                  <a:ext cx="1117197" cy="2616101"/>
                </a:xfrm>
                <a:prstGeom prst="rect">
                  <a:avLst/>
                </a:prstGeom>
                <a:noFill/>
              </p:spPr>
              <p:txBody>
                <a:bodyPr wrap="square" rtlCol="0">
                  <a:spAutoFit/>
                </a:bodyPr>
                <a:lstStyle/>
                <a:p>
                  <a:pPr algn="ctr"/>
                  <a:r>
                    <a:rPr lang="en-US" sz="2000" dirty="0">
                      <a:solidFill>
                        <a:prstClr val="white"/>
                      </a:solidFill>
                    </a:rPr>
                    <a:t>DV in a: </a:t>
                  </a:r>
                  <a:r>
                    <a:rPr lang="en-US" sz="1600" dirty="0">
                      <a:solidFill>
                        <a:prstClr val="black"/>
                      </a:solidFill>
                    </a:rPr>
                    <a:t>D</a:t>
                  </a:r>
                  <a:r>
                    <a:rPr lang="en-US" sz="1600" baseline="-25000" dirty="0">
                      <a:solidFill>
                        <a:prstClr val="black"/>
                      </a:solidFill>
                    </a:rPr>
                    <a:t>a</a:t>
                  </a:r>
                  <a:r>
                    <a:rPr lang="en-US" sz="1600" dirty="0">
                      <a:solidFill>
                        <a:prstClr val="black"/>
                      </a:solidFill>
                    </a:rPr>
                    <a:t>(a)=0</a:t>
                  </a:r>
                </a:p>
                <a:p>
                  <a:pPr algn="ctr"/>
                  <a:r>
                    <a:rPr lang="en-US" sz="1600" dirty="0">
                      <a:solidFill>
                        <a:prstClr val="black"/>
                      </a:solidFill>
                    </a:rPr>
                    <a:t>D</a:t>
                  </a:r>
                  <a:r>
                    <a:rPr lang="en-US" sz="1600" baseline="-25000" dirty="0">
                      <a:solidFill>
                        <a:prstClr val="black"/>
                      </a:solidFill>
                    </a:rPr>
                    <a:t>a</a:t>
                  </a:r>
                  <a:r>
                    <a:rPr lang="en-US" sz="1600" dirty="0">
                      <a:solidFill>
                        <a:prstClr val="black"/>
                      </a:solidFill>
                    </a:rPr>
                    <a:t>(b) = 8</a:t>
                  </a:r>
                  <a:endParaRPr lang="en-US" sz="1600" dirty="0">
                    <a:solidFill>
                      <a:prstClr val="black"/>
                    </a:solidFill>
                    <a:cs typeface="Arial" charset="0"/>
                  </a:endParaRPr>
                </a:p>
                <a:p>
                  <a:pPr algn="ctr"/>
                  <a:r>
                    <a:rPr lang="en-US" sz="1600" dirty="0">
                      <a:solidFill>
                        <a:prstClr val="black"/>
                      </a:solidFill>
                    </a:rPr>
                    <a:t>D</a:t>
                  </a:r>
                  <a:r>
                    <a:rPr lang="en-US" sz="1600" baseline="-25000" dirty="0">
                      <a:solidFill>
                        <a:prstClr val="black"/>
                      </a:solidFill>
                    </a:rPr>
                    <a:t>a</a:t>
                  </a:r>
                  <a:r>
                    <a:rPr lang="en-US" sz="1600" dirty="0">
                      <a:solidFill>
                        <a:prstClr val="black"/>
                      </a:solidFill>
                    </a:rPr>
                    <a:t>(c) =</a:t>
                  </a:r>
                  <a:r>
                    <a:rPr lang="en-US" sz="1600" dirty="0">
                      <a:solidFill>
                        <a:prstClr val="black"/>
                      </a:solidFill>
                      <a:cs typeface="Arial" charset="0"/>
                    </a:rPr>
                    <a:t> ∞</a:t>
                  </a:r>
                </a:p>
                <a:p>
                  <a:pPr algn="ctr"/>
                  <a:r>
                    <a:rPr lang="en-US" sz="1600" dirty="0">
                      <a:solidFill>
                        <a:prstClr val="black"/>
                      </a:solidFill>
                    </a:rPr>
                    <a:t>D</a:t>
                  </a:r>
                  <a:r>
                    <a:rPr lang="en-US" sz="1600" baseline="-25000" dirty="0">
                      <a:solidFill>
                        <a:prstClr val="black"/>
                      </a:solidFill>
                    </a:rPr>
                    <a:t>a</a:t>
                  </a:r>
                  <a:r>
                    <a:rPr lang="en-US" sz="1600" dirty="0">
                      <a:solidFill>
                        <a:prstClr val="black"/>
                      </a:solidFill>
                    </a:rPr>
                    <a:t>(d) =</a:t>
                  </a:r>
                  <a:r>
                    <a:rPr lang="en-US" sz="1600" dirty="0">
                      <a:solidFill>
                        <a:prstClr val="black"/>
                      </a:solidFill>
                      <a:cs typeface="Arial" charset="0"/>
                    </a:rPr>
                    <a:t> 1</a:t>
                  </a:r>
                </a:p>
                <a:p>
                  <a:pPr algn="ctr"/>
                  <a:r>
                    <a:rPr lang="en-US" sz="1600" dirty="0">
                      <a:solidFill>
                        <a:prstClr val="black"/>
                      </a:solidFill>
                    </a:rPr>
                    <a:t>D</a:t>
                  </a:r>
                  <a:r>
                    <a:rPr lang="en-US" sz="1600" baseline="-25000" dirty="0">
                      <a:solidFill>
                        <a:prstClr val="black"/>
                      </a:solidFill>
                    </a:rPr>
                    <a:t>a</a:t>
                  </a:r>
                  <a:r>
                    <a:rPr lang="en-US" sz="1600" dirty="0">
                      <a:solidFill>
                        <a:prstClr val="black"/>
                      </a:solidFill>
                    </a:rPr>
                    <a:t>(e) =</a:t>
                  </a:r>
                  <a:r>
                    <a:rPr lang="en-US" sz="1600" dirty="0">
                      <a:solidFill>
                        <a:prstClr val="black"/>
                      </a:solidFill>
                      <a:cs typeface="Arial" charset="0"/>
                    </a:rPr>
                    <a:t> ∞</a:t>
                  </a:r>
                </a:p>
                <a:p>
                  <a:pPr algn="ctr"/>
                  <a:r>
                    <a:rPr lang="en-US" sz="1600" dirty="0">
                      <a:solidFill>
                        <a:prstClr val="black"/>
                      </a:solidFill>
                    </a:rPr>
                    <a:t>D</a:t>
                  </a:r>
                  <a:r>
                    <a:rPr lang="en-US" sz="1600" baseline="-25000" dirty="0">
                      <a:solidFill>
                        <a:prstClr val="black"/>
                      </a:solidFill>
                    </a:rPr>
                    <a:t>a</a:t>
                  </a:r>
                  <a:r>
                    <a:rPr lang="en-US" sz="1600" dirty="0">
                      <a:solidFill>
                        <a:prstClr val="black"/>
                      </a:solidFill>
                    </a:rPr>
                    <a:t>(f) =</a:t>
                  </a:r>
                  <a:r>
                    <a:rPr lang="en-US" sz="1600" dirty="0">
                      <a:solidFill>
                        <a:prstClr val="black"/>
                      </a:solidFill>
                      <a:cs typeface="Arial" charset="0"/>
                    </a:rPr>
                    <a:t> ∞</a:t>
                  </a:r>
                </a:p>
                <a:p>
                  <a:pPr algn="ctr"/>
                  <a:r>
                    <a:rPr lang="en-US" sz="1600" dirty="0">
                      <a:solidFill>
                        <a:prstClr val="black"/>
                      </a:solidFill>
                    </a:rPr>
                    <a:t>D</a:t>
                  </a:r>
                  <a:r>
                    <a:rPr lang="en-US" sz="1600" baseline="-25000" dirty="0">
                      <a:solidFill>
                        <a:prstClr val="black"/>
                      </a:solidFill>
                    </a:rPr>
                    <a:t>a</a:t>
                  </a:r>
                  <a:r>
                    <a:rPr lang="en-US" sz="1600" dirty="0">
                      <a:solidFill>
                        <a:prstClr val="black"/>
                      </a:solidFill>
                    </a:rPr>
                    <a:t>(g) =</a:t>
                  </a:r>
                  <a:r>
                    <a:rPr lang="en-US" sz="1600" dirty="0">
                      <a:solidFill>
                        <a:prstClr val="black"/>
                      </a:solidFill>
                      <a:cs typeface="Arial" charset="0"/>
                    </a:rPr>
                    <a:t> ∞</a:t>
                  </a:r>
                </a:p>
                <a:p>
                  <a:pPr algn="ctr"/>
                  <a:r>
                    <a:rPr lang="en-US" sz="1600" dirty="0">
                      <a:solidFill>
                        <a:prstClr val="black"/>
                      </a:solidFill>
                    </a:rPr>
                    <a:t>D</a:t>
                  </a:r>
                  <a:r>
                    <a:rPr lang="en-US" sz="1600" baseline="-25000" dirty="0">
                      <a:solidFill>
                        <a:prstClr val="black"/>
                      </a:solidFill>
                    </a:rPr>
                    <a:t>a</a:t>
                  </a:r>
                  <a:r>
                    <a:rPr lang="en-US" sz="1600" dirty="0">
                      <a:solidFill>
                        <a:prstClr val="black"/>
                      </a:solidFill>
                    </a:rPr>
                    <a:t>(h) =</a:t>
                  </a:r>
                  <a:r>
                    <a:rPr lang="en-US" sz="1600" dirty="0">
                      <a:solidFill>
                        <a:prstClr val="black"/>
                      </a:solidFill>
                      <a:cs typeface="Arial" charset="0"/>
                    </a:rPr>
                    <a:t> ∞</a:t>
                  </a:r>
                </a:p>
                <a:p>
                  <a:pPr algn="ctr"/>
                  <a:r>
                    <a:rPr lang="en-US" sz="1600" dirty="0">
                      <a:solidFill>
                        <a:prstClr val="black"/>
                      </a:solidFill>
                    </a:rPr>
                    <a:t>D</a:t>
                  </a:r>
                  <a:r>
                    <a:rPr lang="en-US" sz="1600" baseline="-25000" dirty="0">
                      <a:solidFill>
                        <a:prstClr val="black"/>
                      </a:solidFill>
                    </a:rPr>
                    <a:t>a</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cxnSp>
              <p:nvCxnSpPr>
                <p:cNvPr id="365" name="Straight Connector 364">
                  <a:extLst>
                    <a:ext uri="{FF2B5EF4-FFF2-40B4-BE49-F238E27FC236}">
                      <a16:creationId xmlns:a16="http://schemas.microsoft.com/office/drawing/2014/main" id="{B09A1AE0-8356-D74F-B5C2-A657CA3ED6AC}"/>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6" name="Rectangle 365">
                  <a:extLst>
                    <a:ext uri="{FF2B5EF4-FFF2-40B4-BE49-F238E27FC236}">
                      <a16:creationId xmlns:a16="http://schemas.microsoft.com/office/drawing/2014/main" id="{06F76BBD-7406-A34C-951B-FADCC0FF3664}"/>
                    </a:ext>
                  </a:extLst>
                </p:cNvPr>
                <p:cNvSpPr/>
                <p:nvPr/>
              </p:nvSpPr>
              <p:spPr>
                <a:xfrm>
                  <a:off x="9479666" y="706056"/>
                  <a:ext cx="1122744" cy="25894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grpSp>
      <p:sp>
        <p:nvSpPr>
          <p:cNvPr id="2" name="Title 1">
            <a:extLst>
              <a:ext uri="{FF2B5EF4-FFF2-40B4-BE49-F238E27FC236}">
                <a16:creationId xmlns:a16="http://schemas.microsoft.com/office/drawing/2014/main" id="{252B9189-7CDF-0741-9858-A79357149B7C}"/>
              </a:ext>
            </a:extLst>
          </p:cNvPr>
          <p:cNvSpPr>
            <a:spLocks noGrp="1"/>
          </p:cNvSpPr>
          <p:nvPr>
            <p:ph type="title"/>
          </p:nvPr>
        </p:nvSpPr>
        <p:spPr>
          <a:xfrm>
            <a:off x="826625" y="174028"/>
            <a:ext cx="10515600" cy="894622"/>
          </a:xfrm>
        </p:spPr>
        <p:txBody>
          <a:bodyPr/>
          <a:lstStyle/>
          <a:p>
            <a:r>
              <a:rPr lang="en-US" dirty="0"/>
              <a:t>Distance vector: example</a:t>
            </a:r>
          </a:p>
        </p:txBody>
      </p:sp>
      <p:sp>
        <p:nvSpPr>
          <p:cNvPr id="5" name="Slide Number Placeholder 4">
            <a:extLst>
              <a:ext uri="{FF2B5EF4-FFF2-40B4-BE49-F238E27FC236}">
                <a16:creationId xmlns:a16="http://schemas.microsoft.com/office/drawing/2014/main" id="{98E05715-B0AC-CF47-B242-18018B71339C}"/>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52</a:t>
            </a:fld>
            <a:endParaRPr lang="en-US" dirty="0">
              <a:solidFill>
                <a:prstClr val="white">
                  <a:lumMod val="50000"/>
                </a:prstClr>
              </a:solidFill>
            </a:endParaRPr>
          </a:p>
        </p:txBody>
      </p:sp>
      <p:cxnSp>
        <p:nvCxnSpPr>
          <p:cNvPr id="82" name="Straight Connector 81">
            <a:extLst>
              <a:ext uri="{FF2B5EF4-FFF2-40B4-BE49-F238E27FC236}">
                <a16:creationId xmlns:a16="http://schemas.microsoft.com/office/drawing/2014/main" id="{374B35E8-95B6-B946-8240-59B747B607B3}"/>
              </a:ext>
            </a:extLst>
          </p:cNvPr>
          <p:cNvCxnSpPr>
            <a:cxnSpLocks/>
            <a:stCxn id="76" idx="2"/>
            <a:endCxn id="76" idx="0"/>
          </p:cNvCxnSpPr>
          <p:nvPr/>
        </p:nvCxnSpPr>
        <p:spPr>
          <a:xfrm flipV="1">
            <a:off x="6530326" y="2129120"/>
            <a:ext cx="0" cy="38631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DE34EA38-AB93-704A-ACF2-764D62663226}"/>
              </a:ext>
            </a:extLst>
          </p:cNvPr>
          <p:cNvCxnSpPr>
            <a:cxnSpLocks/>
            <a:stCxn id="76" idx="1"/>
            <a:endCxn id="76" idx="3"/>
          </p:cNvCxnSpPr>
          <p:nvPr/>
        </p:nvCxnSpPr>
        <p:spPr>
          <a:xfrm>
            <a:off x="4598770" y="4060675"/>
            <a:ext cx="386311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Rectangle 75">
            <a:extLst>
              <a:ext uri="{FF2B5EF4-FFF2-40B4-BE49-F238E27FC236}">
                <a16:creationId xmlns:a16="http://schemas.microsoft.com/office/drawing/2014/main" id="{A169888C-5E10-3E40-BC1D-A5D0DB850712}"/>
              </a:ext>
            </a:extLst>
          </p:cNvPr>
          <p:cNvSpPr/>
          <p:nvPr/>
        </p:nvSpPr>
        <p:spPr>
          <a:xfrm>
            <a:off x="4598770" y="2129120"/>
            <a:ext cx="3863111" cy="3863111"/>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sp>
        <p:nvSpPr>
          <p:cNvPr id="150" name="Rectangle 149">
            <a:extLst>
              <a:ext uri="{FF2B5EF4-FFF2-40B4-BE49-F238E27FC236}">
                <a16:creationId xmlns:a16="http://schemas.microsoft.com/office/drawing/2014/main" id="{CB39BACF-E4D1-6641-8B8C-0274EDEFA113}"/>
              </a:ext>
            </a:extLst>
          </p:cNvPr>
          <p:cNvSpPr/>
          <p:nvPr/>
        </p:nvSpPr>
        <p:spPr>
          <a:xfrm>
            <a:off x="8380337" y="2200470"/>
            <a:ext cx="132508" cy="185510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grpSp>
        <p:nvGrpSpPr>
          <p:cNvPr id="1034" name="Group 1033">
            <a:extLst>
              <a:ext uri="{FF2B5EF4-FFF2-40B4-BE49-F238E27FC236}">
                <a16:creationId xmlns:a16="http://schemas.microsoft.com/office/drawing/2014/main" id="{B4BFA757-E5EA-9A42-8A16-AA2091E708C8}"/>
              </a:ext>
            </a:extLst>
          </p:cNvPr>
          <p:cNvGrpSpPr/>
          <p:nvPr/>
        </p:nvGrpSpPr>
        <p:grpSpPr>
          <a:xfrm>
            <a:off x="4333785" y="5772213"/>
            <a:ext cx="4395351" cy="404576"/>
            <a:chOff x="4333785" y="5772213"/>
            <a:chExt cx="4395351" cy="404576"/>
          </a:xfrm>
        </p:grpSpPr>
        <p:grpSp>
          <p:nvGrpSpPr>
            <p:cNvPr id="184" name="Group 183">
              <a:extLst>
                <a:ext uri="{FF2B5EF4-FFF2-40B4-BE49-F238E27FC236}">
                  <a16:creationId xmlns:a16="http://schemas.microsoft.com/office/drawing/2014/main" id="{600795BD-C1B6-1748-B28A-001A8505BE86}"/>
                </a:ext>
              </a:extLst>
            </p:cNvPr>
            <p:cNvGrpSpPr/>
            <p:nvPr/>
          </p:nvGrpSpPr>
          <p:grpSpPr>
            <a:xfrm>
              <a:off x="4333785" y="5772213"/>
              <a:ext cx="531821" cy="369069"/>
              <a:chOff x="1348328" y="2475647"/>
              <a:chExt cx="603916" cy="419100"/>
            </a:xfrm>
          </p:grpSpPr>
          <p:grpSp>
            <p:nvGrpSpPr>
              <p:cNvPr id="205" name="Group 204">
                <a:extLst>
                  <a:ext uri="{FF2B5EF4-FFF2-40B4-BE49-F238E27FC236}">
                    <a16:creationId xmlns:a16="http://schemas.microsoft.com/office/drawing/2014/main" id="{CE81AFB3-2346-434C-A463-93F9C295562A}"/>
                  </a:ext>
                </a:extLst>
              </p:cNvPr>
              <p:cNvGrpSpPr/>
              <p:nvPr/>
            </p:nvGrpSpPr>
            <p:grpSpPr>
              <a:xfrm>
                <a:off x="1348328" y="2555748"/>
                <a:ext cx="603916" cy="308999"/>
                <a:chOff x="5278570" y="2983486"/>
                <a:chExt cx="501650" cy="233363"/>
              </a:xfrm>
            </p:grpSpPr>
            <p:sp>
              <p:nvSpPr>
                <p:cNvPr id="209" name="Oval 5">
                  <a:extLst>
                    <a:ext uri="{FF2B5EF4-FFF2-40B4-BE49-F238E27FC236}">
                      <a16:creationId xmlns:a16="http://schemas.microsoft.com/office/drawing/2014/main" id="{7918ED2E-E380-6C4E-86AA-0BF9D7614418}"/>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0" name="Line 6">
                  <a:extLst>
                    <a:ext uri="{FF2B5EF4-FFF2-40B4-BE49-F238E27FC236}">
                      <a16:creationId xmlns:a16="http://schemas.microsoft.com/office/drawing/2014/main" id="{45F96407-8127-654C-9C52-5B6269075623}"/>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1" name="Line 7">
                  <a:extLst>
                    <a:ext uri="{FF2B5EF4-FFF2-40B4-BE49-F238E27FC236}">
                      <a16:creationId xmlns:a16="http://schemas.microsoft.com/office/drawing/2014/main" id="{F1C01DA2-272A-CD4F-87F1-779C30F35559}"/>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2" name="Rectangle 8">
                  <a:extLst>
                    <a:ext uri="{FF2B5EF4-FFF2-40B4-BE49-F238E27FC236}">
                      <a16:creationId xmlns:a16="http://schemas.microsoft.com/office/drawing/2014/main" id="{7969C970-9697-A847-B375-82D629934D59}"/>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13" name="Oval 9">
                  <a:extLst>
                    <a:ext uri="{FF2B5EF4-FFF2-40B4-BE49-F238E27FC236}">
                      <a16:creationId xmlns:a16="http://schemas.microsoft.com/office/drawing/2014/main" id="{F8D02D26-0EA1-FD40-AD1F-E4E8635F47CA}"/>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06" name="Group 44">
                <a:extLst>
                  <a:ext uri="{FF2B5EF4-FFF2-40B4-BE49-F238E27FC236}">
                    <a16:creationId xmlns:a16="http://schemas.microsoft.com/office/drawing/2014/main" id="{02C0B744-445A-A04E-812A-2D60476C1521}"/>
                  </a:ext>
                </a:extLst>
              </p:cNvPr>
              <p:cNvGrpSpPr>
                <a:grpSpLocks/>
              </p:cNvGrpSpPr>
              <p:nvPr/>
            </p:nvGrpSpPr>
            <p:grpSpPr bwMode="auto">
              <a:xfrm>
                <a:off x="1456374" y="2475647"/>
                <a:ext cx="355165" cy="419100"/>
                <a:chOff x="2944" y="2405"/>
                <a:chExt cx="227" cy="264"/>
              </a:xfrm>
            </p:grpSpPr>
            <p:sp>
              <p:nvSpPr>
                <p:cNvPr id="207" name="Rectangle 45">
                  <a:extLst>
                    <a:ext uri="{FF2B5EF4-FFF2-40B4-BE49-F238E27FC236}">
                      <a16:creationId xmlns:a16="http://schemas.microsoft.com/office/drawing/2014/main" id="{83E6E4B2-940F-B749-91D8-19B033341D50}"/>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8" name="Text Box 46">
                  <a:extLst>
                    <a:ext uri="{FF2B5EF4-FFF2-40B4-BE49-F238E27FC236}">
                      <a16:creationId xmlns:a16="http://schemas.microsoft.com/office/drawing/2014/main" id="{16D546E0-A23E-174D-8F0D-BFB691AF1D6C}"/>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g</a:t>
                  </a:r>
                  <a:endParaRPr lang="en-US" sz="2000" kern="0" dirty="0">
                    <a:solidFill>
                      <a:srgbClr val="000000"/>
                    </a:solidFill>
                  </a:endParaRPr>
                </a:p>
              </p:txBody>
            </p:sp>
          </p:grpSp>
        </p:grpSp>
        <p:grpSp>
          <p:nvGrpSpPr>
            <p:cNvPr id="185" name="Group 184">
              <a:extLst>
                <a:ext uri="{FF2B5EF4-FFF2-40B4-BE49-F238E27FC236}">
                  <a16:creationId xmlns:a16="http://schemas.microsoft.com/office/drawing/2014/main" id="{34A0F8A7-FCD0-9A45-80B9-24CC78B561FE}"/>
                </a:ext>
              </a:extLst>
            </p:cNvPr>
            <p:cNvGrpSpPr/>
            <p:nvPr/>
          </p:nvGrpSpPr>
          <p:grpSpPr>
            <a:xfrm>
              <a:off x="6263949" y="5807720"/>
              <a:ext cx="531821" cy="369069"/>
              <a:chOff x="1348328" y="2507397"/>
              <a:chExt cx="603916" cy="419100"/>
            </a:xfrm>
          </p:grpSpPr>
          <p:grpSp>
            <p:nvGrpSpPr>
              <p:cNvPr id="196" name="Group 195">
                <a:extLst>
                  <a:ext uri="{FF2B5EF4-FFF2-40B4-BE49-F238E27FC236}">
                    <a16:creationId xmlns:a16="http://schemas.microsoft.com/office/drawing/2014/main" id="{18AECA76-7F06-F84A-928B-C13839D9F43F}"/>
                  </a:ext>
                </a:extLst>
              </p:cNvPr>
              <p:cNvGrpSpPr/>
              <p:nvPr/>
            </p:nvGrpSpPr>
            <p:grpSpPr>
              <a:xfrm>
                <a:off x="1348328" y="2555748"/>
                <a:ext cx="603916" cy="308999"/>
                <a:chOff x="5278570" y="2983486"/>
                <a:chExt cx="501650" cy="233363"/>
              </a:xfrm>
            </p:grpSpPr>
            <p:sp>
              <p:nvSpPr>
                <p:cNvPr id="200" name="Oval 5">
                  <a:extLst>
                    <a:ext uri="{FF2B5EF4-FFF2-40B4-BE49-F238E27FC236}">
                      <a16:creationId xmlns:a16="http://schemas.microsoft.com/office/drawing/2014/main" id="{04917013-CC10-D043-8A71-34F24813049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1" name="Line 6">
                  <a:extLst>
                    <a:ext uri="{FF2B5EF4-FFF2-40B4-BE49-F238E27FC236}">
                      <a16:creationId xmlns:a16="http://schemas.microsoft.com/office/drawing/2014/main" id="{7E7DEF49-D295-8547-9FE7-8CBB42CEB81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2" name="Line 7">
                  <a:extLst>
                    <a:ext uri="{FF2B5EF4-FFF2-40B4-BE49-F238E27FC236}">
                      <a16:creationId xmlns:a16="http://schemas.microsoft.com/office/drawing/2014/main" id="{5633B25D-6786-5A4A-A44E-E4A1EE3575B2}"/>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3" name="Rectangle 8">
                  <a:extLst>
                    <a:ext uri="{FF2B5EF4-FFF2-40B4-BE49-F238E27FC236}">
                      <a16:creationId xmlns:a16="http://schemas.microsoft.com/office/drawing/2014/main" id="{968E012E-E513-8340-9324-11A79B223E28}"/>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04" name="Oval 9">
                  <a:extLst>
                    <a:ext uri="{FF2B5EF4-FFF2-40B4-BE49-F238E27FC236}">
                      <a16:creationId xmlns:a16="http://schemas.microsoft.com/office/drawing/2014/main" id="{7AFB2A7E-90B7-454F-BABB-E2A39AC7C95C}"/>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97" name="Group 44">
                <a:extLst>
                  <a:ext uri="{FF2B5EF4-FFF2-40B4-BE49-F238E27FC236}">
                    <a16:creationId xmlns:a16="http://schemas.microsoft.com/office/drawing/2014/main" id="{5567606D-D82D-2A4D-A3C8-A7D0703B3CC5}"/>
                  </a:ext>
                </a:extLst>
              </p:cNvPr>
              <p:cNvGrpSpPr>
                <a:grpSpLocks/>
              </p:cNvGrpSpPr>
              <p:nvPr/>
            </p:nvGrpSpPr>
            <p:grpSpPr bwMode="auto">
              <a:xfrm>
                <a:off x="1456374" y="2507397"/>
                <a:ext cx="355165" cy="419100"/>
                <a:chOff x="2944" y="2425"/>
                <a:chExt cx="227" cy="264"/>
              </a:xfrm>
            </p:grpSpPr>
            <p:sp>
              <p:nvSpPr>
                <p:cNvPr id="198" name="Rectangle 45">
                  <a:extLst>
                    <a:ext uri="{FF2B5EF4-FFF2-40B4-BE49-F238E27FC236}">
                      <a16:creationId xmlns:a16="http://schemas.microsoft.com/office/drawing/2014/main" id="{39206D20-AD6D-3242-8865-2C6680CB410C}"/>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9" name="Text Box 46">
                  <a:extLst>
                    <a:ext uri="{FF2B5EF4-FFF2-40B4-BE49-F238E27FC236}">
                      <a16:creationId xmlns:a16="http://schemas.microsoft.com/office/drawing/2014/main" id="{E3BB3556-A335-984F-978A-FECE515B6702}"/>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h</a:t>
                  </a:r>
                  <a:endParaRPr lang="en-US" sz="2000" kern="0" dirty="0">
                    <a:solidFill>
                      <a:srgbClr val="000000"/>
                    </a:solidFill>
                  </a:endParaRPr>
                </a:p>
              </p:txBody>
            </p:sp>
          </p:grpSp>
        </p:grpSp>
        <p:grpSp>
          <p:nvGrpSpPr>
            <p:cNvPr id="186" name="Group 185">
              <a:extLst>
                <a:ext uri="{FF2B5EF4-FFF2-40B4-BE49-F238E27FC236}">
                  <a16:creationId xmlns:a16="http://schemas.microsoft.com/office/drawing/2014/main" id="{3B620D34-7BA8-EF49-AC1C-93F5BBC84AEC}"/>
                </a:ext>
              </a:extLst>
            </p:cNvPr>
            <p:cNvGrpSpPr/>
            <p:nvPr/>
          </p:nvGrpSpPr>
          <p:grpSpPr>
            <a:xfrm>
              <a:off x="8197315" y="5805271"/>
              <a:ext cx="531821" cy="369069"/>
              <a:chOff x="1348328" y="2507397"/>
              <a:chExt cx="603916" cy="419100"/>
            </a:xfrm>
          </p:grpSpPr>
          <p:grpSp>
            <p:nvGrpSpPr>
              <p:cNvPr id="187" name="Group 186">
                <a:extLst>
                  <a:ext uri="{FF2B5EF4-FFF2-40B4-BE49-F238E27FC236}">
                    <a16:creationId xmlns:a16="http://schemas.microsoft.com/office/drawing/2014/main" id="{A6C2F80D-43A1-5746-B518-C0C4F1A20ACD}"/>
                  </a:ext>
                </a:extLst>
              </p:cNvPr>
              <p:cNvGrpSpPr/>
              <p:nvPr/>
            </p:nvGrpSpPr>
            <p:grpSpPr>
              <a:xfrm>
                <a:off x="1348328" y="2555748"/>
                <a:ext cx="603916" cy="308999"/>
                <a:chOff x="5278570" y="2983486"/>
                <a:chExt cx="501650" cy="233363"/>
              </a:xfrm>
            </p:grpSpPr>
            <p:sp>
              <p:nvSpPr>
                <p:cNvPr id="191" name="Oval 5">
                  <a:extLst>
                    <a:ext uri="{FF2B5EF4-FFF2-40B4-BE49-F238E27FC236}">
                      <a16:creationId xmlns:a16="http://schemas.microsoft.com/office/drawing/2014/main" id="{442E1AFF-BC2C-C849-85D1-13E42B701CE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2" name="Line 6">
                  <a:extLst>
                    <a:ext uri="{FF2B5EF4-FFF2-40B4-BE49-F238E27FC236}">
                      <a16:creationId xmlns:a16="http://schemas.microsoft.com/office/drawing/2014/main" id="{C2994154-DB6D-E247-8511-C6FE8D9665F8}"/>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3" name="Line 7">
                  <a:extLst>
                    <a:ext uri="{FF2B5EF4-FFF2-40B4-BE49-F238E27FC236}">
                      <a16:creationId xmlns:a16="http://schemas.microsoft.com/office/drawing/2014/main" id="{C730A3ED-5222-5348-831E-092DE7D6CEE3}"/>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4" name="Rectangle 8">
                  <a:extLst>
                    <a:ext uri="{FF2B5EF4-FFF2-40B4-BE49-F238E27FC236}">
                      <a16:creationId xmlns:a16="http://schemas.microsoft.com/office/drawing/2014/main" id="{BED424F7-1928-5F41-831D-417161F220B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195" name="Oval 9">
                  <a:extLst>
                    <a:ext uri="{FF2B5EF4-FFF2-40B4-BE49-F238E27FC236}">
                      <a16:creationId xmlns:a16="http://schemas.microsoft.com/office/drawing/2014/main" id="{76DDF5F9-ACB7-E642-ACEA-223EE2F5F418}"/>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88" name="Group 44">
                <a:extLst>
                  <a:ext uri="{FF2B5EF4-FFF2-40B4-BE49-F238E27FC236}">
                    <a16:creationId xmlns:a16="http://schemas.microsoft.com/office/drawing/2014/main" id="{495DC56F-8C0E-6549-849D-6D43F4F8BC0A}"/>
                  </a:ext>
                </a:extLst>
              </p:cNvPr>
              <p:cNvGrpSpPr>
                <a:grpSpLocks/>
              </p:cNvGrpSpPr>
              <p:nvPr/>
            </p:nvGrpSpPr>
            <p:grpSpPr bwMode="auto">
              <a:xfrm>
                <a:off x="1500196" y="2507397"/>
                <a:ext cx="267548" cy="419100"/>
                <a:chOff x="2972" y="2425"/>
                <a:chExt cx="171" cy="264"/>
              </a:xfrm>
            </p:grpSpPr>
            <p:sp>
              <p:nvSpPr>
                <p:cNvPr id="189" name="Rectangle 45">
                  <a:extLst>
                    <a:ext uri="{FF2B5EF4-FFF2-40B4-BE49-F238E27FC236}">
                      <a16:creationId xmlns:a16="http://schemas.microsoft.com/office/drawing/2014/main" id="{892DBBAB-E011-FD4A-BA7E-105CEF9075A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0" name="Text Box 46">
                  <a:extLst>
                    <a:ext uri="{FF2B5EF4-FFF2-40B4-BE49-F238E27FC236}">
                      <a16:creationId xmlns:a16="http://schemas.microsoft.com/office/drawing/2014/main" id="{173A4036-1DC3-BD4D-9E66-D9BC48C58BA0}"/>
                    </a:ext>
                  </a:extLst>
                </p:cNvPr>
                <p:cNvSpPr txBox="1">
                  <a:spLocks noChangeArrowheads="1"/>
                </p:cNvSpPr>
                <p:nvPr/>
              </p:nvSpPr>
              <p:spPr bwMode="auto">
                <a:xfrm>
                  <a:off x="2972" y="2425"/>
                  <a:ext cx="17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i</a:t>
                  </a:r>
                  <a:endParaRPr lang="en-US" sz="2000" kern="0" dirty="0">
                    <a:solidFill>
                      <a:srgbClr val="000000"/>
                    </a:solidFill>
                  </a:endParaRPr>
                </a:p>
              </p:txBody>
            </p:sp>
          </p:grpSp>
        </p:grpSp>
      </p:grpSp>
      <p:sp>
        <p:nvSpPr>
          <p:cNvPr id="215" name="TextBox 214">
            <a:extLst>
              <a:ext uri="{FF2B5EF4-FFF2-40B4-BE49-F238E27FC236}">
                <a16:creationId xmlns:a16="http://schemas.microsoft.com/office/drawing/2014/main" id="{74A89238-377F-A840-BB03-52D53CBBC3F3}"/>
              </a:ext>
            </a:extLst>
          </p:cNvPr>
          <p:cNvSpPr txBox="1"/>
          <p:nvPr/>
        </p:nvSpPr>
        <p:spPr>
          <a:xfrm>
            <a:off x="4305782" y="2870522"/>
            <a:ext cx="301686" cy="338554"/>
          </a:xfrm>
          <a:prstGeom prst="rect">
            <a:avLst/>
          </a:prstGeom>
          <a:noFill/>
        </p:spPr>
        <p:txBody>
          <a:bodyPr wrap="square" rtlCol="0">
            <a:spAutoFit/>
          </a:bodyPr>
          <a:lstStyle/>
          <a:p>
            <a:r>
              <a:rPr lang="en-US" sz="1600" dirty="0">
                <a:solidFill>
                  <a:prstClr val="black"/>
                </a:solidFill>
              </a:rPr>
              <a:t>1</a:t>
            </a:r>
          </a:p>
        </p:txBody>
      </p:sp>
      <p:sp>
        <p:nvSpPr>
          <p:cNvPr id="216" name="TextBox 215">
            <a:extLst>
              <a:ext uri="{FF2B5EF4-FFF2-40B4-BE49-F238E27FC236}">
                <a16:creationId xmlns:a16="http://schemas.microsoft.com/office/drawing/2014/main" id="{3D3F7215-9DE8-0542-8CCA-A9CEDC8717E2}"/>
              </a:ext>
            </a:extLst>
          </p:cNvPr>
          <p:cNvSpPr txBox="1"/>
          <p:nvPr/>
        </p:nvSpPr>
        <p:spPr>
          <a:xfrm>
            <a:off x="6217534" y="2860877"/>
            <a:ext cx="288862" cy="338554"/>
          </a:xfrm>
          <a:prstGeom prst="rect">
            <a:avLst/>
          </a:prstGeom>
          <a:noFill/>
        </p:spPr>
        <p:txBody>
          <a:bodyPr wrap="none" rtlCol="0">
            <a:spAutoFit/>
          </a:bodyPr>
          <a:lstStyle/>
          <a:p>
            <a:r>
              <a:rPr lang="en-US" sz="1600" dirty="0">
                <a:solidFill>
                  <a:prstClr val="black"/>
                </a:solidFill>
              </a:rPr>
              <a:t>1</a:t>
            </a:r>
          </a:p>
        </p:txBody>
      </p:sp>
      <p:sp>
        <p:nvSpPr>
          <p:cNvPr id="217" name="TextBox 216">
            <a:extLst>
              <a:ext uri="{FF2B5EF4-FFF2-40B4-BE49-F238E27FC236}">
                <a16:creationId xmlns:a16="http://schemas.microsoft.com/office/drawing/2014/main" id="{FC342D48-14A2-BA4E-A191-060C4177F678}"/>
              </a:ext>
            </a:extLst>
          </p:cNvPr>
          <p:cNvSpPr txBox="1"/>
          <p:nvPr/>
        </p:nvSpPr>
        <p:spPr>
          <a:xfrm>
            <a:off x="4296138" y="4886446"/>
            <a:ext cx="301686" cy="338554"/>
          </a:xfrm>
          <a:prstGeom prst="rect">
            <a:avLst/>
          </a:prstGeom>
          <a:noFill/>
        </p:spPr>
        <p:txBody>
          <a:bodyPr wrap="square" rtlCol="0">
            <a:spAutoFit/>
          </a:bodyPr>
          <a:lstStyle/>
          <a:p>
            <a:r>
              <a:rPr lang="en-US" sz="1600" dirty="0">
                <a:solidFill>
                  <a:prstClr val="black"/>
                </a:solidFill>
              </a:rPr>
              <a:t>1</a:t>
            </a:r>
          </a:p>
        </p:txBody>
      </p:sp>
      <p:sp>
        <p:nvSpPr>
          <p:cNvPr id="218" name="TextBox 217">
            <a:extLst>
              <a:ext uri="{FF2B5EF4-FFF2-40B4-BE49-F238E27FC236}">
                <a16:creationId xmlns:a16="http://schemas.microsoft.com/office/drawing/2014/main" id="{C9336A94-9BC9-8F41-95A7-69E18360DF3D}"/>
              </a:ext>
            </a:extLst>
          </p:cNvPr>
          <p:cNvSpPr txBox="1"/>
          <p:nvPr/>
        </p:nvSpPr>
        <p:spPr>
          <a:xfrm>
            <a:off x="6231040" y="4888376"/>
            <a:ext cx="288862" cy="338554"/>
          </a:xfrm>
          <a:prstGeom prst="rect">
            <a:avLst/>
          </a:prstGeom>
          <a:noFill/>
        </p:spPr>
        <p:txBody>
          <a:bodyPr wrap="none" rtlCol="0">
            <a:spAutoFit/>
          </a:bodyPr>
          <a:lstStyle/>
          <a:p>
            <a:r>
              <a:rPr lang="en-US" sz="1600" dirty="0">
                <a:solidFill>
                  <a:prstClr val="black"/>
                </a:solidFill>
              </a:rPr>
              <a:t>1</a:t>
            </a:r>
          </a:p>
        </p:txBody>
      </p:sp>
      <p:sp>
        <p:nvSpPr>
          <p:cNvPr id="219" name="TextBox 218">
            <a:extLst>
              <a:ext uri="{FF2B5EF4-FFF2-40B4-BE49-F238E27FC236}">
                <a16:creationId xmlns:a16="http://schemas.microsoft.com/office/drawing/2014/main" id="{E11EFAA3-3025-6E40-9F7B-8AEC8E44C52D}"/>
              </a:ext>
            </a:extLst>
          </p:cNvPr>
          <p:cNvSpPr txBox="1"/>
          <p:nvPr/>
        </p:nvSpPr>
        <p:spPr>
          <a:xfrm>
            <a:off x="8154365" y="4890306"/>
            <a:ext cx="288862" cy="338554"/>
          </a:xfrm>
          <a:prstGeom prst="rect">
            <a:avLst/>
          </a:prstGeom>
          <a:noFill/>
        </p:spPr>
        <p:txBody>
          <a:bodyPr wrap="none" rtlCol="0">
            <a:spAutoFit/>
          </a:bodyPr>
          <a:lstStyle/>
          <a:p>
            <a:r>
              <a:rPr lang="en-US" sz="1600" dirty="0">
                <a:solidFill>
                  <a:prstClr val="black"/>
                </a:solidFill>
              </a:rPr>
              <a:t>1</a:t>
            </a:r>
          </a:p>
        </p:txBody>
      </p:sp>
      <p:sp>
        <p:nvSpPr>
          <p:cNvPr id="221" name="TextBox 220">
            <a:extLst>
              <a:ext uri="{FF2B5EF4-FFF2-40B4-BE49-F238E27FC236}">
                <a16:creationId xmlns:a16="http://schemas.microsoft.com/office/drawing/2014/main" id="{EECDCBF1-5ACC-CF43-B981-907337945BA2}"/>
              </a:ext>
            </a:extLst>
          </p:cNvPr>
          <p:cNvSpPr txBox="1"/>
          <p:nvPr/>
        </p:nvSpPr>
        <p:spPr>
          <a:xfrm>
            <a:off x="5442030" y="4029920"/>
            <a:ext cx="301686" cy="338554"/>
          </a:xfrm>
          <a:prstGeom prst="rect">
            <a:avLst/>
          </a:prstGeom>
          <a:noFill/>
        </p:spPr>
        <p:txBody>
          <a:bodyPr wrap="square" rtlCol="0">
            <a:spAutoFit/>
          </a:bodyPr>
          <a:lstStyle/>
          <a:p>
            <a:r>
              <a:rPr lang="en-US" sz="1600" dirty="0">
                <a:solidFill>
                  <a:prstClr val="black"/>
                </a:solidFill>
              </a:rPr>
              <a:t>1</a:t>
            </a:r>
          </a:p>
        </p:txBody>
      </p:sp>
      <p:sp>
        <p:nvSpPr>
          <p:cNvPr id="222" name="TextBox 221">
            <a:extLst>
              <a:ext uri="{FF2B5EF4-FFF2-40B4-BE49-F238E27FC236}">
                <a16:creationId xmlns:a16="http://schemas.microsoft.com/office/drawing/2014/main" id="{2DD32315-0DAF-354B-ADE2-76F406D6A871}"/>
              </a:ext>
            </a:extLst>
          </p:cNvPr>
          <p:cNvSpPr txBox="1"/>
          <p:nvPr/>
        </p:nvSpPr>
        <p:spPr>
          <a:xfrm>
            <a:off x="7353782" y="4020275"/>
            <a:ext cx="288862" cy="338554"/>
          </a:xfrm>
          <a:prstGeom prst="rect">
            <a:avLst/>
          </a:prstGeom>
          <a:noFill/>
        </p:spPr>
        <p:txBody>
          <a:bodyPr wrap="none" rtlCol="0">
            <a:spAutoFit/>
          </a:bodyPr>
          <a:lstStyle/>
          <a:p>
            <a:r>
              <a:rPr lang="en-US" sz="1600" dirty="0">
                <a:solidFill>
                  <a:prstClr val="black"/>
                </a:solidFill>
              </a:rPr>
              <a:t>1</a:t>
            </a:r>
          </a:p>
        </p:txBody>
      </p:sp>
      <p:sp>
        <p:nvSpPr>
          <p:cNvPr id="223" name="TextBox 222">
            <a:extLst>
              <a:ext uri="{FF2B5EF4-FFF2-40B4-BE49-F238E27FC236}">
                <a16:creationId xmlns:a16="http://schemas.microsoft.com/office/drawing/2014/main" id="{25B3E8DA-82E1-B746-9524-A8B47546C7B7}"/>
              </a:ext>
            </a:extLst>
          </p:cNvPr>
          <p:cNvSpPr txBox="1"/>
          <p:nvPr/>
        </p:nvSpPr>
        <p:spPr>
          <a:xfrm>
            <a:off x="5443958" y="5953247"/>
            <a:ext cx="301686" cy="338554"/>
          </a:xfrm>
          <a:prstGeom prst="rect">
            <a:avLst/>
          </a:prstGeom>
          <a:noFill/>
        </p:spPr>
        <p:txBody>
          <a:bodyPr wrap="square" rtlCol="0">
            <a:spAutoFit/>
          </a:bodyPr>
          <a:lstStyle/>
          <a:p>
            <a:r>
              <a:rPr lang="en-US" sz="1600" dirty="0">
                <a:solidFill>
                  <a:prstClr val="black"/>
                </a:solidFill>
              </a:rPr>
              <a:t>1</a:t>
            </a:r>
          </a:p>
        </p:txBody>
      </p:sp>
      <p:sp>
        <p:nvSpPr>
          <p:cNvPr id="224" name="TextBox 223">
            <a:extLst>
              <a:ext uri="{FF2B5EF4-FFF2-40B4-BE49-F238E27FC236}">
                <a16:creationId xmlns:a16="http://schemas.microsoft.com/office/drawing/2014/main" id="{51516E14-40A2-B34F-B880-05B80B68D6FC}"/>
              </a:ext>
            </a:extLst>
          </p:cNvPr>
          <p:cNvSpPr txBox="1"/>
          <p:nvPr/>
        </p:nvSpPr>
        <p:spPr>
          <a:xfrm>
            <a:off x="7355710" y="5943602"/>
            <a:ext cx="288862" cy="338554"/>
          </a:xfrm>
          <a:prstGeom prst="rect">
            <a:avLst/>
          </a:prstGeom>
          <a:noFill/>
        </p:spPr>
        <p:txBody>
          <a:bodyPr wrap="none" rtlCol="0">
            <a:spAutoFit/>
          </a:bodyPr>
          <a:lstStyle/>
          <a:p>
            <a:r>
              <a:rPr lang="en-US" sz="1600" dirty="0">
                <a:solidFill>
                  <a:prstClr val="black"/>
                </a:solidFill>
              </a:rPr>
              <a:t>1</a:t>
            </a:r>
          </a:p>
        </p:txBody>
      </p:sp>
      <p:sp>
        <p:nvSpPr>
          <p:cNvPr id="225" name="TextBox 224">
            <a:extLst>
              <a:ext uri="{FF2B5EF4-FFF2-40B4-BE49-F238E27FC236}">
                <a16:creationId xmlns:a16="http://schemas.microsoft.com/office/drawing/2014/main" id="{9174059A-E895-E740-9A26-AA7943E4A64F}"/>
              </a:ext>
            </a:extLst>
          </p:cNvPr>
          <p:cNvSpPr txBox="1"/>
          <p:nvPr/>
        </p:nvSpPr>
        <p:spPr>
          <a:xfrm>
            <a:off x="5445886" y="2123956"/>
            <a:ext cx="301686" cy="338554"/>
          </a:xfrm>
          <a:prstGeom prst="rect">
            <a:avLst/>
          </a:prstGeom>
          <a:noFill/>
        </p:spPr>
        <p:txBody>
          <a:bodyPr wrap="square" rtlCol="0">
            <a:spAutoFit/>
          </a:bodyPr>
          <a:lstStyle/>
          <a:p>
            <a:r>
              <a:rPr lang="en-US" sz="1600" dirty="0">
                <a:solidFill>
                  <a:prstClr val="black"/>
                </a:solidFill>
              </a:rPr>
              <a:t>8</a:t>
            </a:r>
          </a:p>
        </p:txBody>
      </p:sp>
      <p:sp>
        <p:nvSpPr>
          <p:cNvPr id="226" name="TextBox 225">
            <a:extLst>
              <a:ext uri="{FF2B5EF4-FFF2-40B4-BE49-F238E27FC236}">
                <a16:creationId xmlns:a16="http://schemas.microsoft.com/office/drawing/2014/main" id="{F7510488-7C59-7449-A4EE-C5A32BFCB3A5}"/>
              </a:ext>
            </a:extLst>
          </p:cNvPr>
          <p:cNvSpPr txBox="1"/>
          <p:nvPr/>
        </p:nvSpPr>
        <p:spPr>
          <a:xfrm>
            <a:off x="7357638" y="2114311"/>
            <a:ext cx="288862" cy="338554"/>
          </a:xfrm>
          <a:prstGeom prst="rect">
            <a:avLst/>
          </a:prstGeom>
          <a:noFill/>
        </p:spPr>
        <p:txBody>
          <a:bodyPr wrap="none" rtlCol="0">
            <a:spAutoFit/>
          </a:bodyPr>
          <a:lstStyle/>
          <a:p>
            <a:r>
              <a:rPr lang="en-US" sz="1600" dirty="0">
                <a:solidFill>
                  <a:prstClr val="black"/>
                </a:solidFill>
              </a:rPr>
              <a:t>1</a:t>
            </a:r>
          </a:p>
        </p:txBody>
      </p:sp>
      <p:grpSp>
        <p:nvGrpSpPr>
          <p:cNvPr id="254" name="Group 253">
            <a:extLst>
              <a:ext uri="{FF2B5EF4-FFF2-40B4-BE49-F238E27FC236}">
                <a16:creationId xmlns:a16="http://schemas.microsoft.com/office/drawing/2014/main" id="{20D98609-9181-0C4A-AE2C-346DD87867AA}"/>
              </a:ext>
            </a:extLst>
          </p:cNvPr>
          <p:cNvGrpSpPr/>
          <p:nvPr/>
        </p:nvGrpSpPr>
        <p:grpSpPr>
          <a:xfrm>
            <a:off x="584365" y="1859143"/>
            <a:ext cx="736099" cy="1229581"/>
            <a:chOff x="10030307" y="3444875"/>
            <a:chExt cx="736099" cy="1229581"/>
          </a:xfrm>
        </p:grpSpPr>
        <p:sp>
          <p:nvSpPr>
            <p:cNvPr id="227" name="TextBox 226">
              <a:extLst>
                <a:ext uri="{FF2B5EF4-FFF2-40B4-BE49-F238E27FC236}">
                  <a16:creationId xmlns:a16="http://schemas.microsoft.com/office/drawing/2014/main" id="{28F628B2-E287-644F-9022-BD27AE29D1B1}"/>
                </a:ext>
              </a:extLst>
            </p:cNvPr>
            <p:cNvSpPr txBox="1"/>
            <p:nvPr/>
          </p:nvSpPr>
          <p:spPr>
            <a:xfrm>
              <a:off x="10030307" y="4089681"/>
              <a:ext cx="736099" cy="584775"/>
            </a:xfrm>
            <a:prstGeom prst="rect">
              <a:avLst/>
            </a:prstGeom>
            <a:noFill/>
          </p:spPr>
          <p:txBody>
            <a:bodyPr wrap="none" rtlCol="0">
              <a:spAutoFit/>
            </a:bodyPr>
            <a:lstStyle/>
            <a:p>
              <a:r>
                <a:rPr lang="en-US" sz="3200" dirty="0">
                  <a:solidFill>
                    <a:prstClr val="black"/>
                  </a:solidFill>
                </a:rPr>
                <a:t>t=0</a:t>
              </a:r>
            </a:p>
          </p:txBody>
        </p:sp>
        <p:grpSp>
          <p:nvGrpSpPr>
            <p:cNvPr id="253" name="Group 252">
              <a:extLst>
                <a:ext uri="{FF2B5EF4-FFF2-40B4-BE49-F238E27FC236}">
                  <a16:creationId xmlns:a16="http://schemas.microsoft.com/office/drawing/2014/main" id="{CC49A0EA-8708-104C-8A7B-0A0875E68DB4}"/>
                </a:ext>
              </a:extLst>
            </p:cNvPr>
            <p:cNvGrpSpPr/>
            <p:nvPr/>
          </p:nvGrpSpPr>
          <p:grpSpPr>
            <a:xfrm>
              <a:off x="10034588" y="3444875"/>
              <a:ext cx="682627" cy="682625"/>
              <a:chOff x="10034588" y="3444875"/>
              <a:chExt cx="682627" cy="682625"/>
            </a:xfrm>
          </p:grpSpPr>
          <p:sp>
            <p:nvSpPr>
              <p:cNvPr id="228" name="Oval 227">
                <a:extLst>
                  <a:ext uri="{FF2B5EF4-FFF2-40B4-BE49-F238E27FC236}">
                    <a16:creationId xmlns:a16="http://schemas.microsoft.com/office/drawing/2014/main" id="{17BA58CB-2477-BE4F-97AD-F6234ACEAEAE}"/>
                  </a:ext>
                </a:extLst>
              </p:cNvPr>
              <p:cNvSpPr/>
              <p:nvPr/>
            </p:nvSpPr>
            <p:spPr>
              <a:xfrm>
                <a:off x="10039551" y="3449256"/>
                <a:ext cx="671332" cy="671332"/>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230" name="Straight Connector 229">
                <a:extLst>
                  <a:ext uri="{FF2B5EF4-FFF2-40B4-BE49-F238E27FC236}">
                    <a16:creationId xmlns:a16="http://schemas.microsoft.com/office/drawing/2014/main" id="{A83B3BF1-2FE7-D941-8F17-F53DF698D3D4}"/>
                  </a:ext>
                </a:extLst>
              </p:cNvPr>
              <p:cNvCxnSpPr/>
              <p:nvPr/>
            </p:nvCxnSpPr>
            <p:spPr>
              <a:xfrm>
                <a:off x="10372725" y="34448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809C848E-61D7-604B-904F-F46B1F70915E}"/>
                  </a:ext>
                </a:extLst>
              </p:cNvPr>
              <p:cNvCxnSpPr/>
              <p:nvPr/>
            </p:nvCxnSpPr>
            <p:spPr>
              <a:xfrm>
                <a:off x="10372725" y="40671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3" name="Straight Connector 232">
                <a:extLst>
                  <a:ext uri="{FF2B5EF4-FFF2-40B4-BE49-F238E27FC236}">
                    <a16:creationId xmlns:a16="http://schemas.microsoft.com/office/drawing/2014/main" id="{6E443275-F9DD-D04E-8D60-BAD1DFBA800E}"/>
                  </a:ext>
                </a:extLst>
              </p:cNvPr>
              <p:cNvCxnSpPr>
                <a:cxnSpLocks/>
              </p:cNvCxnSpPr>
              <p:nvPr/>
            </p:nvCxnSpPr>
            <p:spPr>
              <a:xfrm rot="16200000">
                <a:off x="10064751"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4" name="Straight Connector 233">
                <a:extLst>
                  <a:ext uri="{FF2B5EF4-FFF2-40B4-BE49-F238E27FC236}">
                    <a16:creationId xmlns:a16="http://schemas.microsoft.com/office/drawing/2014/main" id="{1A40FE45-C3D5-8644-80E7-3A6FF3B0D482}"/>
                  </a:ext>
                </a:extLst>
              </p:cNvPr>
              <p:cNvCxnSpPr>
                <a:cxnSpLocks/>
              </p:cNvCxnSpPr>
              <p:nvPr/>
            </p:nvCxnSpPr>
            <p:spPr>
              <a:xfrm rot="16200000">
                <a:off x="10687053"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5" name="Straight Connector 234">
                <a:extLst>
                  <a:ext uri="{FF2B5EF4-FFF2-40B4-BE49-F238E27FC236}">
                    <a16:creationId xmlns:a16="http://schemas.microsoft.com/office/drawing/2014/main" id="{A92626E3-5D76-4747-8F59-14CDEC813418}"/>
                  </a:ext>
                </a:extLst>
              </p:cNvPr>
              <p:cNvCxnSpPr>
                <a:cxnSpLocks/>
              </p:cNvCxnSpPr>
              <p:nvPr/>
            </p:nvCxnSpPr>
            <p:spPr>
              <a:xfrm>
                <a:off x="10523542" y="40370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4BE49970-1DAF-8145-AC4C-92BBC982EFAC}"/>
                  </a:ext>
                </a:extLst>
              </p:cNvPr>
              <p:cNvCxnSpPr>
                <a:cxnSpLocks/>
              </p:cNvCxnSpPr>
              <p:nvPr/>
            </p:nvCxnSpPr>
            <p:spPr>
              <a:xfrm>
                <a:off x="10202867" y="34909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1D7190C8-8824-E245-88FF-07416CD845EC}"/>
                  </a:ext>
                </a:extLst>
              </p:cNvPr>
              <p:cNvCxnSpPr>
                <a:cxnSpLocks/>
              </p:cNvCxnSpPr>
              <p:nvPr/>
            </p:nvCxnSpPr>
            <p:spPr>
              <a:xfrm flipH="1">
                <a:off x="10196517" y="40338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B93D5913-A28D-6F4C-84E5-4BFBB5E94829}"/>
                  </a:ext>
                </a:extLst>
              </p:cNvPr>
              <p:cNvCxnSpPr>
                <a:cxnSpLocks/>
              </p:cNvCxnSpPr>
              <p:nvPr/>
            </p:nvCxnSpPr>
            <p:spPr>
              <a:xfrm flipH="1">
                <a:off x="10517192" y="34877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0DAC6B31-B886-0043-8195-9BFF5909EE55}"/>
                  </a:ext>
                </a:extLst>
              </p:cNvPr>
              <p:cNvCxnSpPr>
                <a:cxnSpLocks/>
              </p:cNvCxnSpPr>
              <p:nvPr/>
            </p:nvCxnSpPr>
            <p:spPr>
              <a:xfrm flipH="1">
                <a:off x="10631493" y="36115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47" name="Straight Connector 246">
                <a:extLst>
                  <a:ext uri="{FF2B5EF4-FFF2-40B4-BE49-F238E27FC236}">
                    <a16:creationId xmlns:a16="http://schemas.microsoft.com/office/drawing/2014/main" id="{FE8501E0-4894-EB46-9A8C-90438C4B458B}"/>
                  </a:ext>
                </a:extLst>
              </p:cNvPr>
              <p:cNvCxnSpPr>
                <a:cxnSpLocks/>
              </p:cNvCxnSpPr>
              <p:nvPr/>
            </p:nvCxnSpPr>
            <p:spPr>
              <a:xfrm flipH="1">
                <a:off x="10085393" y="39290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7D05F761-1E2D-D242-8145-FA6CB5216129}"/>
                  </a:ext>
                </a:extLst>
              </p:cNvPr>
              <p:cNvCxnSpPr>
                <a:cxnSpLocks/>
              </p:cNvCxnSpPr>
              <p:nvPr/>
            </p:nvCxnSpPr>
            <p:spPr>
              <a:xfrm flipH="1" flipV="1">
                <a:off x="10094918" y="36147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E8E9805E-BE5E-D841-AC71-C07001BD4DBA}"/>
                  </a:ext>
                </a:extLst>
              </p:cNvPr>
              <p:cNvCxnSpPr>
                <a:cxnSpLocks/>
              </p:cNvCxnSpPr>
              <p:nvPr/>
            </p:nvCxnSpPr>
            <p:spPr>
              <a:xfrm flipH="1" flipV="1">
                <a:off x="10631493" y="39322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250" name="Oval 249">
                <a:extLst>
                  <a:ext uri="{FF2B5EF4-FFF2-40B4-BE49-F238E27FC236}">
                    <a16:creationId xmlns:a16="http://schemas.microsoft.com/office/drawing/2014/main" id="{FC54B5C3-6CE5-0444-91FF-053BF6CE589C}"/>
                  </a:ext>
                </a:extLst>
              </p:cNvPr>
              <p:cNvSpPr/>
              <p:nvPr/>
            </p:nvSpPr>
            <p:spPr>
              <a:xfrm>
                <a:off x="10331450" y="3743325"/>
                <a:ext cx="82550" cy="87136"/>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252" name="Straight Connector 251">
                <a:extLst>
                  <a:ext uri="{FF2B5EF4-FFF2-40B4-BE49-F238E27FC236}">
                    <a16:creationId xmlns:a16="http://schemas.microsoft.com/office/drawing/2014/main" id="{1FFD0838-0271-4340-8F0B-74EF500112A7}"/>
                  </a:ext>
                </a:extLst>
              </p:cNvPr>
              <p:cNvCxnSpPr>
                <a:cxnSpLocks/>
              </p:cNvCxnSpPr>
              <p:nvPr/>
            </p:nvCxnSpPr>
            <p:spPr>
              <a:xfrm>
                <a:off x="10372725" y="3548510"/>
                <a:ext cx="0" cy="207515"/>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grpSp>
      </p:grpSp>
      <p:sp>
        <p:nvSpPr>
          <p:cNvPr id="255" name="TextBox 254">
            <a:extLst>
              <a:ext uri="{FF2B5EF4-FFF2-40B4-BE49-F238E27FC236}">
                <a16:creationId xmlns:a16="http://schemas.microsoft.com/office/drawing/2014/main" id="{748F6DEF-668E-5841-A6A2-B63A0C4711C1}"/>
              </a:ext>
            </a:extLst>
          </p:cNvPr>
          <p:cNvSpPr txBox="1"/>
          <p:nvPr/>
        </p:nvSpPr>
        <p:spPr>
          <a:xfrm flipH="1">
            <a:off x="427284" y="3275636"/>
            <a:ext cx="2195814" cy="1089529"/>
          </a:xfrm>
          <a:prstGeom prst="rect">
            <a:avLst/>
          </a:prstGeom>
          <a:noFill/>
        </p:spPr>
        <p:txBody>
          <a:bodyPr wrap="square" rtlCol="0">
            <a:spAutoFit/>
          </a:bodyPr>
          <a:lstStyle/>
          <a:p>
            <a:pPr marL="285750" indent="-285750">
              <a:lnSpc>
                <a:spcPct val="90000"/>
              </a:lnSpc>
              <a:buClr>
                <a:srgbClr val="0000A8"/>
              </a:buClr>
              <a:buFont typeface="Wingdings" pitchFamily="2" charset="2"/>
              <a:buChar char="§"/>
            </a:pPr>
            <a:r>
              <a:rPr lang="en-US" dirty="0">
                <a:solidFill>
                  <a:prstClr val="black"/>
                </a:solidFill>
              </a:rPr>
              <a:t>All nodes have distance estimates to nearest neighbors (only)</a:t>
            </a:r>
          </a:p>
        </p:txBody>
      </p:sp>
      <p:grpSp>
        <p:nvGrpSpPr>
          <p:cNvPr id="1029" name="Group 1028">
            <a:extLst>
              <a:ext uri="{FF2B5EF4-FFF2-40B4-BE49-F238E27FC236}">
                <a16:creationId xmlns:a16="http://schemas.microsoft.com/office/drawing/2014/main" id="{317D5632-B975-3440-BACC-A257B3D4043E}"/>
              </a:ext>
            </a:extLst>
          </p:cNvPr>
          <p:cNvGrpSpPr/>
          <p:nvPr/>
        </p:nvGrpSpPr>
        <p:grpSpPr>
          <a:xfrm>
            <a:off x="5663694" y="2293717"/>
            <a:ext cx="5624685" cy="2298788"/>
            <a:chOff x="5663694" y="2293717"/>
            <a:chExt cx="5624685" cy="2298788"/>
          </a:xfrm>
        </p:grpSpPr>
        <p:sp>
          <p:nvSpPr>
            <p:cNvPr id="1024" name="TextBox 1023">
              <a:extLst>
                <a:ext uri="{FF2B5EF4-FFF2-40B4-BE49-F238E27FC236}">
                  <a16:creationId xmlns:a16="http://schemas.microsoft.com/office/drawing/2014/main" id="{F3693395-6389-7A45-93DD-EF462B33B043}"/>
                </a:ext>
              </a:extLst>
            </p:cNvPr>
            <p:cNvSpPr txBox="1"/>
            <p:nvPr/>
          </p:nvSpPr>
          <p:spPr>
            <a:xfrm>
              <a:off x="9259747" y="3669175"/>
              <a:ext cx="2028632" cy="923330"/>
            </a:xfrm>
            <a:prstGeom prst="rect">
              <a:avLst/>
            </a:prstGeom>
            <a:noFill/>
          </p:spPr>
          <p:txBody>
            <a:bodyPr wrap="none" rtlCol="0">
              <a:spAutoFit/>
            </a:bodyPr>
            <a:lstStyle/>
            <a:p>
              <a:r>
                <a:rPr lang="en-US" dirty="0">
                  <a:solidFill>
                    <a:prstClr val="black"/>
                  </a:solidFill>
                </a:rPr>
                <a:t>A few asymmetries:</a:t>
              </a:r>
            </a:p>
            <a:p>
              <a:pPr marL="285750" indent="-285750">
                <a:buClr>
                  <a:srgbClr val="0000A8"/>
                </a:buClr>
                <a:buFont typeface="Wingdings" pitchFamily="2" charset="2"/>
                <a:buChar char="§"/>
              </a:pPr>
              <a:r>
                <a:rPr lang="en-US" dirty="0">
                  <a:solidFill>
                    <a:prstClr val="black"/>
                  </a:solidFill>
                </a:rPr>
                <a:t>missing link</a:t>
              </a:r>
            </a:p>
            <a:p>
              <a:pPr marL="285750" indent="-285750">
                <a:buClr>
                  <a:srgbClr val="0000A8"/>
                </a:buClr>
                <a:buFont typeface="Wingdings" pitchFamily="2" charset="2"/>
                <a:buChar char="§"/>
              </a:pPr>
              <a:r>
                <a:rPr lang="en-US" dirty="0">
                  <a:solidFill>
                    <a:prstClr val="black"/>
                  </a:solidFill>
                </a:rPr>
                <a:t>larger cost</a:t>
              </a:r>
            </a:p>
          </p:txBody>
        </p:sp>
        <p:cxnSp>
          <p:nvCxnSpPr>
            <p:cNvPr id="1027" name="Straight Arrow Connector 1026">
              <a:extLst>
                <a:ext uri="{FF2B5EF4-FFF2-40B4-BE49-F238E27FC236}">
                  <a16:creationId xmlns:a16="http://schemas.microsoft.com/office/drawing/2014/main" id="{4E929335-40BB-CB40-86CA-FAACFF10EC6F}"/>
                </a:ext>
              </a:extLst>
            </p:cNvPr>
            <p:cNvCxnSpPr/>
            <p:nvPr/>
          </p:nvCxnSpPr>
          <p:spPr>
            <a:xfrm flipH="1" flipV="1">
              <a:off x="8414795" y="3032568"/>
              <a:ext cx="995423" cy="1111169"/>
            </a:xfrm>
            <a:prstGeom prst="straightConnector1">
              <a:avLst/>
            </a:prstGeom>
            <a:ln>
              <a:solidFill>
                <a:srgbClr val="0000A8"/>
              </a:solidFill>
              <a:tailEnd type="triangle"/>
            </a:ln>
          </p:spPr>
          <p:style>
            <a:lnRef idx="1">
              <a:schemeClr val="accent1"/>
            </a:lnRef>
            <a:fillRef idx="0">
              <a:schemeClr val="accent1"/>
            </a:fillRef>
            <a:effectRef idx="0">
              <a:schemeClr val="accent1"/>
            </a:effectRef>
            <a:fontRef idx="minor">
              <a:schemeClr val="tx1"/>
            </a:fontRef>
          </p:style>
        </p:cxnSp>
        <p:cxnSp>
          <p:nvCxnSpPr>
            <p:cNvPr id="260" name="Straight Arrow Connector 259">
              <a:extLst>
                <a:ext uri="{FF2B5EF4-FFF2-40B4-BE49-F238E27FC236}">
                  <a16:creationId xmlns:a16="http://schemas.microsoft.com/office/drawing/2014/main" id="{8C615253-8FD8-C347-9EAB-9A57486BFFB0}"/>
                </a:ext>
              </a:extLst>
            </p:cNvPr>
            <p:cNvCxnSpPr>
              <a:cxnSpLocks/>
            </p:cNvCxnSpPr>
            <p:nvPr/>
          </p:nvCxnSpPr>
          <p:spPr>
            <a:xfrm flipH="1" flipV="1">
              <a:off x="5663694" y="2293717"/>
              <a:ext cx="3726112" cy="2091470"/>
            </a:xfrm>
            <a:prstGeom prst="straightConnector1">
              <a:avLst/>
            </a:prstGeom>
            <a:ln>
              <a:solidFill>
                <a:srgbClr val="0000A8"/>
              </a:solidFill>
              <a:tailEnd type="triangle"/>
            </a:ln>
          </p:spPr>
          <p:style>
            <a:lnRef idx="1">
              <a:schemeClr val="accent1"/>
            </a:lnRef>
            <a:fillRef idx="0">
              <a:schemeClr val="accent1"/>
            </a:fillRef>
            <a:effectRef idx="0">
              <a:schemeClr val="accent1"/>
            </a:effectRef>
            <a:fontRef idx="minor">
              <a:schemeClr val="tx1"/>
            </a:fontRef>
          </p:style>
        </p:cxnSp>
      </p:grpSp>
      <p:sp>
        <p:nvSpPr>
          <p:cNvPr id="1032" name="Right Arrow 1031">
            <a:extLst>
              <a:ext uri="{FF2B5EF4-FFF2-40B4-BE49-F238E27FC236}">
                <a16:creationId xmlns:a16="http://schemas.microsoft.com/office/drawing/2014/main" id="{48701230-5EB3-4E4B-BEE9-CAD81136ECFC}"/>
              </a:ext>
            </a:extLst>
          </p:cNvPr>
          <p:cNvSpPr/>
          <p:nvPr/>
        </p:nvSpPr>
        <p:spPr>
          <a:xfrm rot="5400000">
            <a:off x="4399933" y="256130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67" name="Right Arrow 266">
            <a:extLst>
              <a:ext uri="{FF2B5EF4-FFF2-40B4-BE49-F238E27FC236}">
                <a16:creationId xmlns:a16="http://schemas.microsoft.com/office/drawing/2014/main" id="{39C7E016-9840-8340-9D5C-7C9BC5953296}"/>
              </a:ext>
            </a:extLst>
          </p:cNvPr>
          <p:cNvSpPr/>
          <p:nvPr/>
        </p:nvSpPr>
        <p:spPr>
          <a:xfrm rot="16200000">
            <a:off x="4395017" y="3470788"/>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68" name="Right Arrow 267">
            <a:extLst>
              <a:ext uri="{FF2B5EF4-FFF2-40B4-BE49-F238E27FC236}">
                <a16:creationId xmlns:a16="http://schemas.microsoft.com/office/drawing/2014/main" id="{0E4D6E8C-7EAB-9E44-AEFC-4FA875BCA32C}"/>
              </a:ext>
            </a:extLst>
          </p:cNvPr>
          <p:cNvSpPr/>
          <p:nvPr/>
        </p:nvSpPr>
        <p:spPr>
          <a:xfrm rot="5400000">
            <a:off x="6302474" y="2546557"/>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69" name="Right Arrow 268">
            <a:extLst>
              <a:ext uri="{FF2B5EF4-FFF2-40B4-BE49-F238E27FC236}">
                <a16:creationId xmlns:a16="http://schemas.microsoft.com/office/drawing/2014/main" id="{F17D421F-D0A1-B94A-8B49-27953D5C8366}"/>
              </a:ext>
            </a:extLst>
          </p:cNvPr>
          <p:cNvSpPr/>
          <p:nvPr/>
        </p:nvSpPr>
        <p:spPr>
          <a:xfrm rot="16200000">
            <a:off x="6297558" y="3456041"/>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0" name="Right Arrow 269">
            <a:extLst>
              <a:ext uri="{FF2B5EF4-FFF2-40B4-BE49-F238E27FC236}">
                <a16:creationId xmlns:a16="http://schemas.microsoft.com/office/drawing/2014/main" id="{C0BFDAF2-0356-354B-8B44-188593FB5A37}"/>
              </a:ext>
            </a:extLst>
          </p:cNvPr>
          <p:cNvSpPr/>
          <p:nvPr/>
        </p:nvSpPr>
        <p:spPr>
          <a:xfrm rot="5400000">
            <a:off x="4370435" y="445893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1" name="Right Arrow 270">
            <a:extLst>
              <a:ext uri="{FF2B5EF4-FFF2-40B4-BE49-F238E27FC236}">
                <a16:creationId xmlns:a16="http://schemas.microsoft.com/office/drawing/2014/main" id="{112F6083-F42A-6740-A147-C25BA92606DD}"/>
              </a:ext>
            </a:extLst>
          </p:cNvPr>
          <p:cNvSpPr/>
          <p:nvPr/>
        </p:nvSpPr>
        <p:spPr>
          <a:xfrm rot="16200000">
            <a:off x="4365519" y="5368418"/>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2" name="Right Arrow 271">
            <a:extLst>
              <a:ext uri="{FF2B5EF4-FFF2-40B4-BE49-F238E27FC236}">
                <a16:creationId xmlns:a16="http://schemas.microsoft.com/office/drawing/2014/main" id="{D340F2D5-4C4A-D441-99F4-FD489A89E6ED}"/>
              </a:ext>
            </a:extLst>
          </p:cNvPr>
          <p:cNvSpPr/>
          <p:nvPr/>
        </p:nvSpPr>
        <p:spPr>
          <a:xfrm rot="5400000">
            <a:off x="6312308" y="4454022"/>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3" name="Right Arrow 272">
            <a:extLst>
              <a:ext uri="{FF2B5EF4-FFF2-40B4-BE49-F238E27FC236}">
                <a16:creationId xmlns:a16="http://schemas.microsoft.com/office/drawing/2014/main" id="{487BF544-1248-5D4C-B9E4-2B3ACA80EA1C}"/>
              </a:ext>
            </a:extLst>
          </p:cNvPr>
          <p:cNvSpPr/>
          <p:nvPr/>
        </p:nvSpPr>
        <p:spPr>
          <a:xfrm rot="16200000">
            <a:off x="6307392" y="5363506"/>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4" name="Right Arrow 273">
            <a:extLst>
              <a:ext uri="{FF2B5EF4-FFF2-40B4-BE49-F238E27FC236}">
                <a16:creationId xmlns:a16="http://schemas.microsoft.com/office/drawing/2014/main" id="{0DF6A182-C1F7-C14D-900B-3242DA6B4D96}"/>
              </a:ext>
            </a:extLst>
          </p:cNvPr>
          <p:cNvSpPr/>
          <p:nvPr/>
        </p:nvSpPr>
        <p:spPr>
          <a:xfrm rot="5400000">
            <a:off x="8254181" y="4449110"/>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5" name="Right Arrow 274">
            <a:extLst>
              <a:ext uri="{FF2B5EF4-FFF2-40B4-BE49-F238E27FC236}">
                <a16:creationId xmlns:a16="http://schemas.microsoft.com/office/drawing/2014/main" id="{EEAD3E84-70CC-2A46-87CC-F69A6D50ED35}"/>
              </a:ext>
            </a:extLst>
          </p:cNvPr>
          <p:cNvSpPr/>
          <p:nvPr/>
        </p:nvSpPr>
        <p:spPr>
          <a:xfrm rot="16200000">
            <a:off x="8249265" y="535859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9" name="Right Arrow 278">
            <a:extLst>
              <a:ext uri="{FF2B5EF4-FFF2-40B4-BE49-F238E27FC236}">
                <a16:creationId xmlns:a16="http://schemas.microsoft.com/office/drawing/2014/main" id="{A7B19411-E5F9-AC49-9C67-23093CF98D95}"/>
              </a:ext>
            </a:extLst>
          </p:cNvPr>
          <p:cNvSpPr/>
          <p:nvPr/>
        </p:nvSpPr>
        <p:spPr>
          <a:xfrm rot="10800000">
            <a:off x="7582395" y="5829665"/>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80" name="Right Arrow 279">
            <a:extLst>
              <a:ext uri="{FF2B5EF4-FFF2-40B4-BE49-F238E27FC236}">
                <a16:creationId xmlns:a16="http://schemas.microsoft.com/office/drawing/2014/main" id="{19CD2293-67D5-3048-9FAC-78E0AEE8C310}"/>
              </a:ext>
            </a:extLst>
          </p:cNvPr>
          <p:cNvSpPr/>
          <p:nvPr/>
        </p:nvSpPr>
        <p:spPr>
          <a:xfrm>
            <a:off x="6819704" y="5834582"/>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83" name="Group 282">
            <a:extLst>
              <a:ext uri="{FF2B5EF4-FFF2-40B4-BE49-F238E27FC236}">
                <a16:creationId xmlns:a16="http://schemas.microsoft.com/office/drawing/2014/main" id="{A665C0C8-7FDD-0A42-80A3-CC602804C042}"/>
              </a:ext>
            </a:extLst>
          </p:cNvPr>
          <p:cNvGrpSpPr/>
          <p:nvPr/>
        </p:nvGrpSpPr>
        <p:grpSpPr>
          <a:xfrm>
            <a:off x="4336458" y="3833790"/>
            <a:ext cx="4395351" cy="404576"/>
            <a:chOff x="4333785" y="5772213"/>
            <a:chExt cx="4395351" cy="404576"/>
          </a:xfrm>
        </p:grpSpPr>
        <p:grpSp>
          <p:nvGrpSpPr>
            <p:cNvPr id="284" name="Group 283">
              <a:extLst>
                <a:ext uri="{FF2B5EF4-FFF2-40B4-BE49-F238E27FC236}">
                  <a16:creationId xmlns:a16="http://schemas.microsoft.com/office/drawing/2014/main" id="{4C02DC92-2A83-AC4D-B9F0-2BCDE917BDBC}"/>
                </a:ext>
              </a:extLst>
            </p:cNvPr>
            <p:cNvGrpSpPr/>
            <p:nvPr/>
          </p:nvGrpSpPr>
          <p:grpSpPr>
            <a:xfrm>
              <a:off x="4333785" y="5772213"/>
              <a:ext cx="531821" cy="369069"/>
              <a:chOff x="1348328" y="2475647"/>
              <a:chExt cx="603916" cy="419100"/>
            </a:xfrm>
          </p:grpSpPr>
          <p:grpSp>
            <p:nvGrpSpPr>
              <p:cNvPr id="305" name="Group 304">
                <a:extLst>
                  <a:ext uri="{FF2B5EF4-FFF2-40B4-BE49-F238E27FC236}">
                    <a16:creationId xmlns:a16="http://schemas.microsoft.com/office/drawing/2014/main" id="{F01EB862-010E-A34F-8D39-25BC2BED2A63}"/>
                  </a:ext>
                </a:extLst>
              </p:cNvPr>
              <p:cNvGrpSpPr/>
              <p:nvPr/>
            </p:nvGrpSpPr>
            <p:grpSpPr>
              <a:xfrm>
                <a:off x="1348328" y="2555748"/>
                <a:ext cx="603916" cy="308999"/>
                <a:chOff x="5278570" y="2983486"/>
                <a:chExt cx="501650" cy="233363"/>
              </a:xfrm>
            </p:grpSpPr>
            <p:sp>
              <p:nvSpPr>
                <p:cNvPr id="309" name="Oval 5">
                  <a:extLst>
                    <a:ext uri="{FF2B5EF4-FFF2-40B4-BE49-F238E27FC236}">
                      <a16:creationId xmlns:a16="http://schemas.microsoft.com/office/drawing/2014/main" id="{C2A61603-05BC-1E4D-99AA-0AB1CC49473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0" name="Line 6">
                  <a:extLst>
                    <a:ext uri="{FF2B5EF4-FFF2-40B4-BE49-F238E27FC236}">
                      <a16:creationId xmlns:a16="http://schemas.microsoft.com/office/drawing/2014/main" id="{7043DA0E-702D-CD4E-BA28-9341275851D9}"/>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1" name="Line 7">
                  <a:extLst>
                    <a:ext uri="{FF2B5EF4-FFF2-40B4-BE49-F238E27FC236}">
                      <a16:creationId xmlns:a16="http://schemas.microsoft.com/office/drawing/2014/main" id="{CE93F761-782C-C640-B2B6-8CA7492B28BC}"/>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2" name="Rectangle 8">
                  <a:extLst>
                    <a:ext uri="{FF2B5EF4-FFF2-40B4-BE49-F238E27FC236}">
                      <a16:creationId xmlns:a16="http://schemas.microsoft.com/office/drawing/2014/main" id="{723858D6-68CF-1C4E-A28B-A9FF5D728F2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13" name="Oval 9">
                  <a:extLst>
                    <a:ext uri="{FF2B5EF4-FFF2-40B4-BE49-F238E27FC236}">
                      <a16:creationId xmlns:a16="http://schemas.microsoft.com/office/drawing/2014/main" id="{70A7292E-FC97-924B-9010-8079BEC6219F}"/>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06" name="Group 44">
                <a:extLst>
                  <a:ext uri="{FF2B5EF4-FFF2-40B4-BE49-F238E27FC236}">
                    <a16:creationId xmlns:a16="http://schemas.microsoft.com/office/drawing/2014/main" id="{DA3B2173-D171-E340-B704-06A3FE481C71}"/>
                  </a:ext>
                </a:extLst>
              </p:cNvPr>
              <p:cNvGrpSpPr>
                <a:grpSpLocks/>
              </p:cNvGrpSpPr>
              <p:nvPr/>
            </p:nvGrpSpPr>
            <p:grpSpPr bwMode="auto">
              <a:xfrm>
                <a:off x="1456374" y="2475647"/>
                <a:ext cx="355165" cy="419100"/>
                <a:chOff x="2944" y="2405"/>
                <a:chExt cx="227" cy="264"/>
              </a:xfrm>
            </p:grpSpPr>
            <p:sp>
              <p:nvSpPr>
                <p:cNvPr id="307" name="Rectangle 45">
                  <a:extLst>
                    <a:ext uri="{FF2B5EF4-FFF2-40B4-BE49-F238E27FC236}">
                      <a16:creationId xmlns:a16="http://schemas.microsoft.com/office/drawing/2014/main" id="{A7CA85B6-08AA-4840-AE2B-A3321A49B6FA}"/>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8" name="Text Box 46">
                  <a:extLst>
                    <a:ext uri="{FF2B5EF4-FFF2-40B4-BE49-F238E27FC236}">
                      <a16:creationId xmlns:a16="http://schemas.microsoft.com/office/drawing/2014/main" id="{68812F5E-7A92-7B45-BBDE-2068A3A134D0}"/>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d</a:t>
                  </a:r>
                  <a:endParaRPr lang="en-US" sz="2000" kern="0" dirty="0">
                    <a:solidFill>
                      <a:srgbClr val="000000"/>
                    </a:solidFill>
                  </a:endParaRPr>
                </a:p>
              </p:txBody>
            </p:sp>
          </p:grpSp>
        </p:grpSp>
        <p:grpSp>
          <p:nvGrpSpPr>
            <p:cNvPr id="285" name="Group 284">
              <a:extLst>
                <a:ext uri="{FF2B5EF4-FFF2-40B4-BE49-F238E27FC236}">
                  <a16:creationId xmlns:a16="http://schemas.microsoft.com/office/drawing/2014/main" id="{5E3B07EB-D89E-C542-85F0-D68A3698AEC4}"/>
                </a:ext>
              </a:extLst>
            </p:cNvPr>
            <p:cNvGrpSpPr/>
            <p:nvPr/>
          </p:nvGrpSpPr>
          <p:grpSpPr>
            <a:xfrm>
              <a:off x="6263949" y="5807720"/>
              <a:ext cx="531821" cy="369069"/>
              <a:chOff x="1348328" y="2507397"/>
              <a:chExt cx="603916" cy="419100"/>
            </a:xfrm>
          </p:grpSpPr>
          <p:grpSp>
            <p:nvGrpSpPr>
              <p:cNvPr id="296" name="Group 295">
                <a:extLst>
                  <a:ext uri="{FF2B5EF4-FFF2-40B4-BE49-F238E27FC236}">
                    <a16:creationId xmlns:a16="http://schemas.microsoft.com/office/drawing/2014/main" id="{CE2D511A-9878-0E42-B4E3-97548A8A67A3}"/>
                  </a:ext>
                </a:extLst>
              </p:cNvPr>
              <p:cNvGrpSpPr/>
              <p:nvPr/>
            </p:nvGrpSpPr>
            <p:grpSpPr>
              <a:xfrm>
                <a:off x="1348328" y="2555748"/>
                <a:ext cx="603916" cy="308999"/>
                <a:chOff x="5278570" y="2983486"/>
                <a:chExt cx="501650" cy="233363"/>
              </a:xfrm>
            </p:grpSpPr>
            <p:sp>
              <p:nvSpPr>
                <p:cNvPr id="300" name="Oval 5">
                  <a:extLst>
                    <a:ext uri="{FF2B5EF4-FFF2-40B4-BE49-F238E27FC236}">
                      <a16:creationId xmlns:a16="http://schemas.microsoft.com/office/drawing/2014/main" id="{C66E96DA-F1B1-9A41-8B0D-2F21B3B7ACBA}"/>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1" name="Line 6">
                  <a:extLst>
                    <a:ext uri="{FF2B5EF4-FFF2-40B4-BE49-F238E27FC236}">
                      <a16:creationId xmlns:a16="http://schemas.microsoft.com/office/drawing/2014/main" id="{A2387D1F-7EF0-9443-8128-6FF284EC9AF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2" name="Line 7">
                  <a:extLst>
                    <a:ext uri="{FF2B5EF4-FFF2-40B4-BE49-F238E27FC236}">
                      <a16:creationId xmlns:a16="http://schemas.microsoft.com/office/drawing/2014/main" id="{4B183F70-EB28-A94F-BF31-54B939F6B75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3" name="Rectangle 8">
                  <a:extLst>
                    <a:ext uri="{FF2B5EF4-FFF2-40B4-BE49-F238E27FC236}">
                      <a16:creationId xmlns:a16="http://schemas.microsoft.com/office/drawing/2014/main" id="{84BE29FD-A805-D348-99C3-8D3C650618E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04" name="Oval 9">
                  <a:extLst>
                    <a:ext uri="{FF2B5EF4-FFF2-40B4-BE49-F238E27FC236}">
                      <a16:creationId xmlns:a16="http://schemas.microsoft.com/office/drawing/2014/main" id="{BF5D685A-16D6-5B40-9EEF-970D3CDCE370}"/>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97" name="Group 44">
                <a:extLst>
                  <a:ext uri="{FF2B5EF4-FFF2-40B4-BE49-F238E27FC236}">
                    <a16:creationId xmlns:a16="http://schemas.microsoft.com/office/drawing/2014/main" id="{058B095B-B9C0-F84A-B78C-FE9DCA729C71}"/>
                  </a:ext>
                </a:extLst>
              </p:cNvPr>
              <p:cNvGrpSpPr>
                <a:grpSpLocks/>
              </p:cNvGrpSpPr>
              <p:nvPr/>
            </p:nvGrpSpPr>
            <p:grpSpPr bwMode="auto">
              <a:xfrm>
                <a:off x="1456374" y="2507397"/>
                <a:ext cx="355165" cy="419100"/>
                <a:chOff x="2944" y="2425"/>
                <a:chExt cx="227" cy="264"/>
              </a:xfrm>
            </p:grpSpPr>
            <p:sp>
              <p:nvSpPr>
                <p:cNvPr id="298" name="Rectangle 45">
                  <a:extLst>
                    <a:ext uri="{FF2B5EF4-FFF2-40B4-BE49-F238E27FC236}">
                      <a16:creationId xmlns:a16="http://schemas.microsoft.com/office/drawing/2014/main" id="{7FBA9119-2A14-E84A-A39B-55E9D6AE939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9" name="Text Box 46">
                  <a:extLst>
                    <a:ext uri="{FF2B5EF4-FFF2-40B4-BE49-F238E27FC236}">
                      <a16:creationId xmlns:a16="http://schemas.microsoft.com/office/drawing/2014/main" id="{2944FA12-D5D2-E241-A9FC-D4A85A350D0A}"/>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e</a:t>
                  </a:r>
                  <a:endParaRPr lang="en-US" sz="2000" kern="0" dirty="0">
                    <a:solidFill>
                      <a:srgbClr val="000000"/>
                    </a:solidFill>
                  </a:endParaRPr>
                </a:p>
              </p:txBody>
            </p:sp>
          </p:grpSp>
        </p:grpSp>
        <p:grpSp>
          <p:nvGrpSpPr>
            <p:cNvPr id="286" name="Group 285">
              <a:extLst>
                <a:ext uri="{FF2B5EF4-FFF2-40B4-BE49-F238E27FC236}">
                  <a16:creationId xmlns:a16="http://schemas.microsoft.com/office/drawing/2014/main" id="{B9D4EE61-1CC1-6D4C-822D-300C73469B48}"/>
                </a:ext>
              </a:extLst>
            </p:cNvPr>
            <p:cNvGrpSpPr/>
            <p:nvPr/>
          </p:nvGrpSpPr>
          <p:grpSpPr>
            <a:xfrm>
              <a:off x="8197315" y="5805271"/>
              <a:ext cx="531821" cy="369069"/>
              <a:chOff x="1348328" y="2507397"/>
              <a:chExt cx="603916" cy="419100"/>
            </a:xfrm>
          </p:grpSpPr>
          <p:grpSp>
            <p:nvGrpSpPr>
              <p:cNvPr id="287" name="Group 286">
                <a:extLst>
                  <a:ext uri="{FF2B5EF4-FFF2-40B4-BE49-F238E27FC236}">
                    <a16:creationId xmlns:a16="http://schemas.microsoft.com/office/drawing/2014/main" id="{75D4F492-E56A-6541-9F9D-1D85B09999F3}"/>
                  </a:ext>
                </a:extLst>
              </p:cNvPr>
              <p:cNvGrpSpPr/>
              <p:nvPr/>
            </p:nvGrpSpPr>
            <p:grpSpPr>
              <a:xfrm>
                <a:off x="1348328" y="2555748"/>
                <a:ext cx="603916" cy="308999"/>
                <a:chOff x="5278570" y="2983486"/>
                <a:chExt cx="501650" cy="233363"/>
              </a:xfrm>
            </p:grpSpPr>
            <p:sp>
              <p:nvSpPr>
                <p:cNvPr id="291" name="Oval 5">
                  <a:extLst>
                    <a:ext uri="{FF2B5EF4-FFF2-40B4-BE49-F238E27FC236}">
                      <a16:creationId xmlns:a16="http://schemas.microsoft.com/office/drawing/2014/main" id="{190A087A-A659-3E4D-B4FE-1EA13D56BE4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2" name="Line 6">
                  <a:extLst>
                    <a:ext uri="{FF2B5EF4-FFF2-40B4-BE49-F238E27FC236}">
                      <a16:creationId xmlns:a16="http://schemas.microsoft.com/office/drawing/2014/main" id="{E7E9FE4A-5449-D244-A5A8-DEB5E1D8494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3" name="Line 7">
                  <a:extLst>
                    <a:ext uri="{FF2B5EF4-FFF2-40B4-BE49-F238E27FC236}">
                      <a16:creationId xmlns:a16="http://schemas.microsoft.com/office/drawing/2014/main" id="{8C243F83-93B5-2C49-9D61-2E8E8652A48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4" name="Rectangle 8">
                  <a:extLst>
                    <a:ext uri="{FF2B5EF4-FFF2-40B4-BE49-F238E27FC236}">
                      <a16:creationId xmlns:a16="http://schemas.microsoft.com/office/drawing/2014/main" id="{B0B61A2E-99AA-324F-8224-CB0B3B44042C}"/>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95" name="Oval 9">
                  <a:extLst>
                    <a:ext uri="{FF2B5EF4-FFF2-40B4-BE49-F238E27FC236}">
                      <a16:creationId xmlns:a16="http://schemas.microsoft.com/office/drawing/2014/main" id="{2F485C77-8179-0B4E-B93A-E5C91296B443}"/>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88" name="Group 44">
                <a:extLst>
                  <a:ext uri="{FF2B5EF4-FFF2-40B4-BE49-F238E27FC236}">
                    <a16:creationId xmlns:a16="http://schemas.microsoft.com/office/drawing/2014/main" id="{0826EA6F-730D-8C47-8DDA-2C65DD6716BA}"/>
                  </a:ext>
                </a:extLst>
              </p:cNvPr>
              <p:cNvGrpSpPr>
                <a:grpSpLocks/>
              </p:cNvGrpSpPr>
              <p:nvPr/>
            </p:nvGrpSpPr>
            <p:grpSpPr bwMode="auto">
              <a:xfrm>
                <a:off x="1492372" y="2507397"/>
                <a:ext cx="283194" cy="419100"/>
                <a:chOff x="2967" y="2425"/>
                <a:chExt cx="181" cy="264"/>
              </a:xfrm>
            </p:grpSpPr>
            <p:sp>
              <p:nvSpPr>
                <p:cNvPr id="289" name="Rectangle 45">
                  <a:extLst>
                    <a:ext uri="{FF2B5EF4-FFF2-40B4-BE49-F238E27FC236}">
                      <a16:creationId xmlns:a16="http://schemas.microsoft.com/office/drawing/2014/main" id="{C3E85E15-4F40-FF40-89C4-0E851470FA4F}"/>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0" name="Text Box 46">
                  <a:extLst>
                    <a:ext uri="{FF2B5EF4-FFF2-40B4-BE49-F238E27FC236}">
                      <a16:creationId xmlns:a16="http://schemas.microsoft.com/office/drawing/2014/main" id="{1905E332-CD71-E748-AE06-2A274A0D7B18}"/>
                    </a:ext>
                  </a:extLst>
                </p:cNvPr>
                <p:cNvSpPr txBox="1">
                  <a:spLocks noChangeArrowheads="1"/>
                </p:cNvSpPr>
                <p:nvPr/>
              </p:nvSpPr>
              <p:spPr bwMode="auto">
                <a:xfrm>
                  <a:off x="2967" y="2425"/>
                  <a:ext cx="18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f</a:t>
                  </a:r>
                  <a:endParaRPr lang="en-US" sz="2000" kern="0" dirty="0">
                    <a:solidFill>
                      <a:srgbClr val="000000"/>
                    </a:solidFill>
                  </a:endParaRPr>
                </a:p>
              </p:txBody>
            </p:sp>
          </p:grpSp>
        </p:grpSp>
      </p:grpSp>
      <p:grpSp>
        <p:nvGrpSpPr>
          <p:cNvPr id="314" name="Group 313">
            <a:extLst>
              <a:ext uri="{FF2B5EF4-FFF2-40B4-BE49-F238E27FC236}">
                <a16:creationId xmlns:a16="http://schemas.microsoft.com/office/drawing/2014/main" id="{917871C2-1731-FE43-944D-6364CCE85DA9}"/>
              </a:ext>
            </a:extLst>
          </p:cNvPr>
          <p:cNvGrpSpPr/>
          <p:nvPr/>
        </p:nvGrpSpPr>
        <p:grpSpPr>
          <a:xfrm>
            <a:off x="4333785" y="1906063"/>
            <a:ext cx="4395351" cy="404576"/>
            <a:chOff x="4333785" y="5772213"/>
            <a:chExt cx="4395351" cy="404576"/>
          </a:xfrm>
        </p:grpSpPr>
        <p:grpSp>
          <p:nvGrpSpPr>
            <p:cNvPr id="315" name="Group 314">
              <a:extLst>
                <a:ext uri="{FF2B5EF4-FFF2-40B4-BE49-F238E27FC236}">
                  <a16:creationId xmlns:a16="http://schemas.microsoft.com/office/drawing/2014/main" id="{68E7B419-D4D3-3A4B-86E1-D40C76B2BB2C}"/>
                </a:ext>
              </a:extLst>
            </p:cNvPr>
            <p:cNvGrpSpPr/>
            <p:nvPr/>
          </p:nvGrpSpPr>
          <p:grpSpPr>
            <a:xfrm>
              <a:off x="4333785" y="5772213"/>
              <a:ext cx="531821" cy="369069"/>
              <a:chOff x="1348328" y="2475647"/>
              <a:chExt cx="603916" cy="419100"/>
            </a:xfrm>
          </p:grpSpPr>
          <p:grpSp>
            <p:nvGrpSpPr>
              <p:cNvPr id="336" name="Group 335">
                <a:extLst>
                  <a:ext uri="{FF2B5EF4-FFF2-40B4-BE49-F238E27FC236}">
                    <a16:creationId xmlns:a16="http://schemas.microsoft.com/office/drawing/2014/main" id="{93705575-DDBD-3D44-B843-C77E28CEAAD2}"/>
                  </a:ext>
                </a:extLst>
              </p:cNvPr>
              <p:cNvGrpSpPr/>
              <p:nvPr/>
            </p:nvGrpSpPr>
            <p:grpSpPr>
              <a:xfrm>
                <a:off x="1348328" y="2555748"/>
                <a:ext cx="603916" cy="308999"/>
                <a:chOff x="5278570" y="2983486"/>
                <a:chExt cx="501650" cy="233363"/>
              </a:xfrm>
            </p:grpSpPr>
            <p:sp>
              <p:nvSpPr>
                <p:cNvPr id="340" name="Oval 5">
                  <a:extLst>
                    <a:ext uri="{FF2B5EF4-FFF2-40B4-BE49-F238E27FC236}">
                      <a16:creationId xmlns:a16="http://schemas.microsoft.com/office/drawing/2014/main" id="{AF888CEF-6837-CD45-809F-91550C92C80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1" name="Line 6">
                  <a:extLst>
                    <a:ext uri="{FF2B5EF4-FFF2-40B4-BE49-F238E27FC236}">
                      <a16:creationId xmlns:a16="http://schemas.microsoft.com/office/drawing/2014/main" id="{4535759C-A65E-D84B-9508-03E1DC0B824C}"/>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2" name="Line 7">
                  <a:extLst>
                    <a:ext uri="{FF2B5EF4-FFF2-40B4-BE49-F238E27FC236}">
                      <a16:creationId xmlns:a16="http://schemas.microsoft.com/office/drawing/2014/main" id="{FFA7BAB7-E53C-EC41-ACE7-66FCD862969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3" name="Rectangle 8">
                  <a:extLst>
                    <a:ext uri="{FF2B5EF4-FFF2-40B4-BE49-F238E27FC236}">
                      <a16:creationId xmlns:a16="http://schemas.microsoft.com/office/drawing/2014/main" id="{69E05203-3EC0-6447-8988-D4F7C2150FA6}"/>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44" name="Oval 9">
                  <a:extLst>
                    <a:ext uri="{FF2B5EF4-FFF2-40B4-BE49-F238E27FC236}">
                      <a16:creationId xmlns:a16="http://schemas.microsoft.com/office/drawing/2014/main" id="{D9043B05-A159-7D41-90D4-718D621EA02B}"/>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37" name="Group 44">
                <a:extLst>
                  <a:ext uri="{FF2B5EF4-FFF2-40B4-BE49-F238E27FC236}">
                    <a16:creationId xmlns:a16="http://schemas.microsoft.com/office/drawing/2014/main" id="{230264F8-C92F-C344-8341-A92C3D105F2A}"/>
                  </a:ext>
                </a:extLst>
              </p:cNvPr>
              <p:cNvGrpSpPr>
                <a:grpSpLocks/>
              </p:cNvGrpSpPr>
              <p:nvPr/>
            </p:nvGrpSpPr>
            <p:grpSpPr bwMode="auto">
              <a:xfrm>
                <a:off x="1456374" y="2475647"/>
                <a:ext cx="355165" cy="419100"/>
                <a:chOff x="2944" y="2405"/>
                <a:chExt cx="227" cy="264"/>
              </a:xfrm>
            </p:grpSpPr>
            <p:sp>
              <p:nvSpPr>
                <p:cNvPr id="338" name="Rectangle 45">
                  <a:extLst>
                    <a:ext uri="{FF2B5EF4-FFF2-40B4-BE49-F238E27FC236}">
                      <a16:creationId xmlns:a16="http://schemas.microsoft.com/office/drawing/2014/main" id="{F2B81453-DE5E-984D-B97A-6884B0BDD35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9" name="Text Box 46">
                  <a:extLst>
                    <a:ext uri="{FF2B5EF4-FFF2-40B4-BE49-F238E27FC236}">
                      <a16:creationId xmlns:a16="http://schemas.microsoft.com/office/drawing/2014/main" id="{35E945F9-D699-744B-ACB7-587B2AA668D3}"/>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a</a:t>
                  </a:r>
                  <a:endParaRPr lang="en-US" sz="2000" kern="0" dirty="0">
                    <a:solidFill>
                      <a:srgbClr val="000000"/>
                    </a:solidFill>
                  </a:endParaRPr>
                </a:p>
              </p:txBody>
            </p:sp>
          </p:grpSp>
        </p:grpSp>
        <p:grpSp>
          <p:nvGrpSpPr>
            <p:cNvPr id="316" name="Group 315">
              <a:extLst>
                <a:ext uri="{FF2B5EF4-FFF2-40B4-BE49-F238E27FC236}">
                  <a16:creationId xmlns:a16="http://schemas.microsoft.com/office/drawing/2014/main" id="{1CE7BA36-0E22-4F41-B503-121F0E8FF751}"/>
                </a:ext>
              </a:extLst>
            </p:cNvPr>
            <p:cNvGrpSpPr/>
            <p:nvPr/>
          </p:nvGrpSpPr>
          <p:grpSpPr>
            <a:xfrm>
              <a:off x="6263949" y="5807720"/>
              <a:ext cx="531821" cy="369069"/>
              <a:chOff x="1348328" y="2507397"/>
              <a:chExt cx="603916" cy="419100"/>
            </a:xfrm>
          </p:grpSpPr>
          <p:grpSp>
            <p:nvGrpSpPr>
              <p:cNvPr id="327" name="Group 326">
                <a:extLst>
                  <a:ext uri="{FF2B5EF4-FFF2-40B4-BE49-F238E27FC236}">
                    <a16:creationId xmlns:a16="http://schemas.microsoft.com/office/drawing/2014/main" id="{ABA31A37-F3CD-1746-9C86-0557D36C5404}"/>
                  </a:ext>
                </a:extLst>
              </p:cNvPr>
              <p:cNvGrpSpPr/>
              <p:nvPr/>
            </p:nvGrpSpPr>
            <p:grpSpPr>
              <a:xfrm>
                <a:off x="1348328" y="2555748"/>
                <a:ext cx="603916" cy="308999"/>
                <a:chOff x="5278570" y="2983486"/>
                <a:chExt cx="501650" cy="233363"/>
              </a:xfrm>
            </p:grpSpPr>
            <p:sp>
              <p:nvSpPr>
                <p:cNvPr id="331" name="Oval 5">
                  <a:extLst>
                    <a:ext uri="{FF2B5EF4-FFF2-40B4-BE49-F238E27FC236}">
                      <a16:creationId xmlns:a16="http://schemas.microsoft.com/office/drawing/2014/main" id="{39C9919B-E459-6946-BAB3-A266303D27E7}"/>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2" name="Line 6">
                  <a:extLst>
                    <a:ext uri="{FF2B5EF4-FFF2-40B4-BE49-F238E27FC236}">
                      <a16:creationId xmlns:a16="http://schemas.microsoft.com/office/drawing/2014/main" id="{61A62C09-3017-A541-9429-460C1A7F6B50}"/>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3" name="Line 7">
                  <a:extLst>
                    <a:ext uri="{FF2B5EF4-FFF2-40B4-BE49-F238E27FC236}">
                      <a16:creationId xmlns:a16="http://schemas.microsoft.com/office/drawing/2014/main" id="{86063EB7-D2C3-3447-B2FD-57FC1E74D327}"/>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4" name="Rectangle 8">
                  <a:extLst>
                    <a:ext uri="{FF2B5EF4-FFF2-40B4-BE49-F238E27FC236}">
                      <a16:creationId xmlns:a16="http://schemas.microsoft.com/office/drawing/2014/main" id="{BD5BCC42-3550-DF4A-BB55-F643AEBFD9AD}"/>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35" name="Oval 9">
                  <a:extLst>
                    <a:ext uri="{FF2B5EF4-FFF2-40B4-BE49-F238E27FC236}">
                      <a16:creationId xmlns:a16="http://schemas.microsoft.com/office/drawing/2014/main" id="{74611398-E647-494F-A7BD-186BB5CB5454}"/>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28" name="Group 44">
                <a:extLst>
                  <a:ext uri="{FF2B5EF4-FFF2-40B4-BE49-F238E27FC236}">
                    <a16:creationId xmlns:a16="http://schemas.microsoft.com/office/drawing/2014/main" id="{B57BC638-F090-114B-B8BF-7E2F4A6CC8F0}"/>
                  </a:ext>
                </a:extLst>
              </p:cNvPr>
              <p:cNvGrpSpPr>
                <a:grpSpLocks/>
              </p:cNvGrpSpPr>
              <p:nvPr/>
            </p:nvGrpSpPr>
            <p:grpSpPr bwMode="auto">
              <a:xfrm>
                <a:off x="1456374" y="2507397"/>
                <a:ext cx="355165" cy="419100"/>
                <a:chOff x="2944" y="2425"/>
                <a:chExt cx="227" cy="264"/>
              </a:xfrm>
            </p:grpSpPr>
            <p:sp>
              <p:nvSpPr>
                <p:cNvPr id="329" name="Rectangle 45">
                  <a:extLst>
                    <a:ext uri="{FF2B5EF4-FFF2-40B4-BE49-F238E27FC236}">
                      <a16:creationId xmlns:a16="http://schemas.microsoft.com/office/drawing/2014/main" id="{0F91A427-A1B7-A54C-8320-A92F425DFC7E}"/>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0" name="Text Box 46">
                  <a:extLst>
                    <a:ext uri="{FF2B5EF4-FFF2-40B4-BE49-F238E27FC236}">
                      <a16:creationId xmlns:a16="http://schemas.microsoft.com/office/drawing/2014/main" id="{E600E15A-04DE-4F44-AD3B-D284039393AF}"/>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b</a:t>
                  </a:r>
                  <a:endParaRPr lang="en-US" sz="2000" kern="0" dirty="0">
                    <a:solidFill>
                      <a:srgbClr val="000000"/>
                    </a:solidFill>
                  </a:endParaRPr>
                </a:p>
              </p:txBody>
            </p:sp>
          </p:grpSp>
        </p:grpSp>
        <p:grpSp>
          <p:nvGrpSpPr>
            <p:cNvPr id="317" name="Group 316">
              <a:extLst>
                <a:ext uri="{FF2B5EF4-FFF2-40B4-BE49-F238E27FC236}">
                  <a16:creationId xmlns:a16="http://schemas.microsoft.com/office/drawing/2014/main" id="{2EB87748-B820-0349-A8AC-FE8BBD55B257}"/>
                </a:ext>
              </a:extLst>
            </p:cNvPr>
            <p:cNvGrpSpPr/>
            <p:nvPr/>
          </p:nvGrpSpPr>
          <p:grpSpPr>
            <a:xfrm>
              <a:off x="8197315" y="5805271"/>
              <a:ext cx="531821" cy="369069"/>
              <a:chOff x="1348328" y="2507397"/>
              <a:chExt cx="603916" cy="419100"/>
            </a:xfrm>
          </p:grpSpPr>
          <p:grpSp>
            <p:nvGrpSpPr>
              <p:cNvPr id="318" name="Group 317">
                <a:extLst>
                  <a:ext uri="{FF2B5EF4-FFF2-40B4-BE49-F238E27FC236}">
                    <a16:creationId xmlns:a16="http://schemas.microsoft.com/office/drawing/2014/main" id="{EB6E4C7D-CDAA-7F47-A797-1E5FB2A80494}"/>
                  </a:ext>
                </a:extLst>
              </p:cNvPr>
              <p:cNvGrpSpPr/>
              <p:nvPr/>
            </p:nvGrpSpPr>
            <p:grpSpPr>
              <a:xfrm>
                <a:off x="1348328" y="2555748"/>
                <a:ext cx="603916" cy="308999"/>
                <a:chOff x="5278570" y="2983486"/>
                <a:chExt cx="501650" cy="233363"/>
              </a:xfrm>
            </p:grpSpPr>
            <p:sp>
              <p:nvSpPr>
                <p:cNvPr id="322" name="Oval 5">
                  <a:extLst>
                    <a:ext uri="{FF2B5EF4-FFF2-40B4-BE49-F238E27FC236}">
                      <a16:creationId xmlns:a16="http://schemas.microsoft.com/office/drawing/2014/main" id="{F9943B67-FB21-3647-869F-669BE6A721C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3" name="Line 6">
                  <a:extLst>
                    <a:ext uri="{FF2B5EF4-FFF2-40B4-BE49-F238E27FC236}">
                      <a16:creationId xmlns:a16="http://schemas.microsoft.com/office/drawing/2014/main" id="{57CCD935-17C4-B04B-B482-9A946E848EC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4" name="Line 7">
                  <a:extLst>
                    <a:ext uri="{FF2B5EF4-FFF2-40B4-BE49-F238E27FC236}">
                      <a16:creationId xmlns:a16="http://schemas.microsoft.com/office/drawing/2014/main" id="{2FE8EAFF-CC53-364C-974F-2F913B960D6B}"/>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5" name="Rectangle 8">
                  <a:extLst>
                    <a:ext uri="{FF2B5EF4-FFF2-40B4-BE49-F238E27FC236}">
                      <a16:creationId xmlns:a16="http://schemas.microsoft.com/office/drawing/2014/main" id="{B25B691E-9E1D-1E4F-9419-9156013814CE}"/>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26" name="Oval 9">
                  <a:extLst>
                    <a:ext uri="{FF2B5EF4-FFF2-40B4-BE49-F238E27FC236}">
                      <a16:creationId xmlns:a16="http://schemas.microsoft.com/office/drawing/2014/main" id="{9CB3B73F-9E39-EC4E-83F7-FBE10697408E}"/>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19" name="Group 44">
                <a:extLst>
                  <a:ext uri="{FF2B5EF4-FFF2-40B4-BE49-F238E27FC236}">
                    <a16:creationId xmlns:a16="http://schemas.microsoft.com/office/drawing/2014/main" id="{0F42679C-ED56-BC45-8C82-597609DBD4D2}"/>
                  </a:ext>
                </a:extLst>
              </p:cNvPr>
              <p:cNvGrpSpPr>
                <a:grpSpLocks/>
              </p:cNvGrpSpPr>
              <p:nvPr/>
            </p:nvGrpSpPr>
            <p:grpSpPr bwMode="auto">
              <a:xfrm>
                <a:off x="1464202" y="2507397"/>
                <a:ext cx="341084" cy="419100"/>
                <a:chOff x="2949" y="2425"/>
                <a:chExt cx="218" cy="264"/>
              </a:xfrm>
            </p:grpSpPr>
            <p:sp>
              <p:nvSpPr>
                <p:cNvPr id="320" name="Rectangle 45">
                  <a:extLst>
                    <a:ext uri="{FF2B5EF4-FFF2-40B4-BE49-F238E27FC236}">
                      <a16:creationId xmlns:a16="http://schemas.microsoft.com/office/drawing/2014/main" id="{CF557465-1C6C-1245-9762-D6D2D9F891F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1" name="Text Box 46">
                  <a:extLst>
                    <a:ext uri="{FF2B5EF4-FFF2-40B4-BE49-F238E27FC236}">
                      <a16:creationId xmlns:a16="http://schemas.microsoft.com/office/drawing/2014/main" id="{CEEF1658-9381-E84D-81A0-1A501484FB8A}"/>
                    </a:ext>
                  </a:extLst>
                </p:cNvPr>
                <p:cNvSpPr txBox="1">
                  <a:spLocks noChangeArrowheads="1"/>
                </p:cNvSpPr>
                <p:nvPr/>
              </p:nvSpPr>
              <p:spPr bwMode="auto">
                <a:xfrm>
                  <a:off x="2949" y="2425"/>
                  <a:ext cx="218"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c</a:t>
                  </a:r>
                  <a:endParaRPr lang="en-US" sz="2000" kern="0" dirty="0">
                    <a:solidFill>
                      <a:srgbClr val="000000"/>
                    </a:solidFill>
                  </a:endParaRPr>
                </a:p>
              </p:txBody>
            </p:sp>
          </p:grpSp>
        </p:grpSp>
      </p:grpSp>
      <p:sp>
        <p:nvSpPr>
          <p:cNvPr id="346" name="Right Arrow 345">
            <a:extLst>
              <a:ext uri="{FF2B5EF4-FFF2-40B4-BE49-F238E27FC236}">
                <a16:creationId xmlns:a16="http://schemas.microsoft.com/office/drawing/2014/main" id="{042BFE25-0F60-794A-B634-E33D42BAAD21}"/>
              </a:ext>
            </a:extLst>
          </p:cNvPr>
          <p:cNvSpPr/>
          <p:nvPr/>
        </p:nvSpPr>
        <p:spPr>
          <a:xfrm rot="10800000">
            <a:off x="5660017" y="5843033"/>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47" name="Right Arrow 346">
            <a:extLst>
              <a:ext uri="{FF2B5EF4-FFF2-40B4-BE49-F238E27FC236}">
                <a16:creationId xmlns:a16="http://schemas.microsoft.com/office/drawing/2014/main" id="{E9AE3BA5-DCA8-5D4F-A6D6-75EF46834F58}"/>
              </a:ext>
            </a:extLst>
          </p:cNvPr>
          <p:cNvSpPr/>
          <p:nvPr/>
        </p:nvSpPr>
        <p:spPr>
          <a:xfrm>
            <a:off x="4897326" y="5847950"/>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48" name="Right Arrow 347">
            <a:extLst>
              <a:ext uri="{FF2B5EF4-FFF2-40B4-BE49-F238E27FC236}">
                <a16:creationId xmlns:a16="http://schemas.microsoft.com/office/drawing/2014/main" id="{80E704B5-3D0B-2A41-AF24-0F438DFF3159}"/>
              </a:ext>
            </a:extLst>
          </p:cNvPr>
          <p:cNvSpPr/>
          <p:nvPr/>
        </p:nvSpPr>
        <p:spPr>
          <a:xfrm rot="10800000">
            <a:off x="5651998" y="3904611"/>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49" name="Right Arrow 348">
            <a:extLst>
              <a:ext uri="{FF2B5EF4-FFF2-40B4-BE49-F238E27FC236}">
                <a16:creationId xmlns:a16="http://schemas.microsoft.com/office/drawing/2014/main" id="{D96C2F6A-C449-3E42-9B4A-5B9F8178C165}"/>
              </a:ext>
            </a:extLst>
          </p:cNvPr>
          <p:cNvSpPr/>
          <p:nvPr/>
        </p:nvSpPr>
        <p:spPr>
          <a:xfrm>
            <a:off x="4905348" y="3909528"/>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0" name="Right Arrow 349">
            <a:extLst>
              <a:ext uri="{FF2B5EF4-FFF2-40B4-BE49-F238E27FC236}">
                <a16:creationId xmlns:a16="http://schemas.microsoft.com/office/drawing/2014/main" id="{39F8950B-5EB1-4B4E-A0EF-73943A219C7C}"/>
              </a:ext>
            </a:extLst>
          </p:cNvPr>
          <p:cNvSpPr/>
          <p:nvPr/>
        </p:nvSpPr>
        <p:spPr>
          <a:xfrm rot="10800000">
            <a:off x="5660020" y="1966189"/>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1" name="Right Arrow 350">
            <a:extLst>
              <a:ext uri="{FF2B5EF4-FFF2-40B4-BE49-F238E27FC236}">
                <a16:creationId xmlns:a16="http://schemas.microsoft.com/office/drawing/2014/main" id="{DF406DB6-2900-7C44-9860-A0ADA23E2211}"/>
              </a:ext>
            </a:extLst>
          </p:cNvPr>
          <p:cNvSpPr/>
          <p:nvPr/>
        </p:nvSpPr>
        <p:spPr>
          <a:xfrm>
            <a:off x="4924064" y="1987147"/>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2" name="Right Arrow 351">
            <a:extLst>
              <a:ext uri="{FF2B5EF4-FFF2-40B4-BE49-F238E27FC236}">
                <a16:creationId xmlns:a16="http://schemas.microsoft.com/office/drawing/2014/main" id="{EE34E15B-D663-B047-93CF-9B1CD724C0A5}"/>
              </a:ext>
            </a:extLst>
          </p:cNvPr>
          <p:cNvSpPr/>
          <p:nvPr/>
        </p:nvSpPr>
        <p:spPr>
          <a:xfrm rot="10800000">
            <a:off x="7582399" y="1968862"/>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3" name="Right Arrow 352">
            <a:extLst>
              <a:ext uri="{FF2B5EF4-FFF2-40B4-BE49-F238E27FC236}">
                <a16:creationId xmlns:a16="http://schemas.microsoft.com/office/drawing/2014/main" id="{C5E35028-9133-1F45-82D3-DD70357904CF}"/>
              </a:ext>
            </a:extLst>
          </p:cNvPr>
          <p:cNvSpPr/>
          <p:nvPr/>
        </p:nvSpPr>
        <p:spPr>
          <a:xfrm>
            <a:off x="6819708" y="1973779"/>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4" name="Right Arrow 353">
            <a:extLst>
              <a:ext uri="{FF2B5EF4-FFF2-40B4-BE49-F238E27FC236}">
                <a16:creationId xmlns:a16="http://schemas.microsoft.com/office/drawing/2014/main" id="{F9910D40-9F0B-7C47-BDEC-508FFA6BCFDB}"/>
              </a:ext>
            </a:extLst>
          </p:cNvPr>
          <p:cNvSpPr/>
          <p:nvPr/>
        </p:nvSpPr>
        <p:spPr>
          <a:xfrm rot="10800000">
            <a:off x="7595769" y="3907283"/>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5" name="Right Arrow 354">
            <a:extLst>
              <a:ext uri="{FF2B5EF4-FFF2-40B4-BE49-F238E27FC236}">
                <a16:creationId xmlns:a16="http://schemas.microsoft.com/office/drawing/2014/main" id="{EBB9FB89-D51A-8145-8D43-15C959806E3C}"/>
              </a:ext>
            </a:extLst>
          </p:cNvPr>
          <p:cNvSpPr/>
          <p:nvPr/>
        </p:nvSpPr>
        <p:spPr>
          <a:xfrm>
            <a:off x="6833078" y="3912200"/>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6" name="TextBox 355">
            <a:extLst>
              <a:ext uri="{FF2B5EF4-FFF2-40B4-BE49-F238E27FC236}">
                <a16:creationId xmlns:a16="http://schemas.microsoft.com/office/drawing/2014/main" id="{51404446-23C0-2D44-BCD1-6A216A38E9F1}"/>
              </a:ext>
            </a:extLst>
          </p:cNvPr>
          <p:cNvSpPr txBox="1"/>
          <p:nvPr/>
        </p:nvSpPr>
        <p:spPr>
          <a:xfrm flipH="1">
            <a:off x="435306" y="4375569"/>
            <a:ext cx="2195814" cy="1089529"/>
          </a:xfrm>
          <a:prstGeom prst="rect">
            <a:avLst/>
          </a:prstGeom>
          <a:noFill/>
        </p:spPr>
        <p:txBody>
          <a:bodyPr wrap="square" rtlCol="0">
            <a:spAutoFit/>
          </a:bodyPr>
          <a:lstStyle/>
          <a:p>
            <a:pPr marL="285750" indent="-285750">
              <a:lnSpc>
                <a:spcPct val="90000"/>
              </a:lnSpc>
              <a:buClr>
                <a:srgbClr val="0000A8"/>
              </a:buClr>
              <a:buFont typeface="Wingdings" pitchFamily="2" charset="2"/>
              <a:buChar char="§"/>
            </a:pPr>
            <a:r>
              <a:rPr lang="en-US" dirty="0">
                <a:solidFill>
                  <a:prstClr val="black"/>
                </a:solidFill>
              </a:rPr>
              <a:t>All nodes send their local distance vector to their neighbors</a:t>
            </a:r>
          </a:p>
        </p:txBody>
      </p:sp>
    </p:spTree>
    <p:extLst>
      <p:ext uri="{BB962C8B-B14F-4D97-AF65-F5344CB8AC3E}">
        <p14:creationId xmlns:p14="http://schemas.microsoft.com/office/powerpoint/2010/main" val="23064435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29"/>
                                        </p:tgtEl>
                                        <p:attrNameLst>
                                          <p:attrName>style.visibility</p:attrName>
                                        </p:attrNameLst>
                                      </p:cBhvr>
                                      <p:to>
                                        <p:strVal val="visible"/>
                                      </p:to>
                                    </p:set>
                                    <p:animEffect transition="in" filter="dissolve">
                                      <p:cBhvr>
                                        <p:cTn id="7" dur="1000"/>
                                        <p:tgtEl>
                                          <p:spTgt spid="102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56"/>
                                        </p:tgtEl>
                                        <p:attrNameLst>
                                          <p:attrName>style.visibility</p:attrName>
                                        </p:attrNameLst>
                                      </p:cBhvr>
                                      <p:to>
                                        <p:strVal val="visible"/>
                                      </p:to>
                                    </p:set>
                                    <p:animEffect transition="in" filter="dissolve">
                                      <p:cBhvr>
                                        <p:cTn id="12" dur="500"/>
                                        <p:tgtEl>
                                          <p:spTgt spid="356"/>
                                        </p:tgtEl>
                                      </p:cBhvr>
                                    </p:animEffect>
                                  </p:childTnLst>
                                </p:cTn>
                              </p:par>
                              <p:par>
                                <p:cTn id="13" presetID="9" presetClass="exit" presetSubtype="0" fill="hold" nodeType="withEffect">
                                  <p:stCondLst>
                                    <p:cond delay="0"/>
                                  </p:stCondLst>
                                  <p:childTnLst>
                                    <p:animEffect transition="out" filter="dissolve">
                                      <p:cBhvr>
                                        <p:cTn id="14" dur="500"/>
                                        <p:tgtEl>
                                          <p:spTgt spid="1029"/>
                                        </p:tgtEl>
                                      </p:cBhvr>
                                    </p:animEffect>
                                    <p:set>
                                      <p:cBhvr>
                                        <p:cTn id="15" dur="1" fill="hold">
                                          <p:stCondLst>
                                            <p:cond delay="499"/>
                                          </p:stCondLst>
                                        </p:cTn>
                                        <p:tgtEl>
                                          <p:spTgt spid="1029"/>
                                        </p:tgtEl>
                                        <p:attrNameLst>
                                          <p:attrName>style.visibility</p:attrName>
                                        </p:attrNameLst>
                                      </p:cBhvr>
                                      <p:to>
                                        <p:strVal val="hidden"/>
                                      </p:to>
                                    </p:set>
                                  </p:childTnLst>
                                </p:cTn>
                              </p:par>
                              <p:par>
                                <p:cTn id="16" presetID="9" presetClass="exit" presetSubtype="0" fill="hold" nodeType="withEffect">
                                  <p:stCondLst>
                                    <p:cond delay="0"/>
                                  </p:stCondLst>
                                  <p:childTnLst>
                                    <p:animEffect transition="out" filter="dissolve">
                                      <p:cBhvr>
                                        <p:cTn id="17" dur="500"/>
                                        <p:tgtEl>
                                          <p:spTgt spid="358"/>
                                        </p:tgtEl>
                                      </p:cBhvr>
                                    </p:animEffect>
                                    <p:set>
                                      <p:cBhvr>
                                        <p:cTn id="18" dur="1" fill="hold">
                                          <p:stCondLst>
                                            <p:cond delay="499"/>
                                          </p:stCondLst>
                                        </p:cTn>
                                        <p:tgtEl>
                                          <p:spTgt spid="358"/>
                                        </p:tgtEl>
                                        <p:attrNameLst>
                                          <p:attrName>style.visibility</p:attrName>
                                        </p:attrNameLst>
                                      </p:cBhvr>
                                      <p:to>
                                        <p:strVal val="hidden"/>
                                      </p:to>
                                    </p:set>
                                  </p:childTnLst>
                                </p:cTn>
                              </p:par>
                            </p:childTnLst>
                          </p:cTn>
                        </p:par>
                      </p:childTnLst>
                    </p:cTn>
                  </p:par>
                  <p:par>
                    <p:cTn id="19" fill="hold">
                      <p:stCondLst>
                        <p:cond delay="indefinite"/>
                      </p:stCondLst>
                      <p:childTnLst>
                        <p:par>
                          <p:cTn id="20" fill="hold">
                            <p:stCondLst>
                              <p:cond delay="0"/>
                            </p:stCondLst>
                            <p:childTnLst>
                              <p:par>
                                <p:cTn id="21" presetID="22" presetClass="entr" presetSubtype="1" fill="hold" grpId="0" nodeType="clickEffect">
                                  <p:stCondLst>
                                    <p:cond delay="0"/>
                                  </p:stCondLst>
                                  <p:childTnLst>
                                    <p:set>
                                      <p:cBhvr>
                                        <p:cTn id="22" dur="1" fill="hold">
                                          <p:stCondLst>
                                            <p:cond delay="0"/>
                                          </p:stCondLst>
                                        </p:cTn>
                                        <p:tgtEl>
                                          <p:spTgt spid="1032"/>
                                        </p:tgtEl>
                                        <p:attrNameLst>
                                          <p:attrName>style.visibility</p:attrName>
                                        </p:attrNameLst>
                                      </p:cBhvr>
                                      <p:to>
                                        <p:strVal val="visible"/>
                                      </p:to>
                                    </p:set>
                                    <p:animEffect transition="in" filter="wipe(up)">
                                      <p:cBhvr>
                                        <p:cTn id="23" dur="500"/>
                                        <p:tgtEl>
                                          <p:spTgt spid="1032"/>
                                        </p:tgtEl>
                                      </p:cBhvr>
                                    </p:animEffect>
                                  </p:childTnLst>
                                </p:cTn>
                              </p:par>
                              <p:par>
                                <p:cTn id="24" presetID="22" presetClass="entr" presetSubtype="8" fill="hold" grpId="0" nodeType="withEffect">
                                  <p:stCondLst>
                                    <p:cond delay="0"/>
                                  </p:stCondLst>
                                  <p:childTnLst>
                                    <p:set>
                                      <p:cBhvr>
                                        <p:cTn id="25" dur="1" fill="hold">
                                          <p:stCondLst>
                                            <p:cond delay="0"/>
                                          </p:stCondLst>
                                        </p:cTn>
                                        <p:tgtEl>
                                          <p:spTgt spid="351"/>
                                        </p:tgtEl>
                                        <p:attrNameLst>
                                          <p:attrName>style.visibility</p:attrName>
                                        </p:attrNameLst>
                                      </p:cBhvr>
                                      <p:to>
                                        <p:strVal val="visible"/>
                                      </p:to>
                                    </p:set>
                                    <p:animEffect transition="in" filter="wipe(left)">
                                      <p:cBhvr>
                                        <p:cTn id="26" dur="500"/>
                                        <p:tgtEl>
                                          <p:spTgt spid="351"/>
                                        </p:tgtEl>
                                      </p:cBhvr>
                                    </p:animEffect>
                                  </p:childTnLst>
                                </p:cTn>
                              </p:par>
                            </p:childTnLst>
                          </p:cTn>
                        </p:par>
                        <p:par>
                          <p:cTn id="27" fill="hold">
                            <p:stCondLst>
                              <p:cond delay="500"/>
                            </p:stCondLst>
                            <p:childTnLst>
                              <p:par>
                                <p:cTn id="28" presetID="22" presetClass="entr" presetSubtype="2" fill="hold" grpId="0" nodeType="afterEffect">
                                  <p:stCondLst>
                                    <p:cond delay="0"/>
                                  </p:stCondLst>
                                  <p:childTnLst>
                                    <p:set>
                                      <p:cBhvr>
                                        <p:cTn id="29" dur="1" fill="hold">
                                          <p:stCondLst>
                                            <p:cond delay="0"/>
                                          </p:stCondLst>
                                        </p:cTn>
                                        <p:tgtEl>
                                          <p:spTgt spid="350"/>
                                        </p:tgtEl>
                                        <p:attrNameLst>
                                          <p:attrName>style.visibility</p:attrName>
                                        </p:attrNameLst>
                                      </p:cBhvr>
                                      <p:to>
                                        <p:strVal val="visible"/>
                                      </p:to>
                                    </p:set>
                                    <p:animEffect transition="in" filter="wipe(right)">
                                      <p:cBhvr>
                                        <p:cTn id="30" dur="500"/>
                                        <p:tgtEl>
                                          <p:spTgt spid="350"/>
                                        </p:tgtEl>
                                      </p:cBhvr>
                                    </p:animEffect>
                                  </p:childTnLst>
                                </p:cTn>
                              </p:par>
                              <p:par>
                                <p:cTn id="31" presetID="22" presetClass="entr" presetSubtype="1" fill="hold" grpId="0" nodeType="withEffect">
                                  <p:stCondLst>
                                    <p:cond delay="0"/>
                                  </p:stCondLst>
                                  <p:childTnLst>
                                    <p:set>
                                      <p:cBhvr>
                                        <p:cTn id="32" dur="1" fill="hold">
                                          <p:stCondLst>
                                            <p:cond delay="0"/>
                                          </p:stCondLst>
                                        </p:cTn>
                                        <p:tgtEl>
                                          <p:spTgt spid="268"/>
                                        </p:tgtEl>
                                        <p:attrNameLst>
                                          <p:attrName>style.visibility</p:attrName>
                                        </p:attrNameLst>
                                      </p:cBhvr>
                                      <p:to>
                                        <p:strVal val="visible"/>
                                      </p:to>
                                    </p:set>
                                    <p:animEffect transition="in" filter="wipe(up)">
                                      <p:cBhvr>
                                        <p:cTn id="33" dur="500"/>
                                        <p:tgtEl>
                                          <p:spTgt spid="268"/>
                                        </p:tgtEl>
                                      </p:cBhvr>
                                    </p:animEffect>
                                  </p:childTnLst>
                                </p:cTn>
                              </p:par>
                              <p:par>
                                <p:cTn id="34" presetID="22" presetClass="entr" presetSubtype="8" fill="hold" grpId="0" nodeType="withEffect">
                                  <p:stCondLst>
                                    <p:cond delay="0"/>
                                  </p:stCondLst>
                                  <p:childTnLst>
                                    <p:set>
                                      <p:cBhvr>
                                        <p:cTn id="35" dur="1" fill="hold">
                                          <p:stCondLst>
                                            <p:cond delay="0"/>
                                          </p:stCondLst>
                                        </p:cTn>
                                        <p:tgtEl>
                                          <p:spTgt spid="353"/>
                                        </p:tgtEl>
                                        <p:attrNameLst>
                                          <p:attrName>style.visibility</p:attrName>
                                        </p:attrNameLst>
                                      </p:cBhvr>
                                      <p:to>
                                        <p:strVal val="visible"/>
                                      </p:to>
                                    </p:set>
                                    <p:animEffect transition="in" filter="wipe(left)">
                                      <p:cBhvr>
                                        <p:cTn id="36" dur="500"/>
                                        <p:tgtEl>
                                          <p:spTgt spid="353"/>
                                        </p:tgtEl>
                                      </p:cBhvr>
                                    </p:animEffect>
                                  </p:childTnLst>
                                </p:cTn>
                              </p:par>
                            </p:childTnLst>
                          </p:cTn>
                        </p:par>
                        <p:par>
                          <p:cTn id="37" fill="hold">
                            <p:stCondLst>
                              <p:cond delay="1000"/>
                            </p:stCondLst>
                            <p:childTnLst>
                              <p:par>
                                <p:cTn id="38" presetID="22" presetClass="entr" presetSubtype="2" fill="hold" grpId="0" nodeType="afterEffect">
                                  <p:stCondLst>
                                    <p:cond delay="0"/>
                                  </p:stCondLst>
                                  <p:childTnLst>
                                    <p:set>
                                      <p:cBhvr>
                                        <p:cTn id="39" dur="1" fill="hold">
                                          <p:stCondLst>
                                            <p:cond delay="0"/>
                                          </p:stCondLst>
                                        </p:cTn>
                                        <p:tgtEl>
                                          <p:spTgt spid="352"/>
                                        </p:tgtEl>
                                        <p:attrNameLst>
                                          <p:attrName>style.visibility</p:attrName>
                                        </p:attrNameLst>
                                      </p:cBhvr>
                                      <p:to>
                                        <p:strVal val="visible"/>
                                      </p:to>
                                    </p:set>
                                    <p:animEffect transition="in" filter="wipe(right)">
                                      <p:cBhvr>
                                        <p:cTn id="40" dur="500"/>
                                        <p:tgtEl>
                                          <p:spTgt spid="352"/>
                                        </p:tgtEl>
                                      </p:cBhvr>
                                    </p:animEffect>
                                  </p:childTnLst>
                                </p:cTn>
                              </p:par>
                            </p:childTnLst>
                          </p:cTn>
                        </p:par>
                        <p:par>
                          <p:cTn id="41" fill="hold">
                            <p:stCondLst>
                              <p:cond delay="1500"/>
                            </p:stCondLst>
                            <p:childTnLst>
                              <p:par>
                                <p:cTn id="42" presetID="22" presetClass="entr" presetSubtype="4" fill="hold" grpId="0" nodeType="afterEffect">
                                  <p:stCondLst>
                                    <p:cond delay="0"/>
                                  </p:stCondLst>
                                  <p:childTnLst>
                                    <p:set>
                                      <p:cBhvr>
                                        <p:cTn id="43" dur="1" fill="hold">
                                          <p:stCondLst>
                                            <p:cond delay="0"/>
                                          </p:stCondLst>
                                        </p:cTn>
                                        <p:tgtEl>
                                          <p:spTgt spid="267"/>
                                        </p:tgtEl>
                                        <p:attrNameLst>
                                          <p:attrName>style.visibility</p:attrName>
                                        </p:attrNameLst>
                                      </p:cBhvr>
                                      <p:to>
                                        <p:strVal val="visible"/>
                                      </p:to>
                                    </p:set>
                                    <p:animEffect transition="in" filter="wipe(down)">
                                      <p:cBhvr>
                                        <p:cTn id="44" dur="500"/>
                                        <p:tgtEl>
                                          <p:spTgt spid="267"/>
                                        </p:tgtEl>
                                      </p:cBhvr>
                                    </p:animEffect>
                                  </p:childTnLst>
                                </p:cTn>
                              </p:par>
                              <p:par>
                                <p:cTn id="45" presetID="22" presetClass="entr" presetSubtype="8" fill="hold" grpId="0" nodeType="withEffect">
                                  <p:stCondLst>
                                    <p:cond delay="0"/>
                                  </p:stCondLst>
                                  <p:childTnLst>
                                    <p:set>
                                      <p:cBhvr>
                                        <p:cTn id="46" dur="1" fill="hold">
                                          <p:stCondLst>
                                            <p:cond delay="0"/>
                                          </p:stCondLst>
                                        </p:cTn>
                                        <p:tgtEl>
                                          <p:spTgt spid="349"/>
                                        </p:tgtEl>
                                        <p:attrNameLst>
                                          <p:attrName>style.visibility</p:attrName>
                                        </p:attrNameLst>
                                      </p:cBhvr>
                                      <p:to>
                                        <p:strVal val="visible"/>
                                      </p:to>
                                    </p:set>
                                    <p:animEffect transition="in" filter="wipe(left)">
                                      <p:cBhvr>
                                        <p:cTn id="47" dur="500"/>
                                        <p:tgtEl>
                                          <p:spTgt spid="349"/>
                                        </p:tgtEl>
                                      </p:cBhvr>
                                    </p:animEffect>
                                  </p:childTnLst>
                                </p:cTn>
                              </p:par>
                              <p:par>
                                <p:cTn id="48" presetID="22" presetClass="entr" presetSubtype="1" fill="hold" grpId="0" nodeType="withEffect">
                                  <p:stCondLst>
                                    <p:cond delay="0"/>
                                  </p:stCondLst>
                                  <p:childTnLst>
                                    <p:set>
                                      <p:cBhvr>
                                        <p:cTn id="49" dur="1" fill="hold">
                                          <p:stCondLst>
                                            <p:cond delay="0"/>
                                          </p:stCondLst>
                                        </p:cTn>
                                        <p:tgtEl>
                                          <p:spTgt spid="270"/>
                                        </p:tgtEl>
                                        <p:attrNameLst>
                                          <p:attrName>style.visibility</p:attrName>
                                        </p:attrNameLst>
                                      </p:cBhvr>
                                      <p:to>
                                        <p:strVal val="visible"/>
                                      </p:to>
                                    </p:set>
                                    <p:animEffect transition="in" filter="wipe(up)">
                                      <p:cBhvr>
                                        <p:cTn id="50" dur="500"/>
                                        <p:tgtEl>
                                          <p:spTgt spid="270"/>
                                        </p:tgtEl>
                                      </p:cBhvr>
                                    </p:animEffect>
                                  </p:childTnLst>
                                </p:cTn>
                              </p:par>
                            </p:childTnLst>
                          </p:cTn>
                        </p:par>
                        <p:par>
                          <p:cTn id="51" fill="hold">
                            <p:stCondLst>
                              <p:cond delay="2000"/>
                            </p:stCondLst>
                            <p:childTnLst>
                              <p:par>
                                <p:cTn id="52" presetID="22" presetClass="entr" presetSubtype="2" fill="hold" grpId="0" nodeType="afterEffect">
                                  <p:stCondLst>
                                    <p:cond delay="0"/>
                                  </p:stCondLst>
                                  <p:childTnLst>
                                    <p:set>
                                      <p:cBhvr>
                                        <p:cTn id="53" dur="1" fill="hold">
                                          <p:stCondLst>
                                            <p:cond delay="0"/>
                                          </p:stCondLst>
                                        </p:cTn>
                                        <p:tgtEl>
                                          <p:spTgt spid="348"/>
                                        </p:tgtEl>
                                        <p:attrNameLst>
                                          <p:attrName>style.visibility</p:attrName>
                                        </p:attrNameLst>
                                      </p:cBhvr>
                                      <p:to>
                                        <p:strVal val="visible"/>
                                      </p:to>
                                    </p:set>
                                    <p:animEffect transition="in" filter="wipe(right)">
                                      <p:cBhvr>
                                        <p:cTn id="54" dur="500"/>
                                        <p:tgtEl>
                                          <p:spTgt spid="348"/>
                                        </p:tgtEl>
                                      </p:cBhvr>
                                    </p:animEffect>
                                  </p:childTnLst>
                                </p:cTn>
                              </p:par>
                              <p:par>
                                <p:cTn id="55" presetID="22" presetClass="entr" presetSubtype="4" fill="hold" grpId="0" nodeType="withEffect">
                                  <p:stCondLst>
                                    <p:cond delay="0"/>
                                  </p:stCondLst>
                                  <p:childTnLst>
                                    <p:set>
                                      <p:cBhvr>
                                        <p:cTn id="56" dur="1" fill="hold">
                                          <p:stCondLst>
                                            <p:cond delay="0"/>
                                          </p:stCondLst>
                                        </p:cTn>
                                        <p:tgtEl>
                                          <p:spTgt spid="269"/>
                                        </p:tgtEl>
                                        <p:attrNameLst>
                                          <p:attrName>style.visibility</p:attrName>
                                        </p:attrNameLst>
                                      </p:cBhvr>
                                      <p:to>
                                        <p:strVal val="visible"/>
                                      </p:to>
                                    </p:set>
                                    <p:animEffect transition="in" filter="wipe(down)">
                                      <p:cBhvr>
                                        <p:cTn id="57" dur="500"/>
                                        <p:tgtEl>
                                          <p:spTgt spid="269"/>
                                        </p:tgtEl>
                                      </p:cBhvr>
                                    </p:animEffect>
                                  </p:childTnLst>
                                </p:cTn>
                              </p:par>
                              <p:par>
                                <p:cTn id="58" presetID="22" presetClass="entr" presetSubtype="8" fill="hold" grpId="0" nodeType="withEffect">
                                  <p:stCondLst>
                                    <p:cond delay="0"/>
                                  </p:stCondLst>
                                  <p:childTnLst>
                                    <p:set>
                                      <p:cBhvr>
                                        <p:cTn id="59" dur="1" fill="hold">
                                          <p:stCondLst>
                                            <p:cond delay="0"/>
                                          </p:stCondLst>
                                        </p:cTn>
                                        <p:tgtEl>
                                          <p:spTgt spid="355"/>
                                        </p:tgtEl>
                                        <p:attrNameLst>
                                          <p:attrName>style.visibility</p:attrName>
                                        </p:attrNameLst>
                                      </p:cBhvr>
                                      <p:to>
                                        <p:strVal val="visible"/>
                                      </p:to>
                                    </p:set>
                                    <p:animEffect transition="in" filter="wipe(left)">
                                      <p:cBhvr>
                                        <p:cTn id="60" dur="500"/>
                                        <p:tgtEl>
                                          <p:spTgt spid="355"/>
                                        </p:tgtEl>
                                      </p:cBhvr>
                                    </p:animEffect>
                                  </p:childTnLst>
                                </p:cTn>
                              </p:par>
                              <p:par>
                                <p:cTn id="61" presetID="22" presetClass="entr" presetSubtype="1" fill="hold" grpId="0" nodeType="withEffect">
                                  <p:stCondLst>
                                    <p:cond delay="0"/>
                                  </p:stCondLst>
                                  <p:childTnLst>
                                    <p:set>
                                      <p:cBhvr>
                                        <p:cTn id="62" dur="1" fill="hold">
                                          <p:stCondLst>
                                            <p:cond delay="0"/>
                                          </p:stCondLst>
                                        </p:cTn>
                                        <p:tgtEl>
                                          <p:spTgt spid="272"/>
                                        </p:tgtEl>
                                        <p:attrNameLst>
                                          <p:attrName>style.visibility</p:attrName>
                                        </p:attrNameLst>
                                      </p:cBhvr>
                                      <p:to>
                                        <p:strVal val="visible"/>
                                      </p:to>
                                    </p:set>
                                    <p:animEffect transition="in" filter="wipe(up)">
                                      <p:cBhvr>
                                        <p:cTn id="63" dur="500"/>
                                        <p:tgtEl>
                                          <p:spTgt spid="272"/>
                                        </p:tgtEl>
                                      </p:cBhvr>
                                    </p:animEffect>
                                  </p:childTnLst>
                                </p:cTn>
                              </p:par>
                            </p:childTnLst>
                          </p:cTn>
                        </p:par>
                        <p:par>
                          <p:cTn id="64" fill="hold">
                            <p:stCondLst>
                              <p:cond delay="2500"/>
                            </p:stCondLst>
                            <p:childTnLst>
                              <p:par>
                                <p:cTn id="65" presetID="22" presetClass="entr" presetSubtype="2" fill="hold" grpId="0" nodeType="afterEffect">
                                  <p:stCondLst>
                                    <p:cond delay="0"/>
                                  </p:stCondLst>
                                  <p:childTnLst>
                                    <p:set>
                                      <p:cBhvr>
                                        <p:cTn id="66" dur="1" fill="hold">
                                          <p:stCondLst>
                                            <p:cond delay="0"/>
                                          </p:stCondLst>
                                        </p:cTn>
                                        <p:tgtEl>
                                          <p:spTgt spid="354"/>
                                        </p:tgtEl>
                                        <p:attrNameLst>
                                          <p:attrName>style.visibility</p:attrName>
                                        </p:attrNameLst>
                                      </p:cBhvr>
                                      <p:to>
                                        <p:strVal val="visible"/>
                                      </p:to>
                                    </p:set>
                                    <p:animEffect transition="in" filter="wipe(right)">
                                      <p:cBhvr>
                                        <p:cTn id="67" dur="500"/>
                                        <p:tgtEl>
                                          <p:spTgt spid="354"/>
                                        </p:tgtEl>
                                      </p:cBhvr>
                                    </p:animEffect>
                                  </p:childTnLst>
                                </p:cTn>
                              </p:par>
                              <p:par>
                                <p:cTn id="68" presetID="22" presetClass="entr" presetSubtype="1" fill="hold" grpId="0" nodeType="withEffect">
                                  <p:stCondLst>
                                    <p:cond delay="0"/>
                                  </p:stCondLst>
                                  <p:childTnLst>
                                    <p:set>
                                      <p:cBhvr>
                                        <p:cTn id="69" dur="1" fill="hold">
                                          <p:stCondLst>
                                            <p:cond delay="0"/>
                                          </p:stCondLst>
                                        </p:cTn>
                                        <p:tgtEl>
                                          <p:spTgt spid="274"/>
                                        </p:tgtEl>
                                        <p:attrNameLst>
                                          <p:attrName>style.visibility</p:attrName>
                                        </p:attrNameLst>
                                      </p:cBhvr>
                                      <p:to>
                                        <p:strVal val="visible"/>
                                      </p:to>
                                    </p:set>
                                    <p:animEffect transition="in" filter="wipe(up)">
                                      <p:cBhvr>
                                        <p:cTn id="70" dur="500"/>
                                        <p:tgtEl>
                                          <p:spTgt spid="274"/>
                                        </p:tgtEl>
                                      </p:cBhvr>
                                    </p:animEffect>
                                  </p:childTnLst>
                                </p:cTn>
                              </p:par>
                            </p:childTnLst>
                          </p:cTn>
                        </p:par>
                        <p:par>
                          <p:cTn id="71" fill="hold">
                            <p:stCondLst>
                              <p:cond delay="3000"/>
                            </p:stCondLst>
                            <p:childTnLst>
                              <p:par>
                                <p:cTn id="72" presetID="22" presetClass="entr" presetSubtype="4" fill="hold" grpId="0" nodeType="afterEffect">
                                  <p:stCondLst>
                                    <p:cond delay="0"/>
                                  </p:stCondLst>
                                  <p:childTnLst>
                                    <p:set>
                                      <p:cBhvr>
                                        <p:cTn id="73" dur="1" fill="hold">
                                          <p:stCondLst>
                                            <p:cond delay="0"/>
                                          </p:stCondLst>
                                        </p:cTn>
                                        <p:tgtEl>
                                          <p:spTgt spid="271"/>
                                        </p:tgtEl>
                                        <p:attrNameLst>
                                          <p:attrName>style.visibility</p:attrName>
                                        </p:attrNameLst>
                                      </p:cBhvr>
                                      <p:to>
                                        <p:strVal val="visible"/>
                                      </p:to>
                                    </p:set>
                                    <p:animEffect transition="in" filter="wipe(down)">
                                      <p:cBhvr>
                                        <p:cTn id="74" dur="500"/>
                                        <p:tgtEl>
                                          <p:spTgt spid="271"/>
                                        </p:tgtEl>
                                      </p:cBhvr>
                                    </p:animEffect>
                                  </p:childTnLst>
                                </p:cTn>
                              </p:par>
                              <p:par>
                                <p:cTn id="75" presetID="22" presetClass="entr" presetSubtype="8" fill="hold" grpId="0" nodeType="withEffect">
                                  <p:stCondLst>
                                    <p:cond delay="0"/>
                                  </p:stCondLst>
                                  <p:childTnLst>
                                    <p:set>
                                      <p:cBhvr>
                                        <p:cTn id="76" dur="1" fill="hold">
                                          <p:stCondLst>
                                            <p:cond delay="0"/>
                                          </p:stCondLst>
                                        </p:cTn>
                                        <p:tgtEl>
                                          <p:spTgt spid="347"/>
                                        </p:tgtEl>
                                        <p:attrNameLst>
                                          <p:attrName>style.visibility</p:attrName>
                                        </p:attrNameLst>
                                      </p:cBhvr>
                                      <p:to>
                                        <p:strVal val="visible"/>
                                      </p:to>
                                    </p:set>
                                    <p:animEffect transition="in" filter="wipe(left)">
                                      <p:cBhvr>
                                        <p:cTn id="77" dur="500"/>
                                        <p:tgtEl>
                                          <p:spTgt spid="347"/>
                                        </p:tgtEl>
                                      </p:cBhvr>
                                    </p:animEffect>
                                  </p:childTnLst>
                                </p:cTn>
                              </p:par>
                            </p:childTnLst>
                          </p:cTn>
                        </p:par>
                        <p:par>
                          <p:cTn id="78" fill="hold">
                            <p:stCondLst>
                              <p:cond delay="3500"/>
                            </p:stCondLst>
                            <p:childTnLst>
                              <p:par>
                                <p:cTn id="79" presetID="22" presetClass="entr" presetSubtype="2" fill="hold" grpId="0" nodeType="afterEffect">
                                  <p:stCondLst>
                                    <p:cond delay="0"/>
                                  </p:stCondLst>
                                  <p:childTnLst>
                                    <p:set>
                                      <p:cBhvr>
                                        <p:cTn id="80" dur="1" fill="hold">
                                          <p:stCondLst>
                                            <p:cond delay="0"/>
                                          </p:stCondLst>
                                        </p:cTn>
                                        <p:tgtEl>
                                          <p:spTgt spid="346"/>
                                        </p:tgtEl>
                                        <p:attrNameLst>
                                          <p:attrName>style.visibility</p:attrName>
                                        </p:attrNameLst>
                                      </p:cBhvr>
                                      <p:to>
                                        <p:strVal val="visible"/>
                                      </p:to>
                                    </p:set>
                                    <p:animEffect transition="in" filter="wipe(right)">
                                      <p:cBhvr>
                                        <p:cTn id="81" dur="500"/>
                                        <p:tgtEl>
                                          <p:spTgt spid="346"/>
                                        </p:tgtEl>
                                      </p:cBhvr>
                                    </p:animEffect>
                                  </p:childTnLst>
                                </p:cTn>
                              </p:par>
                              <p:par>
                                <p:cTn id="82" presetID="22" presetClass="entr" presetSubtype="4" fill="hold" grpId="0" nodeType="withEffect">
                                  <p:stCondLst>
                                    <p:cond delay="0"/>
                                  </p:stCondLst>
                                  <p:childTnLst>
                                    <p:set>
                                      <p:cBhvr>
                                        <p:cTn id="83" dur="1" fill="hold">
                                          <p:stCondLst>
                                            <p:cond delay="0"/>
                                          </p:stCondLst>
                                        </p:cTn>
                                        <p:tgtEl>
                                          <p:spTgt spid="273"/>
                                        </p:tgtEl>
                                        <p:attrNameLst>
                                          <p:attrName>style.visibility</p:attrName>
                                        </p:attrNameLst>
                                      </p:cBhvr>
                                      <p:to>
                                        <p:strVal val="visible"/>
                                      </p:to>
                                    </p:set>
                                    <p:animEffect transition="in" filter="wipe(down)">
                                      <p:cBhvr>
                                        <p:cTn id="84" dur="500"/>
                                        <p:tgtEl>
                                          <p:spTgt spid="273"/>
                                        </p:tgtEl>
                                      </p:cBhvr>
                                    </p:animEffect>
                                  </p:childTnLst>
                                </p:cTn>
                              </p:par>
                              <p:par>
                                <p:cTn id="85" presetID="22" presetClass="entr" presetSubtype="8" fill="hold" grpId="0" nodeType="withEffect">
                                  <p:stCondLst>
                                    <p:cond delay="0"/>
                                  </p:stCondLst>
                                  <p:childTnLst>
                                    <p:set>
                                      <p:cBhvr>
                                        <p:cTn id="86" dur="1" fill="hold">
                                          <p:stCondLst>
                                            <p:cond delay="0"/>
                                          </p:stCondLst>
                                        </p:cTn>
                                        <p:tgtEl>
                                          <p:spTgt spid="280"/>
                                        </p:tgtEl>
                                        <p:attrNameLst>
                                          <p:attrName>style.visibility</p:attrName>
                                        </p:attrNameLst>
                                      </p:cBhvr>
                                      <p:to>
                                        <p:strVal val="visible"/>
                                      </p:to>
                                    </p:set>
                                    <p:animEffect transition="in" filter="wipe(left)">
                                      <p:cBhvr>
                                        <p:cTn id="87" dur="500"/>
                                        <p:tgtEl>
                                          <p:spTgt spid="280"/>
                                        </p:tgtEl>
                                      </p:cBhvr>
                                    </p:animEffect>
                                  </p:childTnLst>
                                </p:cTn>
                              </p:par>
                            </p:childTnLst>
                          </p:cTn>
                        </p:par>
                        <p:par>
                          <p:cTn id="88" fill="hold">
                            <p:stCondLst>
                              <p:cond delay="4000"/>
                            </p:stCondLst>
                            <p:childTnLst>
                              <p:par>
                                <p:cTn id="89" presetID="22" presetClass="entr" presetSubtype="2" fill="hold" grpId="0" nodeType="afterEffect">
                                  <p:stCondLst>
                                    <p:cond delay="0"/>
                                  </p:stCondLst>
                                  <p:childTnLst>
                                    <p:set>
                                      <p:cBhvr>
                                        <p:cTn id="90" dur="1" fill="hold">
                                          <p:stCondLst>
                                            <p:cond delay="0"/>
                                          </p:stCondLst>
                                        </p:cTn>
                                        <p:tgtEl>
                                          <p:spTgt spid="279"/>
                                        </p:tgtEl>
                                        <p:attrNameLst>
                                          <p:attrName>style.visibility</p:attrName>
                                        </p:attrNameLst>
                                      </p:cBhvr>
                                      <p:to>
                                        <p:strVal val="visible"/>
                                      </p:to>
                                    </p:set>
                                    <p:animEffect transition="in" filter="wipe(right)">
                                      <p:cBhvr>
                                        <p:cTn id="91" dur="500"/>
                                        <p:tgtEl>
                                          <p:spTgt spid="279"/>
                                        </p:tgtEl>
                                      </p:cBhvr>
                                    </p:animEffect>
                                  </p:childTnLst>
                                </p:cTn>
                              </p:par>
                              <p:par>
                                <p:cTn id="92" presetID="22" presetClass="entr" presetSubtype="4" fill="hold" grpId="0" nodeType="withEffect">
                                  <p:stCondLst>
                                    <p:cond delay="0"/>
                                  </p:stCondLst>
                                  <p:childTnLst>
                                    <p:set>
                                      <p:cBhvr>
                                        <p:cTn id="93" dur="1" fill="hold">
                                          <p:stCondLst>
                                            <p:cond delay="0"/>
                                          </p:stCondLst>
                                        </p:cTn>
                                        <p:tgtEl>
                                          <p:spTgt spid="275"/>
                                        </p:tgtEl>
                                        <p:attrNameLst>
                                          <p:attrName>style.visibility</p:attrName>
                                        </p:attrNameLst>
                                      </p:cBhvr>
                                      <p:to>
                                        <p:strVal val="visible"/>
                                      </p:to>
                                    </p:set>
                                    <p:animEffect transition="in" filter="wipe(down)">
                                      <p:cBhvr>
                                        <p:cTn id="94" dur="500"/>
                                        <p:tgtEl>
                                          <p:spTgt spid="2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2" grpId="0" animBg="1"/>
      <p:bldP spid="267" grpId="0" animBg="1"/>
      <p:bldP spid="268" grpId="0" animBg="1"/>
      <p:bldP spid="269" grpId="0" animBg="1"/>
      <p:bldP spid="270" grpId="0" animBg="1"/>
      <p:bldP spid="271" grpId="0" animBg="1"/>
      <p:bldP spid="272" grpId="0" animBg="1"/>
      <p:bldP spid="273" grpId="0" animBg="1"/>
      <p:bldP spid="274" grpId="0" animBg="1"/>
      <p:bldP spid="275" grpId="0" animBg="1"/>
      <p:bldP spid="279" grpId="0" animBg="1"/>
      <p:bldP spid="280" grpId="0" animBg="1"/>
      <p:bldP spid="346" grpId="0" animBg="1"/>
      <p:bldP spid="347" grpId="0" animBg="1"/>
      <p:bldP spid="348" grpId="0" animBg="1"/>
      <p:bldP spid="349" grpId="0" animBg="1"/>
      <p:bldP spid="350" grpId="0" animBg="1"/>
      <p:bldP spid="351" grpId="0" animBg="1"/>
      <p:bldP spid="352" grpId="0" animBg="1"/>
      <p:bldP spid="353" grpId="0" animBg="1"/>
      <p:bldP spid="354" grpId="0" animBg="1"/>
      <p:bldP spid="355" grpId="0" animBg="1"/>
      <p:bldP spid="356"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2B9189-7CDF-0741-9858-A79357149B7C}"/>
              </a:ext>
            </a:extLst>
          </p:cNvPr>
          <p:cNvSpPr>
            <a:spLocks noGrp="1"/>
          </p:cNvSpPr>
          <p:nvPr>
            <p:ph type="title"/>
          </p:nvPr>
        </p:nvSpPr>
        <p:spPr>
          <a:xfrm>
            <a:off x="826625" y="174028"/>
            <a:ext cx="10515600" cy="894622"/>
          </a:xfrm>
        </p:spPr>
        <p:txBody>
          <a:bodyPr/>
          <a:lstStyle/>
          <a:p>
            <a:r>
              <a:rPr lang="en-US" dirty="0">
                <a:solidFill>
                  <a:srgbClr val="0000A8"/>
                </a:solidFill>
              </a:rPr>
              <a:t>Distance vector example: iteration</a:t>
            </a:r>
          </a:p>
        </p:txBody>
      </p:sp>
      <p:sp>
        <p:nvSpPr>
          <p:cNvPr id="5" name="Slide Number Placeholder 4">
            <a:extLst>
              <a:ext uri="{FF2B5EF4-FFF2-40B4-BE49-F238E27FC236}">
                <a16:creationId xmlns:a16="http://schemas.microsoft.com/office/drawing/2014/main" id="{98E05715-B0AC-CF47-B242-18018B71339C}"/>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53</a:t>
            </a:fld>
            <a:endParaRPr lang="en-US" dirty="0">
              <a:solidFill>
                <a:prstClr val="white">
                  <a:lumMod val="50000"/>
                </a:prstClr>
              </a:solidFill>
            </a:endParaRPr>
          </a:p>
        </p:txBody>
      </p:sp>
      <p:sp>
        <p:nvSpPr>
          <p:cNvPr id="158" name="TextBox 157">
            <a:extLst>
              <a:ext uri="{FF2B5EF4-FFF2-40B4-BE49-F238E27FC236}">
                <a16:creationId xmlns:a16="http://schemas.microsoft.com/office/drawing/2014/main" id="{B5592DAF-A3B4-9F43-84E1-39575A7F870C}"/>
              </a:ext>
            </a:extLst>
          </p:cNvPr>
          <p:cNvSpPr txBox="1"/>
          <p:nvPr/>
        </p:nvSpPr>
        <p:spPr>
          <a:xfrm flipH="1">
            <a:off x="476445" y="3078991"/>
            <a:ext cx="2195814" cy="2585323"/>
          </a:xfrm>
          <a:prstGeom prst="rect">
            <a:avLst/>
          </a:prstGeom>
          <a:noFill/>
        </p:spPr>
        <p:txBody>
          <a:bodyPr wrap="square" rtlCol="0">
            <a:spAutoFit/>
          </a:bodyPr>
          <a:lstStyle/>
          <a:p>
            <a:pPr>
              <a:lnSpc>
                <a:spcPct val="90000"/>
              </a:lnSpc>
              <a:buClr>
                <a:srgbClr val="0000A8"/>
              </a:buClr>
            </a:pPr>
            <a:r>
              <a:rPr lang="en-US" dirty="0">
                <a:solidFill>
                  <a:prstClr val="black"/>
                </a:solidFill>
              </a:rPr>
              <a:t>All nodes:</a:t>
            </a:r>
          </a:p>
          <a:p>
            <a:pPr marL="174625" indent="-174625">
              <a:lnSpc>
                <a:spcPct val="90000"/>
              </a:lnSpc>
              <a:buClr>
                <a:srgbClr val="0000A8"/>
              </a:buClr>
              <a:buFont typeface="Wingdings" pitchFamily="2" charset="2"/>
              <a:buChar char="§"/>
            </a:pPr>
            <a:r>
              <a:rPr lang="en-US" dirty="0">
                <a:solidFill>
                  <a:prstClr val="black"/>
                </a:solidFill>
              </a:rPr>
              <a:t>receive distance vectors from neighbors</a:t>
            </a:r>
          </a:p>
          <a:p>
            <a:pPr marL="174625" indent="-174625">
              <a:lnSpc>
                <a:spcPct val="90000"/>
              </a:lnSpc>
              <a:buClr>
                <a:prstClr val="white">
                  <a:lumMod val="75000"/>
                </a:prstClr>
              </a:buClr>
              <a:buFont typeface="Wingdings" pitchFamily="2" charset="2"/>
              <a:buChar char="§"/>
            </a:pPr>
            <a:r>
              <a:rPr lang="en-US" dirty="0">
                <a:solidFill>
                  <a:prstClr val="white">
                    <a:lumMod val="75000"/>
                  </a:prstClr>
                </a:solidFill>
              </a:rPr>
              <a:t>compute their new local  distance vector</a:t>
            </a:r>
          </a:p>
          <a:p>
            <a:pPr marL="174625" indent="-174625">
              <a:lnSpc>
                <a:spcPct val="90000"/>
              </a:lnSpc>
              <a:buClr>
                <a:prstClr val="white">
                  <a:lumMod val="75000"/>
                </a:prstClr>
              </a:buClr>
              <a:buFont typeface="Wingdings" pitchFamily="2" charset="2"/>
              <a:buChar char="§"/>
            </a:pPr>
            <a:r>
              <a:rPr lang="en-US" dirty="0">
                <a:solidFill>
                  <a:prstClr val="white">
                    <a:lumMod val="75000"/>
                  </a:prstClr>
                </a:solidFill>
              </a:rPr>
              <a:t>send their new local distance vector to neighbors</a:t>
            </a:r>
          </a:p>
        </p:txBody>
      </p:sp>
      <p:grpSp>
        <p:nvGrpSpPr>
          <p:cNvPr id="159" name="Group 158">
            <a:extLst>
              <a:ext uri="{FF2B5EF4-FFF2-40B4-BE49-F238E27FC236}">
                <a16:creationId xmlns:a16="http://schemas.microsoft.com/office/drawing/2014/main" id="{51D9C22B-8B5F-5C4F-B836-7B225BEBAA34}"/>
              </a:ext>
            </a:extLst>
          </p:cNvPr>
          <p:cNvGrpSpPr/>
          <p:nvPr/>
        </p:nvGrpSpPr>
        <p:grpSpPr>
          <a:xfrm>
            <a:off x="584365" y="1859143"/>
            <a:ext cx="736099" cy="1229581"/>
            <a:chOff x="10030307" y="3444875"/>
            <a:chExt cx="736099" cy="1229581"/>
          </a:xfrm>
        </p:grpSpPr>
        <p:sp>
          <p:nvSpPr>
            <p:cNvPr id="160" name="TextBox 159">
              <a:extLst>
                <a:ext uri="{FF2B5EF4-FFF2-40B4-BE49-F238E27FC236}">
                  <a16:creationId xmlns:a16="http://schemas.microsoft.com/office/drawing/2014/main" id="{8B6727C7-2D65-214B-AC24-3FD638275EC1}"/>
                </a:ext>
              </a:extLst>
            </p:cNvPr>
            <p:cNvSpPr txBox="1"/>
            <p:nvPr/>
          </p:nvSpPr>
          <p:spPr>
            <a:xfrm>
              <a:off x="10030307" y="4089681"/>
              <a:ext cx="736099" cy="584775"/>
            </a:xfrm>
            <a:prstGeom prst="rect">
              <a:avLst/>
            </a:prstGeom>
            <a:noFill/>
          </p:spPr>
          <p:txBody>
            <a:bodyPr wrap="none" rtlCol="0">
              <a:spAutoFit/>
            </a:bodyPr>
            <a:lstStyle/>
            <a:p>
              <a:r>
                <a:rPr lang="en-US" sz="3200" dirty="0">
                  <a:solidFill>
                    <a:prstClr val="black"/>
                  </a:solidFill>
                </a:rPr>
                <a:t>t=1</a:t>
              </a:r>
            </a:p>
          </p:txBody>
        </p:sp>
        <p:grpSp>
          <p:nvGrpSpPr>
            <p:cNvPr id="161" name="Group 160">
              <a:extLst>
                <a:ext uri="{FF2B5EF4-FFF2-40B4-BE49-F238E27FC236}">
                  <a16:creationId xmlns:a16="http://schemas.microsoft.com/office/drawing/2014/main" id="{7CD0CB56-7686-194E-9336-87E7A7D97331}"/>
                </a:ext>
              </a:extLst>
            </p:cNvPr>
            <p:cNvGrpSpPr/>
            <p:nvPr/>
          </p:nvGrpSpPr>
          <p:grpSpPr>
            <a:xfrm>
              <a:off x="10034588" y="3444875"/>
              <a:ext cx="682627" cy="682625"/>
              <a:chOff x="10034588" y="3444875"/>
              <a:chExt cx="682627" cy="682625"/>
            </a:xfrm>
          </p:grpSpPr>
          <p:sp>
            <p:nvSpPr>
              <p:cNvPr id="162" name="Oval 161">
                <a:extLst>
                  <a:ext uri="{FF2B5EF4-FFF2-40B4-BE49-F238E27FC236}">
                    <a16:creationId xmlns:a16="http://schemas.microsoft.com/office/drawing/2014/main" id="{C4B2CF33-A55A-7045-88D1-AF4148705A10}"/>
                  </a:ext>
                </a:extLst>
              </p:cNvPr>
              <p:cNvSpPr/>
              <p:nvPr/>
            </p:nvSpPr>
            <p:spPr>
              <a:xfrm>
                <a:off x="10039551" y="3449256"/>
                <a:ext cx="671332" cy="671332"/>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163" name="Straight Connector 162">
                <a:extLst>
                  <a:ext uri="{FF2B5EF4-FFF2-40B4-BE49-F238E27FC236}">
                    <a16:creationId xmlns:a16="http://schemas.microsoft.com/office/drawing/2014/main" id="{71D12050-6F8E-D441-9EB3-D43C862E2FF7}"/>
                  </a:ext>
                </a:extLst>
              </p:cNvPr>
              <p:cNvCxnSpPr/>
              <p:nvPr/>
            </p:nvCxnSpPr>
            <p:spPr>
              <a:xfrm>
                <a:off x="10372725" y="34448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9039BE19-8C89-2249-9429-12D66FAF87EA}"/>
                  </a:ext>
                </a:extLst>
              </p:cNvPr>
              <p:cNvCxnSpPr/>
              <p:nvPr/>
            </p:nvCxnSpPr>
            <p:spPr>
              <a:xfrm>
                <a:off x="10372725" y="40671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E88497C8-6A73-4341-AC9C-EB6512208F74}"/>
                  </a:ext>
                </a:extLst>
              </p:cNvPr>
              <p:cNvCxnSpPr>
                <a:cxnSpLocks/>
              </p:cNvCxnSpPr>
              <p:nvPr/>
            </p:nvCxnSpPr>
            <p:spPr>
              <a:xfrm rot="16200000">
                <a:off x="10064751"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9E4797E5-1D6F-BE4B-A4F2-9F8C5FC9970D}"/>
                  </a:ext>
                </a:extLst>
              </p:cNvPr>
              <p:cNvCxnSpPr>
                <a:cxnSpLocks/>
              </p:cNvCxnSpPr>
              <p:nvPr/>
            </p:nvCxnSpPr>
            <p:spPr>
              <a:xfrm rot="16200000">
                <a:off x="10687053"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A5E708AC-BFD0-124E-B7DC-30966CA8590E}"/>
                  </a:ext>
                </a:extLst>
              </p:cNvPr>
              <p:cNvCxnSpPr>
                <a:cxnSpLocks/>
              </p:cNvCxnSpPr>
              <p:nvPr/>
            </p:nvCxnSpPr>
            <p:spPr>
              <a:xfrm>
                <a:off x="10523542" y="40370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6DFE5143-74BA-6D49-9376-30F7E9D09956}"/>
                  </a:ext>
                </a:extLst>
              </p:cNvPr>
              <p:cNvCxnSpPr>
                <a:cxnSpLocks/>
              </p:cNvCxnSpPr>
              <p:nvPr/>
            </p:nvCxnSpPr>
            <p:spPr>
              <a:xfrm>
                <a:off x="10202867" y="34909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6B211398-DB9E-FC45-8FDC-6F0E1B1A67F5}"/>
                  </a:ext>
                </a:extLst>
              </p:cNvPr>
              <p:cNvCxnSpPr>
                <a:cxnSpLocks/>
              </p:cNvCxnSpPr>
              <p:nvPr/>
            </p:nvCxnSpPr>
            <p:spPr>
              <a:xfrm flipH="1">
                <a:off x="10196517" y="40338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BF9AF430-A741-DC49-89C7-CC090ABEF1B3}"/>
                  </a:ext>
                </a:extLst>
              </p:cNvPr>
              <p:cNvCxnSpPr>
                <a:cxnSpLocks/>
              </p:cNvCxnSpPr>
              <p:nvPr/>
            </p:nvCxnSpPr>
            <p:spPr>
              <a:xfrm flipH="1">
                <a:off x="10517192" y="34877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EE082992-203D-C64B-9E89-DB664E573851}"/>
                  </a:ext>
                </a:extLst>
              </p:cNvPr>
              <p:cNvCxnSpPr>
                <a:cxnSpLocks/>
              </p:cNvCxnSpPr>
              <p:nvPr/>
            </p:nvCxnSpPr>
            <p:spPr>
              <a:xfrm flipH="1">
                <a:off x="10631493" y="36115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03B2445A-DC24-3247-8057-F3854B08E81A}"/>
                  </a:ext>
                </a:extLst>
              </p:cNvPr>
              <p:cNvCxnSpPr>
                <a:cxnSpLocks/>
              </p:cNvCxnSpPr>
              <p:nvPr/>
            </p:nvCxnSpPr>
            <p:spPr>
              <a:xfrm flipH="1">
                <a:off x="10085393" y="39290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DFE122BB-AC85-9446-ACDF-58E64316BE8D}"/>
                  </a:ext>
                </a:extLst>
              </p:cNvPr>
              <p:cNvCxnSpPr>
                <a:cxnSpLocks/>
              </p:cNvCxnSpPr>
              <p:nvPr/>
            </p:nvCxnSpPr>
            <p:spPr>
              <a:xfrm flipH="1" flipV="1">
                <a:off x="10094918" y="36147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B8F11881-407E-8D46-A809-9BB9CFD37039}"/>
                  </a:ext>
                </a:extLst>
              </p:cNvPr>
              <p:cNvCxnSpPr>
                <a:cxnSpLocks/>
              </p:cNvCxnSpPr>
              <p:nvPr/>
            </p:nvCxnSpPr>
            <p:spPr>
              <a:xfrm flipH="1" flipV="1">
                <a:off x="10631493" y="39322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175" name="Oval 174">
                <a:extLst>
                  <a:ext uri="{FF2B5EF4-FFF2-40B4-BE49-F238E27FC236}">
                    <a16:creationId xmlns:a16="http://schemas.microsoft.com/office/drawing/2014/main" id="{4FEE74AE-C9E3-9243-8316-465947D1AAB3}"/>
                  </a:ext>
                </a:extLst>
              </p:cNvPr>
              <p:cNvSpPr/>
              <p:nvPr/>
            </p:nvSpPr>
            <p:spPr>
              <a:xfrm>
                <a:off x="10331450" y="3743325"/>
                <a:ext cx="82550" cy="87136"/>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176" name="Straight Connector 175">
                <a:extLst>
                  <a:ext uri="{FF2B5EF4-FFF2-40B4-BE49-F238E27FC236}">
                    <a16:creationId xmlns:a16="http://schemas.microsoft.com/office/drawing/2014/main" id="{4DC6920A-A583-934A-B8F7-D01CB5A4F755}"/>
                  </a:ext>
                </a:extLst>
              </p:cNvPr>
              <p:cNvCxnSpPr>
                <a:cxnSpLocks/>
              </p:cNvCxnSpPr>
              <p:nvPr/>
            </p:nvCxnSpPr>
            <p:spPr>
              <a:xfrm flipH="1">
                <a:off x="10361752" y="3564494"/>
                <a:ext cx="137579" cy="231764"/>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grpSp>
      </p:grpSp>
      <p:cxnSp>
        <p:nvCxnSpPr>
          <p:cNvPr id="178" name="Straight Connector 177">
            <a:extLst>
              <a:ext uri="{FF2B5EF4-FFF2-40B4-BE49-F238E27FC236}">
                <a16:creationId xmlns:a16="http://schemas.microsoft.com/office/drawing/2014/main" id="{AB5E9CBF-AF97-5D48-B9CB-2EC5C2C526F5}"/>
              </a:ext>
            </a:extLst>
          </p:cNvPr>
          <p:cNvCxnSpPr>
            <a:cxnSpLocks/>
            <a:stCxn id="180" idx="2"/>
            <a:endCxn id="180" idx="0"/>
          </p:cNvCxnSpPr>
          <p:nvPr/>
        </p:nvCxnSpPr>
        <p:spPr>
          <a:xfrm flipV="1">
            <a:off x="6530326" y="2129120"/>
            <a:ext cx="0" cy="38631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a:extLst>
              <a:ext uri="{FF2B5EF4-FFF2-40B4-BE49-F238E27FC236}">
                <a16:creationId xmlns:a16="http://schemas.microsoft.com/office/drawing/2014/main" id="{D7EFE419-3569-2941-B21B-FEE938B00519}"/>
              </a:ext>
            </a:extLst>
          </p:cNvPr>
          <p:cNvCxnSpPr>
            <a:cxnSpLocks/>
            <a:stCxn id="180" idx="1"/>
            <a:endCxn id="180" idx="3"/>
          </p:cNvCxnSpPr>
          <p:nvPr/>
        </p:nvCxnSpPr>
        <p:spPr>
          <a:xfrm>
            <a:off x="4598770" y="4060675"/>
            <a:ext cx="386311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80" name="Rectangle 179">
            <a:extLst>
              <a:ext uri="{FF2B5EF4-FFF2-40B4-BE49-F238E27FC236}">
                <a16:creationId xmlns:a16="http://schemas.microsoft.com/office/drawing/2014/main" id="{4E468BF4-771A-9F4F-B78A-F622D4132D71}"/>
              </a:ext>
            </a:extLst>
          </p:cNvPr>
          <p:cNvSpPr/>
          <p:nvPr/>
        </p:nvSpPr>
        <p:spPr>
          <a:xfrm>
            <a:off x="4598770" y="2129120"/>
            <a:ext cx="3863111" cy="3863111"/>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sp>
        <p:nvSpPr>
          <p:cNvPr id="181" name="Rectangle 180">
            <a:extLst>
              <a:ext uri="{FF2B5EF4-FFF2-40B4-BE49-F238E27FC236}">
                <a16:creationId xmlns:a16="http://schemas.microsoft.com/office/drawing/2014/main" id="{CE684AEF-59A3-F546-87AC-81E722615FE7}"/>
              </a:ext>
            </a:extLst>
          </p:cNvPr>
          <p:cNvSpPr/>
          <p:nvPr/>
        </p:nvSpPr>
        <p:spPr>
          <a:xfrm>
            <a:off x="8380337" y="2200470"/>
            <a:ext cx="132508" cy="185510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grpSp>
        <p:nvGrpSpPr>
          <p:cNvPr id="182" name="Group 181">
            <a:extLst>
              <a:ext uri="{FF2B5EF4-FFF2-40B4-BE49-F238E27FC236}">
                <a16:creationId xmlns:a16="http://schemas.microsoft.com/office/drawing/2014/main" id="{90024695-3FDD-964E-B152-496C22A4D46B}"/>
              </a:ext>
            </a:extLst>
          </p:cNvPr>
          <p:cNvGrpSpPr/>
          <p:nvPr/>
        </p:nvGrpSpPr>
        <p:grpSpPr>
          <a:xfrm>
            <a:off x="4333785" y="5772213"/>
            <a:ext cx="4395351" cy="404576"/>
            <a:chOff x="4333785" y="5772213"/>
            <a:chExt cx="4395351" cy="404576"/>
          </a:xfrm>
        </p:grpSpPr>
        <p:grpSp>
          <p:nvGrpSpPr>
            <p:cNvPr id="183" name="Group 182">
              <a:extLst>
                <a:ext uri="{FF2B5EF4-FFF2-40B4-BE49-F238E27FC236}">
                  <a16:creationId xmlns:a16="http://schemas.microsoft.com/office/drawing/2014/main" id="{6C8EE3F3-AE25-054F-9105-9B7FA34FFD32}"/>
                </a:ext>
              </a:extLst>
            </p:cNvPr>
            <p:cNvGrpSpPr/>
            <p:nvPr/>
          </p:nvGrpSpPr>
          <p:grpSpPr>
            <a:xfrm>
              <a:off x="4333785" y="5772213"/>
              <a:ext cx="531821" cy="369069"/>
              <a:chOff x="1348328" y="2475647"/>
              <a:chExt cx="603916" cy="419100"/>
            </a:xfrm>
          </p:grpSpPr>
          <p:grpSp>
            <p:nvGrpSpPr>
              <p:cNvPr id="265" name="Group 264">
                <a:extLst>
                  <a:ext uri="{FF2B5EF4-FFF2-40B4-BE49-F238E27FC236}">
                    <a16:creationId xmlns:a16="http://schemas.microsoft.com/office/drawing/2014/main" id="{5D6CC66D-1EF8-A444-9970-9D45735DBF98}"/>
                  </a:ext>
                </a:extLst>
              </p:cNvPr>
              <p:cNvGrpSpPr/>
              <p:nvPr/>
            </p:nvGrpSpPr>
            <p:grpSpPr>
              <a:xfrm>
                <a:off x="1348328" y="2555748"/>
                <a:ext cx="603916" cy="308999"/>
                <a:chOff x="5278570" y="2983486"/>
                <a:chExt cx="501650" cy="233363"/>
              </a:xfrm>
            </p:grpSpPr>
            <p:sp>
              <p:nvSpPr>
                <p:cNvPr id="278" name="Oval 5">
                  <a:extLst>
                    <a:ext uri="{FF2B5EF4-FFF2-40B4-BE49-F238E27FC236}">
                      <a16:creationId xmlns:a16="http://schemas.microsoft.com/office/drawing/2014/main" id="{19EC7CC2-5F3C-F044-855B-3528C76254F8}"/>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81" name="Line 6">
                  <a:extLst>
                    <a:ext uri="{FF2B5EF4-FFF2-40B4-BE49-F238E27FC236}">
                      <a16:creationId xmlns:a16="http://schemas.microsoft.com/office/drawing/2014/main" id="{6779C44F-E1F7-DF44-9610-B2A0F6F2797A}"/>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82" name="Line 7">
                  <a:extLst>
                    <a:ext uri="{FF2B5EF4-FFF2-40B4-BE49-F238E27FC236}">
                      <a16:creationId xmlns:a16="http://schemas.microsoft.com/office/drawing/2014/main" id="{D14FB091-AFB7-A944-A8E6-CDE6BB062C5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5" name="Rectangle 8">
                  <a:extLst>
                    <a:ext uri="{FF2B5EF4-FFF2-40B4-BE49-F238E27FC236}">
                      <a16:creationId xmlns:a16="http://schemas.microsoft.com/office/drawing/2014/main" id="{3C11373B-941E-A341-8B50-3B1BAB288321}"/>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57" name="Oval 9">
                  <a:extLst>
                    <a:ext uri="{FF2B5EF4-FFF2-40B4-BE49-F238E27FC236}">
                      <a16:creationId xmlns:a16="http://schemas.microsoft.com/office/drawing/2014/main" id="{59F44B8F-8F72-CD4B-B450-03B98435A4D9}"/>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66" name="Group 44">
                <a:extLst>
                  <a:ext uri="{FF2B5EF4-FFF2-40B4-BE49-F238E27FC236}">
                    <a16:creationId xmlns:a16="http://schemas.microsoft.com/office/drawing/2014/main" id="{C69DC42A-1FAB-8243-B34F-E94F334C76B2}"/>
                  </a:ext>
                </a:extLst>
              </p:cNvPr>
              <p:cNvGrpSpPr>
                <a:grpSpLocks/>
              </p:cNvGrpSpPr>
              <p:nvPr/>
            </p:nvGrpSpPr>
            <p:grpSpPr bwMode="auto">
              <a:xfrm>
                <a:off x="1456374" y="2475647"/>
                <a:ext cx="355165" cy="419100"/>
                <a:chOff x="2944" y="2405"/>
                <a:chExt cx="227" cy="264"/>
              </a:xfrm>
            </p:grpSpPr>
            <p:sp>
              <p:nvSpPr>
                <p:cNvPr id="276" name="Rectangle 45">
                  <a:extLst>
                    <a:ext uri="{FF2B5EF4-FFF2-40B4-BE49-F238E27FC236}">
                      <a16:creationId xmlns:a16="http://schemas.microsoft.com/office/drawing/2014/main" id="{70E25FC2-8CD7-BD46-8EEF-1398E7F97E72}"/>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77" name="Text Box 46">
                  <a:extLst>
                    <a:ext uri="{FF2B5EF4-FFF2-40B4-BE49-F238E27FC236}">
                      <a16:creationId xmlns:a16="http://schemas.microsoft.com/office/drawing/2014/main" id="{F9BD9777-D95A-EA46-92E1-12A0C4095B98}"/>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g</a:t>
                  </a:r>
                  <a:endParaRPr lang="en-US" sz="2000" kern="0" dirty="0">
                    <a:solidFill>
                      <a:srgbClr val="000000"/>
                    </a:solidFill>
                  </a:endParaRPr>
                </a:p>
              </p:txBody>
            </p:sp>
          </p:grpSp>
        </p:grpSp>
        <p:grpSp>
          <p:nvGrpSpPr>
            <p:cNvPr id="214" name="Group 213">
              <a:extLst>
                <a:ext uri="{FF2B5EF4-FFF2-40B4-BE49-F238E27FC236}">
                  <a16:creationId xmlns:a16="http://schemas.microsoft.com/office/drawing/2014/main" id="{1916AC98-2221-2E46-9C20-FABA3737D42E}"/>
                </a:ext>
              </a:extLst>
            </p:cNvPr>
            <p:cNvGrpSpPr/>
            <p:nvPr/>
          </p:nvGrpSpPr>
          <p:grpSpPr>
            <a:xfrm>
              <a:off x="6263949" y="5807720"/>
              <a:ext cx="531821" cy="369069"/>
              <a:chOff x="1348328" y="2507397"/>
              <a:chExt cx="603916" cy="419100"/>
            </a:xfrm>
          </p:grpSpPr>
          <p:grpSp>
            <p:nvGrpSpPr>
              <p:cNvPr id="251" name="Group 250">
                <a:extLst>
                  <a:ext uri="{FF2B5EF4-FFF2-40B4-BE49-F238E27FC236}">
                    <a16:creationId xmlns:a16="http://schemas.microsoft.com/office/drawing/2014/main" id="{276E517F-B609-7C4D-AF44-D726D3196676}"/>
                  </a:ext>
                </a:extLst>
              </p:cNvPr>
              <p:cNvGrpSpPr/>
              <p:nvPr/>
            </p:nvGrpSpPr>
            <p:grpSpPr>
              <a:xfrm>
                <a:off x="1348328" y="2555748"/>
                <a:ext cx="603916" cy="308999"/>
                <a:chOff x="5278570" y="2983486"/>
                <a:chExt cx="501650" cy="233363"/>
              </a:xfrm>
            </p:grpSpPr>
            <p:sp>
              <p:nvSpPr>
                <p:cNvPr id="259" name="Oval 5">
                  <a:extLst>
                    <a:ext uri="{FF2B5EF4-FFF2-40B4-BE49-F238E27FC236}">
                      <a16:creationId xmlns:a16="http://schemas.microsoft.com/office/drawing/2014/main" id="{DB42A8EC-C196-C840-A504-2428E394768C}"/>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61" name="Line 6">
                  <a:extLst>
                    <a:ext uri="{FF2B5EF4-FFF2-40B4-BE49-F238E27FC236}">
                      <a16:creationId xmlns:a16="http://schemas.microsoft.com/office/drawing/2014/main" id="{3F365F5A-D6EA-D742-8402-8A4394B313B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62" name="Line 7">
                  <a:extLst>
                    <a:ext uri="{FF2B5EF4-FFF2-40B4-BE49-F238E27FC236}">
                      <a16:creationId xmlns:a16="http://schemas.microsoft.com/office/drawing/2014/main" id="{9177141B-66C5-2C42-A137-216B8B13C8B2}"/>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63" name="Rectangle 8">
                  <a:extLst>
                    <a:ext uri="{FF2B5EF4-FFF2-40B4-BE49-F238E27FC236}">
                      <a16:creationId xmlns:a16="http://schemas.microsoft.com/office/drawing/2014/main" id="{AE62DE18-0008-9444-9562-C4F5BAA68871}"/>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64" name="Oval 9">
                  <a:extLst>
                    <a:ext uri="{FF2B5EF4-FFF2-40B4-BE49-F238E27FC236}">
                      <a16:creationId xmlns:a16="http://schemas.microsoft.com/office/drawing/2014/main" id="{152F8C8A-0D1A-8B45-807C-D91E53567889}"/>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56" name="Group 44">
                <a:extLst>
                  <a:ext uri="{FF2B5EF4-FFF2-40B4-BE49-F238E27FC236}">
                    <a16:creationId xmlns:a16="http://schemas.microsoft.com/office/drawing/2014/main" id="{B39FA0FD-C7BF-0944-A9C2-76560B3C5716}"/>
                  </a:ext>
                </a:extLst>
              </p:cNvPr>
              <p:cNvGrpSpPr>
                <a:grpSpLocks/>
              </p:cNvGrpSpPr>
              <p:nvPr/>
            </p:nvGrpSpPr>
            <p:grpSpPr bwMode="auto">
              <a:xfrm>
                <a:off x="1456374" y="2507397"/>
                <a:ext cx="355165" cy="419100"/>
                <a:chOff x="2944" y="2425"/>
                <a:chExt cx="227" cy="264"/>
              </a:xfrm>
            </p:grpSpPr>
            <p:sp>
              <p:nvSpPr>
                <p:cNvPr id="257" name="Rectangle 45">
                  <a:extLst>
                    <a:ext uri="{FF2B5EF4-FFF2-40B4-BE49-F238E27FC236}">
                      <a16:creationId xmlns:a16="http://schemas.microsoft.com/office/drawing/2014/main" id="{EC0865B6-5078-B846-B9A1-B22AF242AEC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58" name="Text Box 46">
                  <a:extLst>
                    <a:ext uri="{FF2B5EF4-FFF2-40B4-BE49-F238E27FC236}">
                      <a16:creationId xmlns:a16="http://schemas.microsoft.com/office/drawing/2014/main" id="{31AE0430-51CF-024F-9407-1E001488D4F0}"/>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h</a:t>
                  </a:r>
                  <a:endParaRPr lang="en-US" sz="2000" kern="0" dirty="0">
                    <a:solidFill>
                      <a:srgbClr val="000000"/>
                    </a:solidFill>
                  </a:endParaRPr>
                </a:p>
              </p:txBody>
            </p:sp>
          </p:grpSp>
        </p:grpSp>
        <p:grpSp>
          <p:nvGrpSpPr>
            <p:cNvPr id="220" name="Group 219">
              <a:extLst>
                <a:ext uri="{FF2B5EF4-FFF2-40B4-BE49-F238E27FC236}">
                  <a16:creationId xmlns:a16="http://schemas.microsoft.com/office/drawing/2014/main" id="{117B399C-7375-8C45-B153-5E0DDE79A730}"/>
                </a:ext>
              </a:extLst>
            </p:cNvPr>
            <p:cNvGrpSpPr/>
            <p:nvPr/>
          </p:nvGrpSpPr>
          <p:grpSpPr>
            <a:xfrm>
              <a:off x="8197315" y="5805271"/>
              <a:ext cx="531821" cy="369069"/>
              <a:chOff x="1348328" y="2507397"/>
              <a:chExt cx="603916" cy="419100"/>
            </a:xfrm>
          </p:grpSpPr>
          <p:grpSp>
            <p:nvGrpSpPr>
              <p:cNvPr id="229" name="Group 228">
                <a:extLst>
                  <a:ext uri="{FF2B5EF4-FFF2-40B4-BE49-F238E27FC236}">
                    <a16:creationId xmlns:a16="http://schemas.microsoft.com/office/drawing/2014/main" id="{4F9AB240-E175-A144-B6B9-2DEE10D553A2}"/>
                  </a:ext>
                </a:extLst>
              </p:cNvPr>
              <p:cNvGrpSpPr/>
              <p:nvPr/>
            </p:nvGrpSpPr>
            <p:grpSpPr>
              <a:xfrm>
                <a:off x="1348328" y="2555748"/>
                <a:ext cx="603916" cy="308999"/>
                <a:chOff x="5278570" y="2983486"/>
                <a:chExt cx="501650" cy="233363"/>
              </a:xfrm>
            </p:grpSpPr>
            <p:sp>
              <p:nvSpPr>
                <p:cNvPr id="238" name="Oval 5">
                  <a:extLst>
                    <a:ext uri="{FF2B5EF4-FFF2-40B4-BE49-F238E27FC236}">
                      <a16:creationId xmlns:a16="http://schemas.microsoft.com/office/drawing/2014/main" id="{3D7BCFC3-725F-A347-AF8E-208167808DCD}"/>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43" name="Line 6">
                  <a:extLst>
                    <a:ext uri="{FF2B5EF4-FFF2-40B4-BE49-F238E27FC236}">
                      <a16:creationId xmlns:a16="http://schemas.microsoft.com/office/drawing/2014/main" id="{A8673090-13F7-EA46-8F52-E998712551F4}"/>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44" name="Line 7">
                  <a:extLst>
                    <a:ext uri="{FF2B5EF4-FFF2-40B4-BE49-F238E27FC236}">
                      <a16:creationId xmlns:a16="http://schemas.microsoft.com/office/drawing/2014/main" id="{CA6A678E-A8F1-4341-B140-0132895B819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45" name="Rectangle 8">
                  <a:extLst>
                    <a:ext uri="{FF2B5EF4-FFF2-40B4-BE49-F238E27FC236}">
                      <a16:creationId xmlns:a16="http://schemas.microsoft.com/office/drawing/2014/main" id="{CB19ADB2-AFF7-0341-97AC-822A6436561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46" name="Oval 9">
                  <a:extLst>
                    <a:ext uri="{FF2B5EF4-FFF2-40B4-BE49-F238E27FC236}">
                      <a16:creationId xmlns:a16="http://schemas.microsoft.com/office/drawing/2014/main" id="{129E19EF-F5CE-AE49-A59D-F98EA32F73F1}"/>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31" name="Group 44">
                <a:extLst>
                  <a:ext uri="{FF2B5EF4-FFF2-40B4-BE49-F238E27FC236}">
                    <a16:creationId xmlns:a16="http://schemas.microsoft.com/office/drawing/2014/main" id="{33BC9284-082A-C547-80A2-CE5B33183945}"/>
                  </a:ext>
                </a:extLst>
              </p:cNvPr>
              <p:cNvGrpSpPr>
                <a:grpSpLocks/>
              </p:cNvGrpSpPr>
              <p:nvPr/>
            </p:nvGrpSpPr>
            <p:grpSpPr bwMode="auto">
              <a:xfrm>
                <a:off x="1500196" y="2507397"/>
                <a:ext cx="267548" cy="419100"/>
                <a:chOff x="2972" y="2425"/>
                <a:chExt cx="171" cy="264"/>
              </a:xfrm>
            </p:grpSpPr>
            <p:sp>
              <p:nvSpPr>
                <p:cNvPr id="236" name="Rectangle 45">
                  <a:extLst>
                    <a:ext uri="{FF2B5EF4-FFF2-40B4-BE49-F238E27FC236}">
                      <a16:creationId xmlns:a16="http://schemas.microsoft.com/office/drawing/2014/main" id="{4193C60B-BF7A-AF45-81F6-7D7BE48E1BA8}"/>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37" name="Text Box 46">
                  <a:extLst>
                    <a:ext uri="{FF2B5EF4-FFF2-40B4-BE49-F238E27FC236}">
                      <a16:creationId xmlns:a16="http://schemas.microsoft.com/office/drawing/2014/main" id="{5F25081C-318C-894D-91F5-40D4DDBE2A94}"/>
                    </a:ext>
                  </a:extLst>
                </p:cNvPr>
                <p:cNvSpPr txBox="1">
                  <a:spLocks noChangeArrowheads="1"/>
                </p:cNvSpPr>
                <p:nvPr/>
              </p:nvSpPr>
              <p:spPr bwMode="auto">
                <a:xfrm>
                  <a:off x="2972" y="2425"/>
                  <a:ext cx="17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i</a:t>
                  </a:r>
                  <a:endParaRPr lang="en-US" sz="2000" kern="0" dirty="0">
                    <a:solidFill>
                      <a:srgbClr val="000000"/>
                    </a:solidFill>
                  </a:endParaRPr>
                </a:p>
              </p:txBody>
            </p:sp>
          </p:grpSp>
        </p:grpSp>
      </p:grpSp>
      <p:sp>
        <p:nvSpPr>
          <p:cNvPr id="358" name="TextBox 357">
            <a:extLst>
              <a:ext uri="{FF2B5EF4-FFF2-40B4-BE49-F238E27FC236}">
                <a16:creationId xmlns:a16="http://schemas.microsoft.com/office/drawing/2014/main" id="{39063DBA-AA21-B940-821D-0DA362ACBFD2}"/>
              </a:ext>
            </a:extLst>
          </p:cNvPr>
          <p:cNvSpPr txBox="1"/>
          <p:nvPr/>
        </p:nvSpPr>
        <p:spPr>
          <a:xfrm>
            <a:off x="4305782" y="2870522"/>
            <a:ext cx="301686" cy="338554"/>
          </a:xfrm>
          <a:prstGeom prst="rect">
            <a:avLst/>
          </a:prstGeom>
          <a:noFill/>
        </p:spPr>
        <p:txBody>
          <a:bodyPr wrap="square" rtlCol="0">
            <a:spAutoFit/>
          </a:bodyPr>
          <a:lstStyle/>
          <a:p>
            <a:r>
              <a:rPr lang="en-US" sz="1600" dirty="0">
                <a:solidFill>
                  <a:prstClr val="black"/>
                </a:solidFill>
              </a:rPr>
              <a:t>1</a:t>
            </a:r>
          </a:p>
        </p:txBody>
      </p:sp>
      <p:sp>
        <p:nvSpPr>
          <p:cNvPr id="359" name="TextBox 358">
            <a:extLst>
              <a:ext uri="{FF2B5EF4-FFF2-40B4-BE49-F238E27FC236}">
                <a16:creationId xmlns:a16="http://schemas.microsoft.com/office/drawing/2014/main" id="{B6173759-393F-EF41-BF23-9FF3A6808F43}"/>
              </a:ext>
            </a:extLst>
          </p:cNvPr>
          <p:cNvSpPr txBox="1"/>
          <p:nvPr/>
        </p:nvSpPr>
        <p:spPr>
          <a:xfrm>
            <a:off x="6217534" y="2860877"/>
            <a:ext cx="288862" cy="338554"/>
          </a:xfrm>
          <a:prstGeom prst="rect">
            <a:avLst/>
          </a:prstGeom>
          <a:noFill/>
        </p:spPr>
        <p:txBody>
          <a:bodyPr wrap="none" rtlCol="0">
            <a:spAutoFit/>
          </a:bodyPr>
          <a:lstStyle/>
          <a:p>
            <a:r>
              <a:rPr lang="en-US" sz="1600" dirty="0">
                <a:solidFill>
                  <a:prstClr val="black"/>
                </a:solidFill>
              </a:rPr>
              <a:t>1</a:t>
            </a:r>
          </a:p>
        </p:txBody>
      </p:sp>
      <p:sp>
        <p:nvSpPr>
          <p:cNvPr id="360" name="TextBox 359">
            <a:extLst>
              <a:ext uri="{FF2B5EF4-FFF2-40B4-BE49-F238E27FC236}">
                <a16:creationId xmlns:a16="http://schemas.microsoft.com/office/drawing/2014/main" id="{A2333B97-3D20-6A48-A225-3ECD3BF3BDCC}"/>
              </a:ext>
            </a:extLst>
          </p:cNvPr>
          <p:cNvSpPr txBox="1"/>
          <p:nvPr/>
        </p:nvSpPr>
        <p:spPr>
          <a:xfrm>
            <a:off x="4296138" y="4886446"/>
            <a:ext cx="301686" cy="338554"/>
          </a:xfrm>
          <a:prstGeom prst="rect">
            <a:avLst/>
          </a:prstGeom>
          <a:noFill/>
        </p:spPr>
        <p:txBody>
          <a:bodyPr wrap="square" rtlCol="0">
            <a:spAutoFit/>
          </a:bodyPr>
          <a:lstStyle/>
          <a:p>
            <a:r>
              <a:rPr lang="en-US" sz="1600" dirty="0">
                <a:solidFill>
                  <a:prstClr val="black"/>
                </a:solidFill>
              </a:rPr>
              <a:t>1</a:t>
            </a:r>
          </a:p>
        </p:txBody>
      </p:sp>
      <p:sp>
        <p:nvSpPr>
          <p:cNvPr id="361" name="TextBox 360">
            <a:extLst>
              <a:ext uri="{FF2B5EF4-FFF2-40B4-BE49-F238E27FC236}">
                <a16:creationId xmlns:a16="http://schemas.microsoft.com/office/drawing/2014/main" id="{FDA085E2-BBF4-1640-BBF7-8F6C365AFCD6}"/>
              </a:ext>
            </a:extLst>
          </p:cNvPr>
          <p:cNvSpPr txBox="1"/>
          <p:nvPr/>
        </p:nvSpPr>
        <p:spPr>
          <a:xfrm>
            <a:off x="6231040" y="4888376"/>
            <a:ext cx="288862" cy="338554"/>
          </a:xfrm>
          <a:prstGeom prst="rect">
            <a:avLst/>
          </a:prstGeom>
          <a:noFill/>
        </p:spPr>
        <p:txBody>
          <a:bodyPr wrap="none" rtlCol="0">
            <a:spAutoFit/>
          </a:bodyPr>
          <a:lstStyle/>
          <a:p>
            <a:r>
              <a:rPr lang="en-US" sz="1600" dirty="0">
                <a:solidFill>
                  <a:prstClr val="black"/>
                </a:solidFill>
              </a:rPr>
              <a:t>1</a:t>
            </a:r>
          </a:p>
        </p:txBody>
      </p:sp>
      <p:sp>
        <p:nvSpPr>
          <p:cNvPr id="362" name="TextBox 361">
            <a:extLst>
              <a:ext uri="{FF2B5EF4-FFF2-40B4-BE49-F238E27FC236}">
                <a16:creationId xmlns:a16="http://schemas.microsoft.com/office/drawing/2014/main" id="{703C7E13-37F5-E945-B01D-1D28211C2728}"/>
              </a:ext>
            </a:extLst>
          </p:cNvPr>
          <p:cNvSpPr txBox="1"/>
          <p:nvPr/>
        </p:nvSpPr>
        <p:spPr>
          <a:xfrm>
            <a:off x="8154365" y="4890306"/>
            <a:ext cx="288862" cy="338554"/>
          </a:xfrm>
          <a:prstGeom prst="rect">
            <a:avLst/>
          </a:prstGeom>
          <a:noFill/>
        </p:spPr>
        <p:txBody>
          <a:bodyPr wrap="none" rtlCol="0">
            <a:spAutoFit/>
          </a:bodyPr>
          <a:lstStyle/>
          <a:p>
            <a:r>
              <a:rPr lang="en-US" sz="1600" dirty="0">
                <a:solidFill>
                  <a:prstClr val="black"/>
                </a:solidFill>
              </a:rPr>
              <a:t>1</a:t>
            </a:r>
          </a:p>
        </p:txBody>
      </p:sp>
      <p:sp>
        <p:nvSpPr>
          <p:cNvPr id="363" name="TextBox 362">
            <a:extLst>
              <a:ext uri="{FF2B5EF4-FFF2-40B4-BE49-F238E27FC236}">
                <a16:creationId xmlns:a16="http://schemas.microsoft.com/office/drawing/2014/main" id="{0ABBA765-6FBF-C847-827C-2F752F3AAE10}"/>
              </a:ext>
            </a:extLst>
          </p:cNvPr>
          <p:cNvSpPr txBox="1"/>
          <p:nvPr/>
        </p:nvSpPr>
        <p:spPr>
          <a:xfrm>
            <a:off x="5442030" y="4029920"/>
            <a:ext cx="301686" cy="338554"/>
          </a:xfrm>
          <a:prstGeom prst="rect">
            <a:avLst/>
          </a:prstGeom>
          <a:noFill/>
        </p:spPr>
        <p:txBody>
          <a:bodyPr wrap="square" rtlCol="0">
            <a:spAutoFit/>
          </a:bodyPr>
          <a:lstStyle/>
          <a:p>
            <a:r>
              <a:rPr lang="en-US" sz="1600" dirty="0">
                <a:solidFill>
                  <a:prstClr val="black"/>
                </a:solidFill>
              </a:rPr>
              <a:t>1</a:t>
            </a:r>
          </a:p>
        </p:txBody>
      </p:sp>
      <p:sp>
        <p:nvSpPr>
          <p:cNvPr id="364" name="TextBox 363">
            <a:extLst>
              <a:ext uri="{FF2B5EF4-FFF2-40B4-BE49-F238E27FC236}">
                <a16:creationId xmlns:a16="http://schemas.microsoft.com/office/drawing/2014/main" id="{EBDE6AFC-30C3-2441-8BF5-2620B9D87DE9}"/>
              </a:ext>
            </a:extLst>
          </p:cNvPr>
          <p:cNvSpPr txBox="1"/>
          <p:nvPr/>
        </p:nvSpPr>
        <p:spPr>
          <a:xfrm>
            <a:off x="7353782" y="4020275"/>
            <a:ext cx="288862" cy="338554"/>
          </a:xfrm>
          <a:prstGeom prst="rect">
            <a:avLst/>
          </a:prstGeom>
          <a:noFill/>
        </p:spPr>
        <p:txBody>
          <a:bodyPr wrap="none" rtlCol="0">
            <a:spAutoFit/>
          </a:bodyPr>
          <a:lstStyle/>
          <a:p>
            <a:r>
              <a:rPr lang="en-US" sz="1600" dirty="0">
                <a:solidFill>
                  <a:prstClr val="black"/>
                </a:solidFill>
              </a:rPr>
              <a:t>1</a:t>
            </a:r>
          </a:p>
        </p:txBody>
      </p:sp>
      <p:sp>
        <p:nvSpPr>
          <p:cNvPr id="365" name="TextBox 364">
            <a:extLst>
              <a:ext uri="{FF2B5EF4-FFF2-40B4-BE49-F238E27FC236}">
                <a16:creationId xmlns:a16="http://schemas.microsoft.com/office/drawing/2014/main" id="{CDA0FD3D-74E3-A34A-B988-BFD2BFA0DE3D}"/>
              </a:ext>
            </a:extLst>
          </p:cNvPr>
          <p:cNvSpPr txBox="1"/>
          <p:nvPr/>
        </p:nvSpPr>
        <p:spPr>
          <a:xfrm>
            <a:off x="5443958" y="5953247"/>
            <a:ext cx="301686" cy="338554"/>
          </a:xfrm>
          <a:prstGeom prst="rect">
            <a:avLst/>
          </a:prstGeom>
          <a:noFill/>
        </p:spPr>
        <p:txBody>
          <a:bodyPr wrap="square" rtlCol="0">
            <a:spAutoFit/>
          </a:bodyPr>
          <a:lstStyle/>
          <a:p>
            <a:r>
              <a:rPr lang="en-US" sz="1600" dirty="0">
                <a:solidFill>
                  <a:prstClr val="black"/>
                </a:solidFill>
              </a:rPr>
              <a:t>1</a:t>
            </a:r>
          </a:p>
        </p:txBody>
      </p:sp>
      <p:sp>
        <p:nvSpPr>
          <p:cNvPr id="366" name="TextBox 365">
            <a:extLst>
              <a:ext uri="{FF2B5EF4-FFF2-40B4-BE49-F238E27FC236}">
                <a16:creationId xmlns:a16="http://schemas.microsoft.com/office/drawing/2014/main" id="{43EDD2E3-77B9-4648-A935-D42AA319AD53}"/>
              </a:ext>
            </a:extLst>
          </p:cNvPr>
          <p:cNvSpPr txBox="1"/>
          <p:nvPr/>
        </p:nvSpPr>
        <p:spPr>
          <a:xfrm>
            <a:off x="7355710" y="5943602"/>
            <a:ext cx="288862" cy="338554"/>
          </a:xfrm>
          <a:prstGeom prst="rect">
            <a:avLst/>
          </a:prstGeom>
          <a:noFill/>
        </p:spPr>
        <p:txBody>
          <a:bodyPr wrap="none" rtlCol="0">
            <a:spAutoFit/>
          </a:bodyPr>
          <a:lstStyle/>
          <a:p>
            <a:r>
              <a:rPr lang="en-US" sz="1600" dirty="0">
                <a:solidFill>
                  <a:prstClr val="black"/>
                </a:solidFill>
              </a:rPr>
              <a:t>1</a:t>
            </a:r>
          </a:p>
        </p:txBody>
      </p:sp>
      <p:sp>
        <p:nvSpPr>
          <p:cNvPr id="367" name="TextBox 366">
            <a:extLst>
              <a:ext uri="{FF2B5EF4-FFF2-40B4-BE49-F238E27FC236}">
                <a16:creationId xmlns:a16="http://schemas.microsoft.com/office/drawing/2014/main" id="{CDBF86C5-B9CE-4442-83BB-63B8F31E7B05}"/>
              </a:ext>
            </a:extLst>
          </p:cNvPr>
          <p:cNvSpPr txBox="1"/>
          <p:nvPr/>
        </p:nvSpPr>
        <p:spPr>
          <a:xfrm>
            <a:off x="5445886" y="2123956"/>
            <a:ext cx="301686" cy="338554"/>
          </a:xfrm>
          <a:prstGeom prst="rect">
            <a:avLst/>
          </a:prstGeom>
          <a:noFill/>
        </p:spPr>
        <p:txBody>
          <a:bodyPr wrap="square" rtlCol="0">
            <a:spAutoFit/>
          </a:bodyPr>
          <a:lstStyle/>
          <a:p>
            <a:r>
              <a:rPr lang="en-US" sz="1600" dirty="0">
                <a:solidFill>
                  <a:prstClr val="black"/>
                </a:solidFill>
              </a:rPr>
              <a:t>8</a:t>
            </a:r>
          </a:p>
        </p:txBody>
      </p:sp>
      <p:sp>
        <p:nvSpPr>
          <p:cNvPr id="368" name="TextBox 367">
            <a:extLst>
              <a:ext uri="{FF2B5EF4-FFF2-40B4-BE49-F238E27FC236}">
                <a16:creationId xmlns:a16="http://schemas.microsoft.com/office/drawing/2014/main" id="{A7F4D230-4375-284D-93AF-56B3816424D0}"/>
              </a:ext>
            </a:extLst>
          </p:cNvPr>
          <p:cNvSpPr txBox="1"/>
          <p:nvPr/>
        </p:nvSpPr>
        <p:spPr>
          <a:xfrm>
            <a:off x="7357638" y="2114311"/>
            <a:ext cx="288862" cy="338554"/>
          </a:xfrm>
          <a:prstGeom prst="rect">
            <a:avLst/>
          </a:prstGeom>
          <a:noFill/>
        </p:spPr>
        <p:txBody>
          <a:bodyPr wrap="none" rtlCol="0">
            <a:spAutoFit/>
          </a:bodyPr>
          <a:lstStyle/>
          <a:p>
            <a:r>
              <a:rPr lang="en-US" sz="1600" dirty="0">
                <a:solidFill>
                  <a:prstClr val="black"/>
                </a:solidFill>
              </a:rPr>
              <a:t>1</a:t>
            </a:r>
          </a:p>
        </p:txBody>
      </p:sp>
      <p:sp>
        <p:nvSpPr>
          <p:cNvPr id="369" name="Right Arrow 368">
            <a:extLst>
              <a:ext uri="{FF2B5EF4-FFF2-40B4-BE49-F238E27FC236}">
                <a16:creationId xmlns:a16="http://schemas.microsoft.com/office/drawing/2014/main" id="{BA6E4B87-B0D2-584A-8275-944F9B27A998}"/>
              </a:ext>
            </a:extLst>
          </p:cNvPr>
          <p:cNvSpPr/>
          <p:nvPr/>
        </p:nvSpPr>
        <p:spPr>
          <a:xfrm rot="16200000" flipV="1">
            <a:off x="4399933" y="256130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70" name="Right Arrow 369">
            <a:extLst>
              <a:ext uri="{FF2B5EF4-FFF2-40B4-BE49-F238E27FC236}">
                <a16:creationId xmlns:a16="http://schemas.microsoft.com/office/drawing/2014/main" id="{25938079-A318-4141-A85D-C146526D6BA5}"/>
              </a:ext>
            </a:extLst>
          </p:cNvPr>
          <p:cNvSpPr/>
          <p:nvPr/>
        </p:nvSpPr>
        <p:spPr>
          <a:xfrm rot="5400000" flipV="1">
            <a:off x="4395017" y="3470788"/>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71" name="Right Arrow 370">
            <a:extLst>
              <a:ext uri="{FF2B5EF4-FFF2-40B4-BE49-F238E27FC236}">
                <a16:creationId xmlns:a16="http://schemas.microsoft.com/office/drawing/2014/main" id="{92A84268-7A7F-1141-806B-F9720C1E86BA}"/>
              </a:ext>
            </a:extLst>
          </p:cNvPr>
          <p:cNvSpPr/>
          <p:nvPr/>
        </p:nvSpPr>
        <p:spPr>
          <a:xfrm rot="16200000" flipV="1">
            <a:off x="6302474" y="2546557"/>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72" name="Right Arrow 371">
            <a:extLst>
              <a:ext uri="{FF2B5EF4-FFF2-40B4-BE49-F238E27FC236}">
                <a16:creationId xmlns:a16="http://schemas.microsoft.com/office/drawing/2014/main" id="{5DCF7BEA-490D-7745-BC10-20C900207F60}"/>
              </a:ext>
            </a:extLst>
          </p:cNvPr>
          <p:cNvSpPr/>
          <p:nvPr/>
        </p:nvSpPr>
        <p:spPr>
          <a:xfrm rot="5400000" flipV="1">
            <a:off x="6297558" y="3456041"/>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73" name="Right Arrow 372">
            <a:extLst>
              <a:ext uri="{FF2B5EF4-FFF2-40B4-BE49-F238E27FC236}">
                <a16:creationId xmlns:a16="http://schemas.microsoft.com/office/drawing/2014/main" id="{093DBBC2-F1D6-0B4E-A923-77744DD15C01}"/>
              </a:ext>
            </a:extLst>
          </p:cNvPr>
          <p:cNvSpPr/>
          <p:nvPr/>
        </p:nvSpPr>
        <p:spPr>
          <a:xfrm rot="16200000" flipV="1">
            <a:off x="4370435" y="445893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74" name="Right Arrow 373">
            <a:extLst>
              <a:ext uri="{FF2B5EF4-FFF2-40B4-BE49-F238E27FC236}">
                <a16:creationId xmlns:a16="http://schemas.microsoft.com/office/drawing/2014/main" id="{0F571382-3562-BB46-B385-29691871F5CE}"/>
              </a:ext>
            </a:extLst>
          </p:cNvPr>
          <p:cNvSpPr/>
          <p:nvPr/>
        </p:nvSpPr>
        <p:spPr>
          <a:xfrm rot="5400000" flipV="1">
            <a:off x="4365519" y="5368418"/>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75" name="Right Arrow 374">
            <a:extLst>
              <a:ext uri="{FF2B5EF4-FFF2-40B4-BE49-F238E27FC236}">
                <a16:creationId xmlns:a16="http://schemas.microsoft.com/office/drawing/2014/main" id="{876E6BAE-D896-7444-8D9A-FECC0D13BE6B}"/>
              </a:ext>
            </a:extLst>
          </p:cNvPr>
          <p:cNvSpPr/>
          <p:nvPr/>
        </p:nvSpPr>
        <p:spPr>
          <a:xfrm rot="16200000" flipV="1">
            <a:off x="6312308" y="4454022"/>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76" name="Right Arrow 375">
            <a:extLst>
              <a:ext uri="{FF2B5EF4-FFF2-40B4-BE49-F238E27FC236}">
                <a16:creationId xmlns:a16="http://schemas.microsoft.com/office/drawing/2014/main" id="{8005B430-D654-C548-A728-7231A3350154}"/>
              </a:ext>
            </a:extLst>
          </p:cNvPr>
          <p:cNvSpPr/>
          <p:nvPr/>
        </p:nvSpPr>
        <p:spPr>
          <a:xfrm rot="5400000" flipV="1">
            <a:off x="6307392" y="5363506"/>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77" name="Right Arrow 376">
            <a:extLst>
              <a:ext uri="{FF2B5EF4-FFF2-40B4-BE49-F238E27FC236}">
                <a16:creationId xmlns:a16="http://schemas.microsoft.com/office/drawing/2014/main" id="{07B2F373-535A-9748-8358-0787A35EDF9D}"/>
              </a:ext>
            </a:extLst>
          </p:cNvPr>
          <p:cNvSpPr/>
          <p:nvPr/>
        </p:nvSpPr>
        <p:spPr>
          <a:xfrm rot="16200000" flipV="1">
            <a:off x="8254181" y="4449110"/>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78" name="Right Arrow 377">
            <a:extLst>
              <a:ext uri="{FF2B5EF4-FFF2-40B4-BE49-F238E27FC236}">
                <a16:creationId xmlns:a16="http://schemas.microsoft.com/office/drawing/2014/main" id="{52E07261-BA5A-9643-AF15-22A0B236F904}"/>
              </a:ext>
            </a:extLst>
          </p:cNvPr>
          <p:cNvSpPr/>
          <p:nvPr/>
        </p:nvSpPr>
        <p:spPr>
          <a:xfrm rot="5400000" flipV="1">
            <a:off x="8249265" y="535859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79" name="Right Arrow 378">
            <a:extLst>
              <a:ext uri="{FF2B5EF4-FFF2-40B4-BE49-F238E27FC236}">
                <a16:creationId xmlns:a16="http://schemas.microsoft.com/office/drawing/2014/main" id="{2402EEBC-A1F3-1446-AA76-F9332E751545}"/>
              </a:ext>
            </a:extLst>
          </p:cNvPr>
          <p:cNvSpPr/>
          <p:nvPr/>
        </p:nvSpPr>
        <p:spPr>
          <a:xfrm rot="10800000" flipH="1">
            <a:off x="7582395" y="5829665"/>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80" name="Right Arrow 379">
            <a:extLst>
              <a:ext uri="{FF2B5EF4-FFF2-40B4-BE49-F238E27FC236}">
                <a16:creationId xmlns:a16="http://schemas.microsoft.com/office/drawing/2014/main" id="{C1018A25-D7FD-F941-918C-CEFF20CD7430}"/>
              </a:ext>
            </a:extLst>
          </p:cNvPr>
          <p:cNvSpPr/>
          <p:nvPr/>
        </p:nvSpPr>
        <p:spPr>
          <a:xfrm flipH="1">
            <a:off x="6819704" y="5834582"/>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81" name="Group 380">
            <a:extLst>
              <a:ext uri="{FF2B5EF4-FFF2-40B4-BE49-F238E27FC236}">
                <a16:creationId xmlns:a16="http://schemas.microsoft.com/office/drawing/2014/main" id="{2C52FCE5-76B4-7B4F-BED3-D2285766D778}"/>
              </a:ext>
            </a:extLst>
          </p:cNvPr>
          <p:cNvGrpSpPr/>
          <p:nvPr/>
        </p:nvGrpSpPr>
        <p:grpSpPr>
          <a:xfrm>
            <a:off x="4336458" y="3833790"/>
            <a:ext cx="4395351" cy="404576"/>
            <a:chOff x="4333785" y="5772213"/>
            <a:chExt cx="4395351" cy="404576"/>
          </a:xfrm>
        </p:grpSpPr>
        <p:grpSp>
          <p:nvGrpSpPr>
            <p:cNvPr id="382" name="Group 381">
              <a:extLst>
                <a:ext uri="{FF2B5EF4-FFF2-40B4-BE49-F238E27FC236}">
                  <a16:creationId xmlns:a16="http://schemas.microsoft.com/office/drawing/2014/main" id="{E5B74157-FBC4-9B41-9413-6A9523B4475D}"/>
                </a:ext>
              </a:extLst>
            </p:cNvPr>
            <p:cNvGrpSpPr/>
            <p:nvPr/>
          </p:nvGrpSpPr>
          <p:grpSpPr>
            <a:xfrm>
              <a:off x="4333785" y="5772213"/>
              <a:ext cx="531821" cy="369069"/>
              <a:chOff x="1348328" y="2475647"/>
              <a:chExt cx="603916" cy="419100"/>
            </a:xfrm>
          </p:grpSpPr>
          <p:grpSp>
            <p:nvGrpSpPr>
              <p:cNvPr id="403" name="Group 402">
                <a:extLst>
                  <a:ext uri="{FF2B5EF4-FFF2-40B4-BE49-F238E27FC236}">
                    <a16:creationId xmlns:a16="http://schemas.microsoft.com/office/drawing/2014/main" id="{BE1F897A-859B-D840-8C66-A7F185CFDEE9}"/>
                  </a:ext>
                </a:extLst>
              </p:cNvPr>
              <p:cNvGrpSpPr/>
              <p:nvPr/>
            </p:nvGrpSpPr>
            <p:grpSpPr>
              <a:xfrm>
                <a:off x="1348328" y="2555748"/>
                <a:ext cx="603916" cy="308999"/>
                <a:chOff x="5278570" y="2983486"/>
                <a:chExt cx="501650" cy="233363"/>
              </a:xfrm>
            </p:grpSpPr>
            <p:sp>
              <p:nvSpPr>
                <p:cNvPr id="407" name="Oval 5">
                  <a:extLst>
                    <a:ext uri="{FF2B5EF4-FFF2-40B4-BE49-F238E27FC236}">
                      <a16:creationId xmlns:a16="http://schemas.microsoft.com/office/drawing/2014/main" id="{44AFD1B0-34FB-A345-9A4A-558E115EE381}"/>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408" name="Line 6">
                  <a:extLst>
                    <a:ext uri="{FF2B5EF4-FFF2-40B4-BE49-F238E27FC236}">
                      <a16:creationId xmlns:a16="http://schemas.microsoft.com/office/drawing/2014/main" id="{92EE8670-6890-3E48-81E2-F2529036970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409" name="Line 7">
                  <a:extLst>
                    <a:ext uri="{FF2B5EF4-FFF2-40B4-BE49-F238E27FC236}">
                      <a16:creationId xmlns:a16="http://schemas.microsoft.com/office/drawing/2014/main" id="{B5C3C8FB-696B-B740-A582-1BC475E8AD29}"/>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410" name="Rectangle 8">
                  <a:extLst>
                    <a:ext uri="{FF2B5EF4-FFF2-40B4-BE49-F238E27FC236}">
                      <a16:creationId xmlns:a16="http://schemas.microsoft.com/office/drawing/2014/main" id="{4B0E4D59-1BC8-C542-BCF2-181FC4E1DD81}"/>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411" name="Oval 9">
                  <a:extLst>
                    <a:ext uri="{FF2B5EF4-FFF2-40B4-BE49-F238E27FC236}">
                      <a16:creationId xmlns:a16="http://schemas.microsoft.com/office/drawing/2014/main" id="{60D48562-6FC2-394A-9762-DB852AC205C3}"/>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404" name="Group 44">
                <a:extLst>
                  <a:ext uri="{FF2B5EF4-FFF2-40B4-BE49-F238E27FC236}">
                    <a16:creationId xmlns:a16="http://schemas.microsoft.com/office/drawing/2014/main" id="{74519609-955F-A840-86C0-6A339E537DAF}"/>
                  </a:ext>
                </a:extLst>
              </p:cNvPr>
              <p:cNvGrpSpPr>
                <a:grpSpLocks/>
              </p:cNvGrpSpPr>
              <p:nvPr/>
            </p:nvGrpSpPr>
            <p:grpSpPr bwMode="auto">
              <a:xfrm>
                <a:off x="1456374" y="2475647"/>
                <a:ext cx="355165" cy="419100"/>
                <a:chOff x="2944" y="2405"/>
                <a:chExt cx="227" cy="264"/>
              </a:xfrm>
            </p:grpSpPr>
            <p:sp>
              <p:nvSpPr>
                <p:cNvPr id="405" name="Rectangle 45">
                  <a:extLst>
                    <a:ext uri="{FF2B5EF4-FFF2-40B4-BE49-F238E27FC236}">
                      <a16:creationId xmlns:a16="http://schemas.microsoft.com/office/drawing/2014/main" id="{3E79CB50-C86A-B743-885D-FCF36192F37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406" name="Text Box 46">
                  <a:extLst>
                    <a:ext uri="{FF2B5EF4-FFF2-40B4-BE49-F238E27FC236}">
                      <a16:creationId xmlns:a16="http://schemas.microsoft.com/office/drawing/2014/main" id="{AD8E9D3F-52FF-4D4D-A215-818DE194277F}"/>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d</a:t>
                  </a:r>
                  <a:endParaRPr lang="en-US" sz="2000" kern="0" dirty="0">
                    <a:solidFill>
                      <a:srgbClr val="000000"/>
                    </a:solidFill>
                  </a:endParaRPr>
                </a:p>
              </p:txBody>
            </p:sp>
          </p:grpSp>
        </p:grpSp>
        <p:grpSp>
          <p:nvGrpSpPr>
            <p:cNvPr id="383" name="Group 382">
              <a:extLst>
                <a:ext uri="{FF2B5EF4-FFF2-40B4-BE49-F238E27FC236}">
                  <a16:creationId xmlns:a16="http://schemas.microsoft.com/office/drawing/2014/main" id="{20A7C2A6-7DD0-0445-AF7C-F9E28B75F235}"/>
                </a:ext>
              </a:extLst>
            </p:cNvPr>
            <p:cNvGrpSpPr/>
            <p:nvPr/>
          </p:nvGrpSpPr>
          <p:grpSpPr>
            <a:xfrm>
              <a:off x="6263949" y="5807720"/>
              <a:ext cx="531821" cy="369069"/>
              <a:chOff x="1348328" y="2507397"/>
              <a:chExt cx="603916" cy="419100"/>
            </a:xfrm>
          </p:grpSpPr>
          <p:grpSp>
            <p:nvGrpSpPr>
              <p:cNvPr id="394" name="Group 393">
                <a:extLst>
                  <a:ext uri="{FF2B5EF4-FFF2-40B4-BE49-F238E27FC236}">
                    <a16:creationId xmlns:a16="http://schemas.microsoft.com/office/drawing/2014/main" id="{5E0509C9-19D8-1641-9666-B248C5EAA158}"/>
                  </a:ext>
                </a:extLst>
              </p:cNvPr>
              <p:cNvGrpSpPr/>
              <p:nvPr/>
            </p:nvGrpSpPr>
            <p:grpSpPr>
              <a:xfrm>
                <a:off x="1348328" y="2555748"/>
                <a:ext cx="603916" cy="308999"/>
                <a:chOff x="5278570" y="2983486"/>
                <a:chExt cx="501650" cy="233363"/>
              </a:xfrm>
            </p:grpSpPr>
            <p:sp>
              <p:nvSpPr>
                <p:cNvPr id="398" name="Oval 5">
                  <a:extLst>
                    <a:ext uri="{FF2B5EF4-FFF2-40B4-BE49-F238E27FC236}">
                      <a16:creationId xmlns:a16="http://schemas.microsoft.com/office/drawing/2014/main" id="{F800737F-8972-794E-8C64-2C8CDAC48366}"/>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99" name="Line 6">
                  <a:extLst>
                    <a:ext uri="{FF2B5EF4-FFF2-40B4-BE49-F238E27FC236}">
                      <a16:creationId xmlns:a16="http://schemas.microsoft.com/office/drawing/2014/main" id="{0099617B-FF31-3340-810C-247A1ED31964}"/>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400" name="Line 7">
                  <a:extLst>
                    <a:ext uri="{FF2B5EF4-FFF2-40B4-BE49-F238E27FC236}">
                      <a16:creationId xmlns:a16="http://schemas.microsoft.com/office/drawing/2014/main" id="{AEB4753D-35A0-4B4F-AAE8-4B80DF356C19}"/>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401" name="Rectangle 8">
                  <a:extLst>
                    <a:ext uri="{FF2B5EF4-FFF2-40B4-BE49-F238E27FC236}">
                      <a16:creationId xmlns:a16="http://schemas.microsoft.com/office/drawing/2014/main" id="{4BEFDEDD-8E64-8543-BC9A-2BCF6DAD652E}"/>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402" name="Oval 9">
                  <a:extLst>
                    <a:ext uri="{FF2B5EF4-FFF2-40B4-BE49-F238E27FC236}">
                      <a16:creationId xmlns:a16="http://schemas.microsoft.com/office/drawing/2014/main" id="{D2A5D1FC-C342-FF42-8178-52927BF00B94}"/>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95" name="Group 44">
                <a:extLst>
                  <a:ext uri="{FF2B5EF4-FFF2-40B4-BE49-F238E27FC236}">
                    <a16:creationId xmlns:a16="http://schemas.microsoft.com/office/drawing/2014/main" id="{FF45955A-4D2C-0E44-91D6-2BEA7A78D82A}"/>
                  </a:ext>
                </a:extLst>
              </p:cNvPr>
              <p:cNvGrpSpPr>
                <a:grpSpLocks/>
              </p:cNvGrpSpPr>
              <p:nvPr/>
            </p:nvGrpSpPr>
            <p:grpSpPr bwMode="auto">
              <a:xfrm>
                <a:off x="1456374" y="2507397"/>
                <a:ext cx="355165" cy="419100"/>
                <a:chOff x="2944" y="2425"/>
                <a:chExt cx="227" cy="264"/>
              </a:xfrm>
            </p:grpSpPr>
            <p:sp>
              <p:nvSpPr>
                <p:cNvPr id="396" name="Rectangle 45">
                  <a:extLst>
                    <a:ext uri="{FF2B5EF4-FFF2-40B4-BE49-F238E27FC236}">
                      <a16:creationId xmlns:a16="http://schemas.microsoft.com/office/drawing/2014/main" id="{77268971-CD1F-DD41-BB7D-8BAB708D2CAA}"/>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97" name="Text Box 46">
                  <a:extLst>
                    <a:ext uri="{FF2B5EF4-FFF2-40B4-BE49-F238E27FC236}">
                      <a16:creationId xmlns:a16="http://schemas.microsoft.com/office/drawing/2014/main" id="{FD2F45D0-872F-6A45-A595-CB348ADD2161}"/>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e</a:t>
                  </a:r>
                  <a:endParaRPr lang="en-US" sz="2000" kern="0" dirty="0">
                    <a:solidFill>
                      <a:srgbClr val="000000"/>
                    </a:solidFill>
                  </a:endParaRPr>
                </a:p>
              </p:txBody>
            </p:sp>
          </p:grpSp>
        </p:grpSp>
        <p:grpSp>
          <p:nvGrpSpPr>
            <p:cNvPr id="384" name="Group 383">
              <a:extLst>
                <a:ext uri="{FF2B5EF4-FFF2-40B4-BE49-F238E27FC236}">
                  <a16:creationId xmlns:a16="http://schemas.microsoft.com/office/drawing/2014/main" id="{7CB50BA4-E6E4-A54D-B90C-A0EA7DDA6E81}"/>
                </a:ext>
              </a:extLst>
            </p:cNvPr>
            <p:cNvGrpSpPr/>
            <p:nvPr/>
          </p:nvGrpSpPr>
          <p:grpSpPr>
            <a:xfrm>
              <a:off x="8197315" y="5805271"/>
              <a:ext cx="531821" cy="369069"/>
              <a:chOff x="1348328" y="2507397"/>
              <a:chExt cx="603916" cy="419100"/>
            </a:xfrm>
          </p:grpSpPr>
          <p:grpSp>
            <p:nvGrpSpPr>
              <p:cNvPr id="385" name="Group 384">
                <a:extLst>
                  <a:ext uri="{FF2B5EF4-FFF2-40B4-BE49-F238E27FC236}">
                    <a16:creationId xmlns:a16="http://schemas.microsoft.com/office/drawing/2014/main" id="{F0C7D337-D5DC-B146-B6A0-5EAD66350917}"/>
                  </a:ext>
                </a:extLst>
              </p:cNvPr>
              <p:cNvGrpSpPr/>
              <p:nvPr/>
            </p:nvGrpSpPr>
            <p:grpSpPr>
              <a:xfrm>
                <a:off x="1348328" y="2555748"/>
                <a:ext cx="603916" cy="308999"/>
                <a:chOff x="5278570" y="2983486"/>
                <a:chExt cx="501650" cy="233363"/>
              </a:xfrm>
            </p:grpSpPr>
            <p:sp>
              <p:nvSpPr>
                <p:cNvPr id="389" name="Oval 5">
                  <a:extLst>
                    <a:ext uri="{FF2B5EF4-FFF2-40B4-BE49-F238E27FC236}">
                      <a16:creationId xmlns:a16="http://schemas.microsoft.com/office/drawing/2014/main" id="{4E201FD3-CC75-2B4F-83C6-9C945200DA4E}"/>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90" name="Line 6">
                  <a:extLst>
                    <a:ext uri="{FF2B5EF4-FFF2-40B4-BE49-F238E27FC236}">
                      <a16:creationId xmlns:a16="http://schemas.microsoft.com/office/drawing/2014/main" id="{A2B75435-5655-8E4D-A5FD-B37E0BE1D86D}"/>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91" name="Line 7">
                  <a:extLst>
                    <a:ext uri="{FF2B5EF4-FFF2-40B4-BE49-F238E27FC236}">
                      <a16:creationId xmlns:a16="http://schemas.microsoft.com/office/drawing/2014/main" id="{84B12EFB-7BAE-C446-AAAD-5507060FFE92}"/>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92" name="Rectangle 8">
                  <a:extLst>
                    <a:ext uri="{FF2B5EF4-FFF2-40B4-BE49-F238E27FC236}">
                      <a16:creationId xmlns:a16="http://schemas.microsoft.com/office/drawing/2014/main" id="{3F9824EC-B6A0-EA4F-97FB-E73B52F6A00D}"/>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93" name="Oval 9">
                  <a:extLst>
                    <a:ext uri="{FF2B5EF4-FFF2-40B4-BE49-F238E27FC236}">
                      <a16:creationId xmlns:a16="http://schemas.microsoft.com/office/drawing/2014/main" id="{9BB965F5-6CB9-8945-9FD8-314A82137BFF}"/>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86" name="Group 44">
                <a:extLst>
                  <a:ext uri="{FF2B5EF4-FFF2-40B4-BE49-F238E27FC236}">
                    <a16:creationId xmlns:a16="http://schemas.microsoft.com/office/drawing/2014/main" id="{78550AC4-ABD8-394D-8ED0-A5E3144FAD6F}"/>
                  </a:ext>
                </a:extLst>
              </p:cNvPr>
              <p:cNvGrpSpPr>
                <a:grpSpLocks/>
              </p:cNvGrpSpPr>
              <p:nvPr/>
            </p:nvGrpSpPr>
            <p:grpSpPr bwMode="auto">
              <a:xfrm>
                <a:off x="1492372" y="2507397"/>
                <a:ext cx="283194" cy="419100"/>
                <a:chOff x="2967" y="2425"/>
                <a:chExt cx="181" cy="264"/>
              </a:xfrm>
            </p:grpSpPr>
            <p:sp>
              <p:nvSpPr>
                <p:cNvPr id="387" name="Rectangle 45">
                  <a:extLst>
                    <a:ext uri="{FF2B5EF4-FFF2-40B4-BE49-F238E27FC236}">
                      <a16:creationId xmlns:a16="http://schemas.microsoft.com/office/drawing/2014/main" id="{97E14D4A-6296-D445-802B-C680BA361456}"/>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88" name="Text Box 46">
                  <a:extLst>
                    <a:ext uri="{FF2B5EF4-FFF2-40B4-BE49-F238E27FC236}">
                      <a16:creationId xmlns:a16="http://schemas.microsoft.com/office/drawing/2014/main" id="{AAD06BA3-96DB-BD47-BF7B-5CEB82B1BB3B}"/>
                    </a:ext>
                  </a:extLst>
                </p:cNvPr>
                <p:cNvSpPr txBox="1">
                  <a:spLocks noChangeArrowheads="1"/>
                </p:cNvSpPr>
                <p:nvPr/>
              </p:nvSpPr>
              <p:spPr bwMode="auto">
                <a:xfrm>
                  <a:off x="2967" y="2425"/>
                  <a:ext cx="18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f</a:t>
                  </a:r>
                  <a:endParaRPr lang="en-US" sz="2000" kern="0" dirty="0">
                    <a:solidFill>
                      <a:srgbClr val="000000"/>
                    </a:solidFill>
                  </a:endParaRPr>
                </a:p>
              </p:txBody>
            </p:sp>
          </p:grpSp>
        </p:grpSp>
      </p:grpSp>
      <p:grpSp>
        <p:nvGrpSpPr>
          <p:cNvPr id="412" name="Group 411">
            <a:extLst>
              <a:ext uri="{FF2B5EF4-FFF2-40B4-BE49-F238E27FC236}">
                <a16:creationId xmlns:a16="http://schemas.microsoft.com/office/drawing/2014/main" id="{D6141904-3F73-4D45-A9C2-BEB109B06772}"/>
              </a:ext>
            </a:extLst>
          </p:cNvPr>
          <p:cNvGrpSpPr/>
          <p:nvPr/>
        </p:nvGrpSpPr>
        <p:grpSpPr>
          <a:xfrm>
            <a:off x="4333785" y="1906063"/>
            <a:ext cx="4395351" cy="404576"/>
            <a:chOff x="4333785" y="5772213"/>
            <a:chExt cx="4395351" cy="404576"/>
          </a:xfrm>
        </p:grpSpPr>
        <p:grpSp>
          <p:nvGrpSpPr>
            <p:cNvPr id="413" name="Group 412">
              <a:extLst>
                <a:ext uri="{FF2B5EF4-FFF2-40B4-BE49-F238E27FC236}">
                  <a16:creationId xmlns:a16="http://schemas.microsoft.com/office/drawing/2014/main" id="{930A2AFF-1070-E64E-9D6A-1403FCE21009}"/>
                </a:ext>
              </a:extLst>
            </p:cNvPr>
            <p:cNvGrpSpPr/>
            <p:nvPr/>
          </p:nvGrpSpPr>
          <p:grpSpPr>
            <a:xfrm>
              <a:off x="4333785" y="5772213"/>
              <a:ext cx="531821" cy="369069"/>
              <a:chOff x="1348328" y="2475647"/>
              <a:chExt cx="603916" cy="419100"/>
            </a:xfrm>
          </p:grpSpPr>
          <p:grpSp>
            <p:nvGrpSpPr>
              <p:cNvPr id="434" name="Group 433">
                <a:extLst>
                  <a:ext uri="{FF2B5EF4-FFF2-40B4-BE49-F238E27FC236}">
                    <a16:creationId xmlns:a16="http://schemas.microsoft.com/office/drawing/2014/main" id="{24483B8D-6CBB-CD46-8745-5EBE21AF8697}"/>
                  </a:ext>
                </a:extLst>
              </p:cNvPr>
              <p:cNvGrpSpPr/>
              <p:nvPr/>
            </p:nvGrpSpPr>
            <p:grpSpPr>
              <a:xfrm>
                <a:off x="1348328" y="2555748"/>
                <a:ext cx="603916" cy="308999"/>
                <a:chOff x="5278570" y="2983486"/>
                <a:chExt cx="501650" cy="233363"/>
              </a:xfrm>
            </p:grpSpPr>
            <p:sp>
              <p:nvSpPr>
                <p:cNvPr id="438" name="Oval 5">
                  <a:extLst>
                    <a:ext uri="{FF2B5EF4-FFF2-40B4-BE49-F238E27FC236}">
                      <a16:creationId xmlns:a16="http://schemas.microsoft.com/office/drawing/2014/main" id="{6FDC2129-9A8F-5A45-8E76-775246AE3250}"/>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439" name="Line 6">
                  <a:extLst>
                    <a:ext uri="{FF2B5EF4-FFF2-40B4-BE49-F238E27FC236}">
                      <a16:creationId xmlns:a16="http://schemas.microsoft.com/office/drawing/2014/main" id="{E05E39C5-0238-1446-A5B0-A3A1B984A50D}"/>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440" name="Line 7">
                  <a:extLst>
                    <a:ext uri="{FF2B5EF4-FFF2-40B4-BE49-F238E27FC236}">
                      <a16:creationId xmlns:a16="http://schemas.microsoft.com/office/drawing/2014/main" id="{60B86382-D07D-7040-A2F7-505F52DA766D}"/>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441" name="Rectangle 8">
                  <a:extLst>
                    <a:ext uri="{FF2B5EF4-FFF2-40B4-BE49-F238E27FC236}">
                      <a16:creationId xmlns:a16="http://schemas.microsoft.com/office/drawing/2014/main" id="{07BC4E59-E5C2-AC45-9E61-0CAEAC713A35}"/>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442" name="Oval 9">
                  <a:extLst>
                    <a:ext uri="{FF2B5EF4-FFF2-40B4-BE49-F238E27FC236}">
                      <a16:creationId xmlns:a16="http://schemas.microsoft.com/office/drawing/2014/main" id="{D15E7F48-03A4-C644-AB3D-9A07A4F2FF1C}"/>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435" name="Group 44">
                <a:extLst>
                  <a:ext uri="{FF2B5EF4-FFF2-40B4-BE49-F238E27FC236}">
                    <a16:creationId xmlns:a16="http://schemas.microsoft.com/office/drawing/2014/main" id="{0F84DC72-6B88-3747-8140-C35EAAD006F6}"/>
                  </a:ext>
                </a:extLst>
              </p:cNvPr>
              <p:cNvGrpSpPr>
                <a:grpSpLocks/>
              </p:cNvGrpSpPr>
              <p:nvPr/>
            </p:nvGrpSpPr>
            <p:grpSpPr bwMode="auto">
              <a:xfrm>
                <a:off x="1456374" y="2475647"/>
                <a:ext cx="355165" cy="419100"/>
                <a:chOff x="2944" y="2405"/>
                <a:chExt cx="227" cy="264"/>
              </a:xfrm>
            </p:grpSpPr>
            <p:sp>
              <p:nvSpPr>
                <p:cNvPr id="436" name="Rectangle 45">
                  <a:extLst>
                    <a:ext uri="{FF2B5EF4-FFF2-40B4-BE49-F238E27FC236}">
                      <a16:creationId xmlns:a16="http://schemas.microsoft.com/office/drawing/2014/main" id="{F778FC4B-8EF8-414B-9536-D30CF641FFD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437" name="Text Box 46">
                  <a:extLst>
                    <a:ext uri="{FF2B5EF4-FFF2-40B4-BE49-F238E27FC236}">
                      <a16:creationId xmlns:a16="http://schemas.microsoft.com/office/drawing/2014/main" id="{912A3E35-D77A-6A40-B073-4EA003CCDF78}"/>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a</a:t>
                  </a:r>
                  <a:endParaRPr lang="en-US" sz="2000" kern="0" dirty="0">
                    <a:solidFill>
                      <a:srgbClr val="000000"/>
                    </a:solidFill>
                  </a:endParaRPr>
                </a:p>
              </p:txBody>
            </p:sp>
          </p:grpSp>
        </p:grpSp>
        <p:grpSp>
          <p:nvGrpSpPr>
            <p:cNvPr id="414" name="Group 413">
              <a:extLst>
                <a:ext uri="{FF2B5EF4-FFF2-40B4-BE49-F238E27FC236}">
                  <a16:creationId xmlns:a16="http://schemas.microsoft.com/office/drawing/2014/main" id="{5CC18FC4-2A37-CC43-84F4-2E4969E1E18C}"/>
                </a:ext>
              </a:extLst>
            </p:cNvPr>
            <p:cNvGrpSpPr/>
            <p:nvPr/>
          </p:nvGrpSpPr>
          <p:grpSpPr>
            <a:xfrm>
              <a:off x="6263949" y="5807720"/>
              <a:ext cx="531821" cy="369069"/>
              <a:chOff x="1348328" y="2507397"/>
              <a:chExt cx="603916" cy="419100"/>
            </a:xfrm>
          </p:grpSpPr>
          <p:grpSp>
            <p:nvGrpSpPr>
              <p:cNvPr id="425" name="Group 424">
                <a:extLst>
                  <a:ext uri="{FF2B5EF4-FFF2-40B4-BE49-F238E27FC236}">
                    <a16:creationId xmlns:a16="http://schemas.microsoft.com/office/drawing/2014/main" id="{571FFDA0-7CCD-6541-9470-2DAA896E540D}"/>
                  </a:ext>
                </a:extLst>
              </p:cNvPr>
              <p:cNvGrpSpPr/>
              <p:nvPr/>
            </p:nvGrpSpPr>
            <p:grpSpPr>
              <a:xfrm>
                <a:off x="1348328" y="2555748"/>
                <a:ext cx="603916" cy="308999"/>
                <a:chOff x="5278570" y="2983486"/>
                <a:chExt cx="501650" cy="233363"/>
              </a:xfrm>
            </p:grpSpPr>
            <p:sp>
              <p:nvSpPr>
                <p:cNvPr id="429" name="Oval 5">
                  <a:extLst>
                    <a:ext uri="{FF2B5EF4-FFF2-40B4-BE49-F238E27FC236}">
                      <a16:creationId xmlns:a16="http://schemas.microsoft.com/office/drawing/2014/main" id="{890F9138-93A9-9E4A-B33F-A3118CA22F9C}"/>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430" name="Line 6">
                  <a:extLst>
                    <a:ext uri="{FF2B5EF4-FFF2-40B4-BE49-F238E27FC236}">
                      <a16:creationId xmlns:a16="http://schemas.microsoft.com/office/drawing/2014/main" id="{5898E9B3-AFBD-234D-8D95-0C6F496ABDBC}"/>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431" name="Line 7">
                  <a:extLst>
                    <a:ext uri="{FF2B5EF4-FFF2-40B4-BE49-F238E27FC236}">
                      <a16:creationId xmlns:a16="http://schemas.microsoft.com/office/drawing/2014/main" id="{2FA91DB3-B0C8-CE4B-AD03-14386A8F0C9D}"/>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432" name="Rectangle 8">
                  <a:extLst>
                    <a:ext uri="{FF2B5EF4-FFF2-40B4-BE49-F238E27FC236}">
                      <a16:creationId xmlns:a16="http://schemas.microsoft.com/office/drawing/2014/main" id="{75D7AA85-AA3C-9A41-8DDF-35ED561A0054}"/>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433" name="Oval 9">
                  <a:extLst>
                    <a:ext uri="{FF2B5EF4-FFF2-40B4-BE49-F238E27FC236}">
                      <a16:creationId xmlns:a16="http://schemas.microsoft.com/office/drawing/2014/main" id="{FFDDC1A2-DDBC-D54C-899E-4ED7244E7429}"/>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426" name="Group 44">
                <a:extLst>
                  <a:ext uri="{FF2B5EF4-FFF2-40B4-BE49-F238E27FC236}">
                    <a16:creationId xmlns:a16="http://schemas.microsoft.com/office/drawing/2014/main" id="{8AC75149-FF4E-FF47-B9D1-2A503E9A2BB4}"/>
                  </a:ext>
                </a:extLst>
              </p:cNvPr>
              <p:cNvGrpSpPr>
                <a:grpSpLocks/>
              </p:cNvGrpSpPr>
              <p:nvPr/>
            </p:nvGrpSpPr>
            <p:grpSpPr bwMode="auto">
              <a:xfrm>
                <a:off x="1456374" y="2507397"/>
                <a:ext cx="355165" cy="419100"/>
                <a:chOff x="2944" y="2425"/>
                <a:chExt cx="227" cy="264"/>
              </a:xfrm>
            </p:grpSpPr>
            <p:sp>
              <p:nvSpPr>
                <p:cNvPr id="427" name="Rectangle 45">
                  <a:extLst>
                    <a:ext uri="{FF2B5EF4-FFF2-40B4-BE49-F238E27FC236}">
                      <a16:creationId xmlns:a16="http://schemas.microsoft.com/office/drawing/2014/main" id="{A1C72749-E916-C743-95AD-77A7093C54C8}"/>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428" name="Text Box 46">
                  <a:extLst>
                    <a:ext uri="{FF2B5EF4-FFF2-40B4-BE49-F238E27FC236}">
                      <a16:creationId xmlns:a16="http://schemas.microsoft.com/office/drawing/2014/main" id="{61C11CB2-AF11-A34A-BC61-DAC0A8724F5D}"/>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b</a:t>
                  </a:r>
                  <a:endParaRPr lang="en-US" sz="2000" kern="0" dirty="0">
                    <a:solidFill>
                      <a:srgbClr val="000000"/>
                    </a:solidFill>
                  </a:endParaRPr>
                </a:p>
              </p:txBody>
            </p:sp>
          </p:grpSp>
        </p:grpSp>
        <p:grpSp>
          <p:nvGrpSpPr>
            <p:cNvPr id="415" name="Group 414">
              <a:extLst>
                <a:ext uri="{FF2B5EF4-FFF2-40B4-BE49-F238E27FC236}">
                  <a16:creationId xmlns:a16="http://schemas.microsoft.com/office/drawing/2014/main" id="{F92775E6-8E4A-DC47-8C00-D7CDF3BF3A89}"/>
                </a:ext>
              </a:extLst>
            </p:cNvPr>
            <p:cNvGrpSpPr/>
            <p:nvPr/>
          </p:nvGrpSpPr>
          <p:grpSpPr>
            <a:xfrm>
              <a:off x="8197315" y="5805271"/>
              <a:ext cx="531821" cy="369069"/>
              <a:chOff x="1348328" y="2507397"/>
              <a:chExt cx="603916" cy="419100"/>
            </a:xfrm>
          </p:grpSpPr>
          <p:grpSp>
            <p:nvGrpSpPr>
              <p:cNvPr id="416" name="Group 415">
                <a:extLst>
                  <a:ext uri="{FF2B5EF4-FFF2-40B4-BE49-F238E27FC236}">
                    <a16:creationId xmlns:a16="http://schemas.microsoft.com/office/drawing/2014/main" id="{DF065D3B-3767-8B4A-9038-653B9F8AEE7B}"/>
                  </a:ext>
                </a:extLst>
              </p:cNvPr>
              <p:cNvGrpSpPr/>
              <p:nvPr/>
            </p:nvGrpSpPr>
            <p:grpSpPr>
              <a:xfrm>
                <a:off x="1348328" y="2555748"/>
                <a:ext cx="603916" cy="308999"/>
                <a:chOff x="5278570" y="2983486"/>
                <a:chExt cx="501650" cy="233363"/>
              </a:xfrm>
            </p:grpSpPr>
            <p:sp>
              <p:nvSpPr>
                <p:cNvPr id="420" name="Oval 5">
                  <a:extLst>
                    <a:ext uri="{FF2B5EF4-FFF2-40B4-BE49-F238E27FC236}">
                      <a16:creationId xmlns:a16="http://schemas.microsoft.com/office/drawing/2014/main" id="{D0A3835C-514D-5140-9584-0164B8BAB868}"/>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421" name="Line 6">
                  <a:extLst>
                    <a:ext uri="{FF2B5EF4-FFF2-40B4-BE49-F238E27FC236}">
                      <a16:creationId xmlns:a16="http://schemas.microsoft.com/office/drawing/2014/main" id="{6401BEF0-9CAC-7843-8992-54C5933DC35A}"/>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422" name="Line 7">
                  <a:extLst>
                    <a:ext uri="{FF2B5EF4-FFF2-40B4-BE49-F238E27FC236}">
                      <a16:creationId xmlns:a16="http://schemas.microsoft.com/office/drawing/2014/main" id="{081C22D9-FA0D-3545-860C-4BCDAC6A9500}"/>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423" name="Rectangle 8">
                  <a:extLst>
                    <a:ext uri="{FF2B5EF4-FFF2-40B4-BE49-F238E27FC236}">
                      <a16:creationId xmlns:a16="http://schemas.microsoft.com/office/drawing/2014/main" id="{A27FBD24-DB32-FF46-A024-AA93825D4A37}"/>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424" name="Oval 9">
                  <a:extLst>
                    <a:ext uri="{FF2B5EF4-FFF2-40B4-BE49-F238E27FC236}">
                      <a16:creationId xmlns:a16="http://schemas.microsoft.com/office/drawing/2014/main" id="{C5D9CABA-76B6-FD40-A227-AF591EA2E46D}"/>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417" name="Group 44">
                <a:extLst>
                  <a:ext uri="{FF2B5EF4-FFF2-40B4-BE49-F238E27FC236}">
                    <a16:creationId xmlns:a16="http://schemas.microsoft.com/office/drawing/2014/main" id="{B927058A-3D5D-DD42-8DDB-77B48BB33DA3}"/>
                  </a:ext>
                </a:extLst>
              </p:cNvPr>
              <p:cNvGrpSpPr>
                <a:grpSpLocks/>
              </p:cNvGrpSpPr>
              <p:nvPr/>
            </p:nvGrpSpPr>
            <p:grpSpPr bwMode="auto">
              <a:xfrm>
                <a:off x="1464202" y="2507397"/>
                <a:ext cx="341084" cy="419100"/>
                <a:chOff x="2949" y="2425"/>
                <a:chExt cx="218" cy="264"/>
              </a:xfrm>
            </p:grpSpPr>
            <p:sp>
              <p:nvSpPr>
                <p:cNvPr id="418" name="Rectangle 45">
                  <a:extLst>
                    <a:ext uri="{FF2B5EF4-FFF2-40B4-BE49-F238E27FC236}">
                      <a16:creationId xmlns:a16="http://schemas.microsoft.com/office/drawing/2014/main" id="{3F62028C-EF22-0244-93E4-6925CE49FE32}"/>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419" name="Text Box 46">
                  <a:extLst>
                    <a:ext uri="{FF2B5EF4-FFF2-40B4-BE49-F238E27FC236}">
                      <a16:creationId xmlns:a16="http://schemas.microsoft.com/office/drawing/2014/main" id="{07E837AC-92AC-014D-85FB-20B861230354}"/>
                    </a:ext>
                  </a:extLst>
                </p:cNvPr>
                <p:cNvSpPr txBox="1">
                  <a:spLocks noChangeArrowheads="1"/>
                </p:cNvSpPr>
                <p:nvPr/>
              </p:nvSpPr>
              <p:spPr bwMode="auto">
                <a:xfrm>
                  <a:off x="2949" y="2425"/>
                  <a:ext cx="218"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c</a:t>
                  </a:r>
                  <a:endParaRPr lang="en-US" sz="2000" kern="0" dirty="0">
                    <a:solidFill>
                      <a:srgbClr val="000000"/>
                    </a:solidFill>
                  </a:endParaRPr>
                </a:p>
              </p:txBody>
            </p:sp>
          </p:grpSp>
        </p:grpSp>
      </p:grpSp>
      <p:sp>
        <p:nvSpPr>
          <p:cNvPr id="443" name="Right Arrow 442">
            <a:extLst>
              <a:ext uri="{FF2B5EF4-FFF2-40B4-BE49-F238E27FC236}">
                <a16:creationId xmlns:a16="http://schemas.microsoft.com/office/drawing/2014/main" id="{08994EEC-226A-DA44-9536-FEE4129AED34}"/>
              </a:ext>
            </a:extLst>
          </p:cNvPr>
          <p:cNvSpPr/>
          <p:nvPr/>
        </p:nvSpPr>
        <p:spPr>
          <a:xfrm rot="10800000" flipH="1">
            <a:off x="5660017" y="5843033"/>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444" name="Right Arrow 443">
            <a:extLst>
              <a:ext uri="{FF2B5EF4-FFF2-40B4-BE49-F238E27FC236}">
                <a16:creationId xmlns:a16="http://schemas.microsoft.com/office/drawing/2014/main" id="{A48E270D-862C-1C45-BEF7-EC00D39823A7}"/>
              </a:ext>
            </a:extLst>
          </p:cNvPr>
          <p:cNvSpPr/>
          <p:nvPr/>
        </p:nvSpPr>
        <p:spPr>
          <a:xfrm flipH="1">
            <a:off x="4897326" y="5847950"/>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445" name="Right Arrow 444">
            <a:extLst>
              <a:ext uri="{FF2B5EF4-FFF2-40B4-BE49-F238E27FC236}">
                <a16:creationId xmlns:a16="http://schemas.microsoft.com/office/drawing/2014/main" id="{BC4763BF-FECA-554B-AFF7-E2BC3FABA73B}"/>
              </a:ext>
            </a:extLst>
          </p:cNvPr>
          <p:cNvSpPr/>
          <p:nvPr/>
        </p:nvSpPr>
        <p:spPr>
          <a:xfrm rot="10800000" flipH="1">
            <a:off x="5651998" y="3904611"/>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446" name="Right Arrow 445">
            <a:extLst>
              <a:ext uri="{FF2B5EF4-FFF2-40B4-BE49-F238E27FC236}">
                <a16:creationId xmlns:a16="http://schemas.microsoft.com/office/drawing/2014/main" id="{B6066F19-55AA-384C-BDDF-80DC7824160A}"/>
              </a:ext>
            </a:extLst>
          </p:cNvPr>
          <p:cNvSpPr/>
          <p:nvPr/>
        </p:nvSpPr>
        <p:spPr>
          <a:xfrm flipH="1">
            <a:off x="4905348" y="3909528"/>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447" name="Right Arrow 446">
            <a:extLst>
              <a:ext uri="{FF2B5EF4-FFF2-40B4-BE49-F238E27FC236}">
                <a16:creationId xmlns:a16="http://schemas.microsoft.com/office/drawing/2014/main" id="{CD8CACDD-8F79-BE47-96D9-8C52DBCA67F7}"/>
              </a:ext>
            </a:extLst>
          </p:cNvPr>
          <p:cNvSpPr/>
          <p:nvPr/>
        </p:nvSpPr>
        <p:spPr>
          <a:xfrm>
            <a:off x="5660020" y="1966189"/>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448" name="Right Arrow 447">
            <a:extLst>
              <a:ext uri="{FF2B5EF4-FFF2-40B4-BE49-F238E27FC236}">
                <a16:creationId xmlns:a16="http://schemas.microsoft.com/office/drawing/2014/main" id="{0E6CECC5-E326-E14B-A49E-FA2AB4DFBA5F}"/>
              </a:ext>
            </a:extLst>
          </p:cNvPr>
          <p:cNvSpPr/>
          <p:nvPr/>
        </p:nvSpPr>
        <p:spPr>
          <a:xfrm rot="10800000">
            <a:off x="4924064" y="1987147"/>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449" name="Right Arrow 448">
            <a:extLst>
              <a:ext uri="{FF2B5EF4-FFF2-40B4-BE49-F238E27FC236}">
                <a16:creationId xmlns:a16="http://schemas.microsoft.com/office/drawing/2014/main" id="{80466F61-87C0-9E4D-B619-90D68FA0F69E}"/>
              </a:ext>
            </a:extLst>
          </p:cNvPr>
          <p:cNvSpPr/>
          <p:nvPr/>
        </p:nvSpPr>
        <p:spPr>
          <a:xfrm rot="10800000" flipH="1">
            <a:off x="7582399" y="1968862"/>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450" name="Right Arrow 449">
            <a:extLst>
              <a:ext uri="{FF2B5EF4-FFF2-40B4-BE49-F238E27FC236}">
                <a16:creationId xmlns:a16="http://schemas.microsoft.com/office/drawing/2014/main" id="{841A6B82-10F1-7644-AE66-76DBC46F143D}"/>
              </a:ext>
            </a:extLst>
          </p:cNvPr>
          <p:cNvSpPr/>
          <p:nvPr/>
        </p:nvSpPr>
        <p:spPr>
          <a:xfrm rot="10800000">
            <a:off x="6819708" y="1973779"/>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451" name="Right Arrow 450">
            <a:extLst>
              <a:ext uri="{FF2B5EF4-FFF2-40B4-BE49-F238E27FC236}">
                <a16:creationId xmlns:a16="http://schemas.microsoft.com/office/drawing/2014/main" id="{7609754F-07F6-FA45-93A2-C8E47D2319FE}"/>
              </a:ext>
            </a:extLst>
          </p:cNvPr>
          <p:cNvSpPr/>
          <p:nvPr/>
        </p:nvSpPr>
        <p:spPr>
          <a:xfrm rot="10800000" flipH="1">
            <a:off x="7595769" y="3907283"/>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452" name="Right Arrow 451">
            <a:extLst>
              <a:ext uri="{FF2B5EF4-FFF2-40B4-BE49-F238E27FC236}">
                <a16:creationId xmlns:a16="http://schemas.microsoft.com/office/drawing/2014/main" id="{5C844F20-C817-CD45-8859-550B71FF0669}"/>
              </a:ext>
            </a:extLst>
          </p:cNvPr>
          <p:cNvSpPr/>
          <p:nvPr/>
        </p:nvSpPr>
        <p:spPr>
          <a:xfrm flipH="1">
            <a:off x="6833078" y="3912200"/>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Tree>
    <p:extLst>
      <p:ext uri="{BB962C8B-B14F-4D97-AF65-F5344CB8AC3E}">
        <p14:creationId xmlns:p14="http://schemas.microsoft.com/office/powerpoint/2010/main" val="11961506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369"/>
                                        </p:tgtEl>
                                        <p:attrNameLst>
                                          <p:attrName>style.visibility</p:attrName>
                                        </p:attrNameLst>
                                      </p:cBhvr>
                                      <p:to>
                                        <p:strVal val="visible"/>
                                      </p:to>
                                    </p:set>
                                    <p:animEffect transition="in" filter="wipe(down)">
                                      <p:cBhvr>
                                        <p:cTn id="7" dur="1000"/>
                                        <p:tgtEl>
                                          <p:spTgt spid="369"/>
                                        </p:tgtEl>
                                      </p:cBhvr>
                                    </p:animEffect>
                                  </p:childTnLst>
                                </p:cTn>
                              </p:par>
                              <p:par>
                                <p:cTn id="8" presetID="22" presetClass="entr" presetSubtype="2" fill="hold" grpId="0" nodeType="withEffect">
                                  <p:stCondLst>
                                    <p:cond delay="0"/>
                                  </p:stCondLst>
                                  <p:childTnLst>
                                    <p:set>
                                      <p:cBhvr>
                                        <p:cTn id="9" dur="1" fill="hold">
                                          <p:stCondLst>
                                            <p:cond delay="0"/>
                                          </p:stCondLst>
                                        </p:cTn>
                                        <p:tgtEl>
                                          <p:spTgt spid="448"/>
                                        </p:tgtEl>
                                        <p:attrNameLst>
                                          <p:attrName>style.visibility</p:attrName>
                                        </p:attrNameLst>
                                      </p:cBhvr>
                                      <p:to>
                                        <p:strVal val="visible"/>
                                      </p:to>
                                    </p:set>
                                    <p:animEffect transition="in" filter="wipe(right)">
                                      <p:cBhvr>
                                        <p:cTn id="10" dur="1000"/>
                                        <p:tgtEl>
                                          <p:spTgt spid="448"/>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447"/>
                                        </p:tgtEl>
                                        <p:attrNameLst>
                                          <p:attrName>style.visibility</p:attrName>
                                        </p:attrNameLst>
                                      </p:cBhvr>
                                      <p:to>
                                        <p:strVal val="visible"/>
                                      </p:to>
                                    </p:set>
                                    <p:animEffect transition="in" filter="wipe(left)">
                                      <p:cBhvr>
                                        <p:cTn id="13" dur="1000"/>
                                        <p:tgtEl>
                                          <p:spTgt spid="447"/>
                                        </p:tgtEl>
                                      </p:cBhvr>
                                    </p:animEffect>
                                  </p:childTnLst>
                                </p:cTn>
                              </p:par>
                              <p:par>
                                <p:cTn id="14" presetID="22" presetClass="entr" presetSubtype="4" fill="hold" grpId="0" nodeType="withEffect">
                                  <p:stCondLst>
                                    <p:cond delay="0"/>
                                  </p:stCondLst>
                                  <p:childTnLst>
                                    <p:set>
                                      <p:cBhvr>
                                        <p:cTn id="15" dur="1" fill="hold">
                                          <p:stCondLst>
                                            <p:cond delay="0"/>
                                          </p:stCondLst>
                                        </p:cTn>
                                        <p:tgtEl>
                                          <p:spTgt spid="371"/>
                                        </p:tgtEl>
                                        <p:attrNameLst>
                                          <p:attrName>style.visibility</p:attrName>
                                        </p:attrNameLst>
                                      </p:cBhvr>
                                      <p:to>
                                        <p:strVal val="visible"/>
                                      </p:to>
                                    </p:set>
                                    <p:animEffect transition="in" filter="wipe(down)">
                                      <p:cBhvr>
                                        <p:cTn id="16" dur="1000"/>
                                        <p:tgtEl>
                                          <p:spTgt spid="371"/>
                                        </p:tgtEl>
                                      </p:cBhvr>
                                    </p:animEffect>
                                  </p:childTnLst>
                                </p:cTn>
                              </p:par>
                              <p:par>
                                <p:cTn id="17" presetID="22" presetClass="entr" presetSubtype="2" fill="hold" grpId="0" nodeType="withEffect">
                                  <p:stCondLst>
                                    <p:cond delay="0"/>
                                  </p:stCondLst>
                                  <p:childTnLst>
                                    <p:set>
                                      <p:cBhvr>
                                        <p:cTn id="18" dur="1" fill="hold">
                                          <p:stCondLst>
                                            <p:cond delay="0"/>
                                          </p:stCondLst>
                                        </p:cTn>
                                        <p:tgtEl>
                                          <p:spTgt spid="450"/>
                                        </p:tgtEl>
                                        <p:attrNameLst>
                                          <p:attrName>style.visibility</p:attrName>
                                        </p:attrNameLst>
                                      </p:cBhvr>
                                      <p:to>
                                        <p:strVal val="visible"/>
                                      </p:to>
                                    </p:set>
                                    <p:animEffect transition="in" filter="wipe(right)">
                                      <p:cBhvr>
                                        <p:cTn id="19" dur="1000"/>
                                        <p:tgtEl>
                                          <p:spTgt spid="450"/>
                                        </p:tgtEl>
                                      </p:cBhvr>
                                    </p:animEffect>
                                  </p:childTnLst>
                                </p:cTn>
                              </p:par>
                              <p:par>
                                <p:cTn id="20" presetID="22" presetClass="entr" presetSubtype="8" fill="hold" grpId="0" nodeType="withEffect">
                                  <p:stCondLst>
                                    <p:cond delay="0"/>
                                  </p:stCondLst>
                                  <p:childTnLst>
                                    <p:set>
                                      <p:cBhvr>
                                        <p:cTn id="21" dur="1" fill="hold">
                                          <p:stCondLst>
                                            <p:cond delay="0"/>
                                          </p:stCondLst>
                                        </p:cTn>
                                        <p:tgtEl>
                                          <p:spTgt spid="449"/>
                                        </p:tgtEl>
                                        <p:attrNameLst>
                                          <p:attrName>style.visibility</p:attrName>
                                        </p:attrNameLst>
                                      </p:cBhvr>
                                      <p:to>
                                        <p:strVal val="visible"/>
                                      </p:to>
                                    </p:set>
                                    <p:animEffect transition="in" filter="wipe(left)">
                                      <p:cBhvr>
                                        <p:cTn id="22" dur="1000"/>
                                        <p:tgtEl>
                                          <p:spTgt spid="449"/>
                                        </p:tgtEl>
                                      </p:cBhvr>
                                    </p:animEffect>
                                  </p:childTnLst>
                                </p:cTn>
                              </p:par>
                              <p:par>
                                <p:cTn id="23" presetID="22" presetClass="entr" presetSubtype="1" fill="hold" grpId="0" nodeType="withEffect">
                                  <p:stCondLst>
                                    <p:cond delay="0"/>
                                  </p:stCondLst>
                                  <p:childTnLst>
                                    <p:set>
                                      <p:cBhvr>
                                        <p:cTn id="24" dur="1" fill="hold">
                                          <p:stCondLst>
                                            <p:cond delay="0"/>
                                          </p:stCondLst>
                                        </p:cTn>
                                        <p:tgtEl>
                                          <p:spTgt spid="370"/>
                                        </p:tgtEl>
                                        <p:attrNameLst>
                                          <p:attrName>style.visibility</p:attrName>
                                        </p:attrNameLst>
                                      </p:cBhvr>
                                      <p:to>
                                        <p:strVal val="visible"/>
                                      </p:to>
                                    </p:set>
                                    <p:animEffect transition="in" filter="wipe(up)">
                                      <p:cBhvr>
                                        <p:cTn id="25" dur="1000"/>
                                        <p:tgtEl>
                                          <p:spTgt spid="370"/>
                                        </p:tgtEl>
                                      </p:cBhvr>
                                    </p:animEffect>
                                  </p:childTnLst>
                                </p:cTn>
                              </p:par>
                              <p:par>
                                <p:cTn id="26" presetID="22" presetClass="entr" presetSubtype="2" fill="hold" grpId="0" nodeType="withEffect">
                                  <p:stCondLst>
                                    <p:cond delay="0"/>
                                  </p:stCondLst>
                                  <p:childTnLst>
                                    <p:set>
                                      <p:cBhvr>
                                        <p:cTn id="27" dur="1" fill="hold">
                                          <p:stCondLst>
                                            <p:cond delay="0"/>
                                          </p:stCondLst>
                                        </p:cTn>
                                        <p:tgtEl>
                                          <p:spTgt spid="446"/>
                                        </p:tgtEl>
                                        <p:attrNameLst>
                                          <p:attrName>style.visibility</p:attrName>
                                        </p:attrNameLst>
                                      </p:cBhvr>
                                      <p:to>
                                        <p:strVal val="visible"/>
                                      </p:to>
                                    </p:set>
                                    <p:animEffect transition="in" filter="wipe(right)">
                                      <p:cBhvr>
                                        <p:cTn id="28" dur="1000"/>
                                        <p:tgtEl>
                                          <p:spTgt spid="446"/>
                                        </p:tgtEl>
                                      </p:cBhvr>
                                    </p:animEffect>
                                  </p:childTnLst>
                                </p:cTn>
                              </p:par>
                              <p:par>
                                <p:cTn id="29" presetID="22" presetClass="entr" presetSubtype="4" fill="hold" grpId="0" nodeType="withEffect">
                                  <p:stCondLst>
                                    <p:cond delay="0"/>
                                  </p:stCondLst>
                                  <p:childTnLst>
                                    <p:set>
                                      <p:cBhvr>
                                        <p:cTn id="30" dur="1" fill="hold">
                                          <p:stCondLst>
                                            <p:cond delay="0"/>
                                          </p:stCondLst>
                                        </p:cTn>
                                        <p:tgtEl>
                                          <p:spTgt spid="373"/>
                                        </p:tgtEl>
                                        <p:attrNameLst>
                                          <p:attrName>style.visibility</p:attrName>
                                        </p:attrNameLst>
                                      </p:cBhvr>
                                      <p:to>
                                        <p:strVal val="visible"/>
                                      </p:to>
                                    </p:set>
                                    <p:animEffect transition="in" filter="wipe(down)">
                                      <p:cBhvr>
                                        <p:cTn id="31" dur="1000"/>
                                        <p:tgtEl>
                                          <p:spTgt spid="373"/>
                                        </p:tgtEl>
                                      </p:cBhvr>
                                    </p:animEffect>
                                  </p:childTnLst>
                                </p:cTn>
                              </p:par>
                              <p:par>
                                <p:cTn id="32" presetID="22" presetClass="entr" presetSubtype="8" fill="hold" grpId="0" nodeType="withEffect">
                                  <p:stCondLst>
                                    <p:cond delay="0"/>
                                  </p:stCondLst>
                                  <p:childTnLst>
                                    <p:set>
                                      <p:cBhvr>
                                        <p:cTn id="33" dur="1" fill="hold">
                                          <p:stCondLst>
                                            <p:cond delay="0"/>
                                          </p:stCondLst>
                                        </p:cTn>
                                        <p:tgtEl>
                                          <p:spTgt spid="445"/>
                                        </p:tgtEl>
                                        <p:attrNameLst>
                                          <p:attrName>style.visibility</p:attrName>
                                        </p:attrNameLst>
                                      </p:cBhvr>
                                      <p:to>
                                        <p:strVal val="visible"/>
                                      </p:to>
                                    </p:set>
                                    <p:animEffect transition="in" filter="wipe(left)">
                                      <p:cBhvr>
                                        <p:cTn id="34" dur="1000"/>
                                        <p:tgtEl>
                                          <p:spTgt spid="445"/>
                                        </p:tgtEl>
                                      </p:cBhvr>
                                    </p:animEffect>
                                  </p:childTnLst>
                                </p:cTn>
                              </p:par>
                              <p:par>
                                <p:cTn id="35" presetID="22" presetClass="entr" presetSubtype="1" fill="hold" grpId="0" nodeType="withEffect">
                                  <p:stCondLst>
                                    <p:cond delay="0"/>
                                  </p:stCondLst>
                                  <p:childTnLst>
                                    <p:set>
                                      <p:cBhvr>
                                        <p:cTn id="36" dur="1" fill="hold">
                                          <p:stCondLst>
                                            <p:cond delay="0"/>
                                          </p:stCondLst>
                                        </p:cTn>
                                        <p:tgtEl>
                                          <p:spTgt spid="372"/>
                                        </p:tgtEl>
                                        <p:attrNameLst>
                                          <p:attrName>style.visibility</p:attrName>
                                        </p:attrNameLst>
                                      </p:cBhvr>
                                      <p:to>
                                        <p:strVal val="visible"/>
                                      </p:to>
                                    </p:set>
                                    <p:animEffect transition="in" filter="wipe(up)">
                                      <p:cBhvr>
                                        <p:cTn id="37" dur="1000"/>
                                        <p:tgtEl>
                                          <p:spTgt spid="372"/>
                                        </p:tgtEl>
                                      </p:cBhvr>
                                    </p:animEffect>
                                  </p:childTnLst>
                                </p:cTn>
                              </p:par>
                              <p:par>
                                <p:cTn id="38" presetID="22" presetClass="entr" presetSubtype="2" fill="hold" grpId="0" nodeType="withEffect">
                                  <p:stCondLst>
                                    <p:cond delay="0"/>
                                  </p:stCondLst>
                                  <p:childTnLst>
                                    <p:set>
                                      <p:cBhvr>
                                        <p:cTn id="39" dur="1" fill="hold">
                                          <p:stCondLst>
                                            <p:cond delay="0"/>
                                          </p:stCondLst>
                                        </p:cTn>
                                        <p:tgtEl>
                                          <p:spTgt spid="452"/>
                                        </p:tgtEl>
                                        <p:attrNameLst>
                                          <p:attrName>style.visibility</p:attrName>
                                        </p:attrNameLst>
                                      </p:cBhvr>
                                      <p:to>
                                        <p:strVal val="visible"/>
                                      </p:to>
                                    </p:set>
                                    <p:animEffect transition="in" filter="wipe(right)">
                                      <p:cBhvr>
                                        <p:cTn id="40" dur="1000"/>
                                        <p:tgtEl>
                                          <p:spTgt spid="452"/>
                                        </p:tgtEl>
                                      </p:cBhvr>
                                    </p:animEffect>
                                  </p:childTnLst>
                                </p:cTn>
                              </p:par>
                              <p:par>
                                <p:cTn id="41" presetID="22" presetClass="entr" presetSubtype="4" fill="hold" grpId="0" nodeType="withEffect">
                                  <p:stCondLst>
                                    <p:cond delay="0"/>
                                  </p:stCondLst>
                                  <p:childTnLst>
                                    <p:set>
                                      <p:cBhvr>
                                        <p:cTn id="42" dur="1" fill="hold">
                                          <p:stCondLst>
                                            <p:cond delay="0"/>
                                          </p:stCondLst>
                                        </p:cTn>
                                        <p:tgtEl>
                                          <p:spTgt spid="375"/>
                                        </p:tgtEl>
                                        <p:attrNameLst>
                                          <p:attrName>style.visibility</p:attrName>
                                        </p:attrNameLst>
                                      </p:cBhvr>
                                      <p:to>
                                        <p:strVal val="visible"/>
                                      </p:to>
                                    </p:set>
                                    <p:animEffect transition="in" filter="wipe(down)">
                                      <p:cBhvr>
                                        <p:cTn id="43" dur="1000"/>
                                        <p:tgtEl>
                                          <p:spTgt spid="375"/>
                                        </p:tgtEl>
                                      </p:cBhvr>
                                    </p:animEffect>
                                  </p:childTnLst>
                                </p:cTn>
                              </p:par>
                              <p:par>
                                <p:cTn id="44" presetID="22" presetClass="entr" presetSubtype="8" fill="hold" grpId="0" nodeType="withEffect">
                                  <p:stCondLst>
                                    <p:cond delay="0"/>
                                  </p:stCondLst>
                                  <p:childTnLst>
                                    <p:set>
                                      <p:cBhvr>
                                        <p:cTn id="45" dur="1" fill="hold">
                                          <p:stCondLst>
                                            <p:cond delay="0"/>
                                          </p:stCondLst>
                                        </p:cTn>
                                        <p:tgtEl>
                                          <p:spTgt spid="451"/>
                                        </p:tgtEl>
                                        <p:attrNameLst>
                                          <p:attrName>style.visibility</p:attrName>
                                        </p:attrNameLst>
                                      </p:cBhvr>
                                      <p:to>
                                        <p:strVal val="visible"/>
                                      </p:to>
                                    </p:set>
                                    <p:animEffect transition="in" filter="wipe(left)">
                                      <p:cBhvr>
                                        <p:cTn id="46" dur="1000"/>
                                        <p:tgtEl>
                                          <p:spTgt spid="451"/>
                                        </p:tgtEl>
                                      </p:cBhvr>
                                    </p:animEffect>
                                  </p:childTnLst>
                                </p:cTn>
                              </p:par>
                              <p:par>
                                <p:cTn id="47" presetID="22" presetClass="entr" presetSubtype="4" fill="hold" grpId="0" nodeType="withEffect">
                                  <p:stCondLst>
                                    <p:cond delay="0"/>
                                  </p:stCondLst>
                                  <p:childTnLst>
                                    <p:set>
                                      <p:cBhvr>
                                        <p:cTn id="48" dur="1" fill="hold">
                                          <p:stCondLst>
                                            <p:cond delay="0"/>
                                          </p:stCondLst>
                                        </p:cTn>
                                        <p:tgtEl>
                                          <p:spTgt spid="377"/>
                                        </p:tgtEl>
                                        <p:attrNameLst>
                                          <p:attrName>style.visibility</p:attrName>
                                        </p:attrNameLst>
                                      </p:cBhvr>
                                      <p:to>
                                        <p:strVal val="visible"/>
                                      </p:to>
                                    </p:set>
                                    <p:animEffect transition="in" filter="wipe(down)">
                                      <p:cBhvr>
                                        <p:cTn id="49" dur="1000"/>
                                        <p:tgtEl>
                                          <p:spTgt spid="377"/>
                                        </p:tgtEl>
                                      </p:cBhvr>
                                    </p:animEffect>
                                  </p:childTnLst>
                                </p:cTn>
                              </p:par>
                              <p:par>
                                <p:cTn id="50" presetID="22" presetClass="entr" presetSubtype="1" fill="hold" grpId="0" nodeType="withEffect">
                                  <p:stCondLst>
                                    <p:cond delay="0"/>
                                  </p:stCondLst>
                                  <p:childTnLst>
                                    <p:set>
                                      <p:cBhvr>
                                        <p:cTn id="51" dur="1" fill="hold">
                                          <p:stCondLst>
                                            <p:cond delay="0"/>
                                          </p:stCondLst>
                                        </p:cTn>
                                        <p:tgtEl>
                                          <p:spTgt spid="374"/>
                                        </p:tgtEl>
                                        <p:attrNameLst>
                                          <p:attrName>style.visibility</p:attrName>
                                        </p:attrNameLst>
                                      </p:cBhvr>
                                      <p:to>
                                        <p:strVal val="visible"/>
                                      </p:to>
                                    </p:set>
                                    <p:animEffect transition="in" filter="wipe(up)">
                                      <p:cBhvr>
                                        <p:cTn id="52" dur="1000"/>
                                        <p:tgtEl>
                                          <p:spTgt spid="374"/>
                                        </p:tgtEl>
                                      </p:cBhvr>
                                    </p:animEffect>
                                  </p:childTnLst>
                                </p:cTn>
                              </p:par>
                              <p:par>
                                <p:cTn id="53" presetID="22" presetClass="entr" presetSubtype="2" fill="hold" grpId="0" nodeType="withEffect">
                                  <p:stCondLst>
                                    <p:cond delay="0"/>
                                  </p:stCondLst>
                                  <p:childTnLst>
                                    <p:set>
                                      <p:cBhvr>
                                        <p:cTn id="54" dur="1" fill="hold">
                                          <p:stCondLst>
                                            <p:cond delay="0"/>
                                          </p:stCondLst>
                                        </p:cTn>
                                        <p:tgtEl>
                                          <p:spTgt spid="444"/>
                                        </p:tgtEl>
                                        <p:attrNameLst>
                                          <p:attrName>style.visibility</p:attrName>
                                        </p:attrNameLst>
                                      </p:cBhvr>
                                      <p:to>
                                        <p:strVal val="visible"/>
                                      </p:to>
                                    </p:set>
                                    <p:animEffect transition="in" filter="wipe(right)">
                                      <p:cBhvr>
                                        <p:cTn id="55" dur="1000"/>
                                        <p:tgtEl>
                                          <p:spTgt spid="444"/>
                                        </p:tgtEl>
                                      </p:cBhvr>
                                    </p:animEffect>
                                  </p:childTnLst>
                                </p:cTn>
                              </p:par>
                              <p:par>
                                <p:cTn id="56" presetID="22" presetClass="entr" presetSubtype="8" fill="hold" grpId="0" nodeType="withEffect">
                                  <p:stCondLst>
                                    <p:cond delay="0"/>
                                  </p:stCondLst>
                                  <p:childTnLst>
                                    <p:set>
                                      <p:cBhvr>
                                        <p:cTn id="57" dur="1" fill="hold">
                                          <p:stCondLst>
                                            <p:cond delay="0"/>
                                          </p:stCondLst>
                                        </p:cTn>
                                        <p:tgtEl>
                                          <p:spTgt spid="443"/>
                                        </p:tgtEl>
                                        <p:attrNameLst>
                                          <p:attrName>style.visibility</p:attrName>
                                        </p:attrNameLst>
                                      </p:cBhvr>
                                      <p:to>
                                        <p:strVal val="visible"/>
                                      </p:to>
                                    </p:set>
                                    <p:animEffect transition="in" filter="wipe(left)">
                                      <p:cBhvr>
                                        <p:cTn id="58" dur="1000"/>
                                        <p:tgtEl>
                                          <p:spTgt spid="443"/>
                                        </p:tgtEl>
                                      </p:cBhvr>
                                    </p:animEffect>
                                  </p:childTnLst>
                                </p:cTn>
                              </p:par>
                              <p:par>
                                <p:cTn id="59" presetID="22" presetClass="entr" presetSubtype="1" fill="hold" grpId="0" nodeType="withEffect">
                                  <p:stCondLst>
                                    <p:cond delay="0"/>
                                  </p:stCondLst>
                                  <p:childTnLst>
                                    <p:set>
                                      <p:cBhvr>
                                        <p:cTn id="60" dur="1" fill="hold">
                                          <p:stCondLst>
                                            <p:cond delay="0"/>
                                          </p:stCondLst>
                                        </p:cTn>
                                        <p:tgtEl>
                                          <p:spTgt spid="376"/>
                                        </p:tgtEl>
                                        <p:attrNameLst>
                                          <p:attrName>style.visibility</p:attrName>
                                        </p:attrNameLst>
                                      </p:cBhvr>
                                      <p:to>
                                        <p:strVal val="visible"/>
                                      </p:to>
                                    </p:set>
                                    <p:animEffect transition="in" filter="wipe(up)">
                                      <p:cBhvr>
                                        <p:cTn id="61" dur="1000"/>
                                        <p:tgtEl>
                                          <p:spTgt spid="376"/>
                                        </p:tgtEl>
                                      </p:cBhvr>
                                    </p:animEffect>
                                  </p:childTnLst>
                                </p:cTn>
                              </p:par>
                              <p:par>
                                <p:cTn id="62" presetID="22" presetClass="entr" presetSubtype="2" fill="hold" grpId="0" nodeType="withEffect">
                                  <p:stCondLst>
                                    <p:cond delay="0"/>
                                  </p:stCondLst>
                                  <p:childTnLst>
                                    <p:set>
                                      <p:cBhvr>
                                        <p:cTn id="63" dur="1" fill="hold">
                                          <p:stCondLst>
                                            <p:cond delay="0"/>
                                          </p:stCondLst>
                                        </p:cTn>
                                        <p:tgtEl>
                                          <p:spTgt spid="380"/>
                                        </p:tgtEl>
                                        <p:attrNameLst>
                                          <p:attrName>style.visibility</p:attrName>
                                        </p:attrNameLst>
                                      </p:cBhvr>
                                      <p:to>
                                        <p:strVal val="visible"/>
                                      </p:to>
                                    </p:set>
                                    <p:animEffect transition="in" filter="wipe(right)">
                                      <p:cBhvr>
                                        <p:cTn id="64" dur="1000"/>
                                        <p:tgtEl>
                                          <p:spTgt spid="380"/>
                                        </p:tgtEl>
                                      </p:cBhvr>
                                    </p:animEffect>
                                  </p:childTnLst>
                                </p:cTn>
                              </p:par>
                              <p:par>
                                <p:cTn id="65" presetID="22" presetClass="entr" presetSubtype="8" fill="hold" grpId="0" nodeType="withEffect">
                                  <p:stCondLst>
                                    <p:cond delay="0"/>
                                  </p:stCondLst>
                                  <p:childTnLst>
                                    <p:set>
                                      <p:cBhvr>
                                        <p:cTn id="66" dur="1" fill="hold">
                                          <p:stCondLst>
                                            <p:cond delay="0"/>
                                          </p:stCondLst>
                                        </p:cTn>
                                        <p:tgtEl>
                                          <p:spTgt spid="379"/>
                                        </p:tgtEl>
                                        <p:attrNameLst>
                                          <p:attrName>style.visibility</p:attrName>
                                        </p:attrNameLst>
                                      </p:cBhvr>
                                      <p:to>
                                        <p:strVal val="visible"/>
                                      </p:to>
                                    </p:set>
                                    <p:animEffect transition="in" filter="wipe(left)">
                                      <p:cBhvr>
                                        <p:cTn id="67" dur="1000"/>
                                        <p:tgtEl>
                                          <p:spTgt spid="379"/>
                                        </p:tgtEl>
                                      </p:cBhvr>
                                    </p:animEffect>
                                  </p:childTnLst>
                                </p:cTn>
                              </p:par>
                              <p:par>
                                <p:cTn id="68" presetID="22" presetClass="entr" presetSubtype="1" fill="hold" grpId="0" nodeType="withEffect">
                                  <p:stCondLst>
                                    <p:cond delay="0"/>
                                  </p:stCondLst>
                                  <p:childTnLst>
                                    <p:set>
                                      <p:cBhvr>
                                        <p:cTn id="69" dur="1" fill="hold">
                                          <p:stCondLst>
                                            <p:cond delay="0"/>
                                          </p:stCondLst>
                                        </p:cTn>
                                        <p:tgtEl>
                                          <p:spTgt spid="378"/>
                                        </p:tgtEl>
                                        <p:attrNameLst>
                                          <p:attrName>style.visibility</p:attrName>
                                        </p:attrNameLst>
                                      </p:cBhvr>
                                      <p:to>
                                        <p:strVal val="visible"/>
                                      </p:to>
                                    </p:set>
                                    <p:animEffect transition="in" filter="wipe(up)">
                                      <p:cBhvr>
                                        <p:cTn id="70" dur="1000"/>
                                        <p:tgtEl>
                                          <p:spTgt spid="3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9" grpId="0" animBg="1"/>
      <p:bldP spid="370" grpId="0" animBg="1"/>
      <p:bldP spid="371" grpId="0" animBg="1"/>
      <p:bldP spid="372" grpId="0" animBg="1"/>
      <p:bldP spid="373" grpId="0" animBg="1"/>
      <p:bldP spid="374" grpId="0" animBg="1"/>
      <p:bldP spid="375" grpId="0" animBg="1"/>
      <p:bldP spid="376" grpId="0" animBg="1"/>
      <p:bldP spid="377" grpId="0" animBg="1"/>
      <p:bldP spid="378" grpId="0" animBg="1"/>
      <p:bldP spid="379" grpId="0" animBg="1"/>
      <p:bldP spid="380" grpId="0" animBg="1"/>
      <p:bldP spid="443" grpId="0" animBg="1"/>
      <p:bldP spid="444" grpId="0" animBg="1"/>
      <p:bldP spid="445" grpId="0" animBg="1"/>
      <p:bldP spid="446" grpId="0" animBg="1"/>
      <p:bldP spid="447" grpId="0" animBg="1"/>
      <p:bldP spid="448" grpId="0" animBg="1"/>
      <p:bldP spid="449" grpId="0" animBg="1"/>
      <p:bldP spid="450" grpId="0" animBg="1"/>
      <p:bldP spid="451" grpId="0" animBg="1"/>
      <p:bldP spid="452"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2B9189-7CDF-0741-9858-A79357149B7C}"/>
              </a:ext>
            </a:extLst>
          </p:cNvPr>
          <p:cNvSpPr>
            <a:spLocks noGrp="1"/>
          </p:cNvSpPr>
          <p:nvPr>
            <p:ph type="title"/>
          </p:nvPr>
        </p:nvSpPr>
        <p:spPr>
          <a:xfrm>
            <a:off x="826625" y="174028"/>
            <a:ext cx="10515600" cy="894622"/>
          </a:xfrm>
        </p:spPr>
        <p:txBody>
          <a:bodyPr/>
          <a:lstStyle/>
          <a:p>
            <a:r>
              <a:rPr lang="en-US" dirty="0">
                <a:solidFill>
                  <a:srgbClr val="0000A8"/>
                </a:solidFill>
              </a:rPr>
              <a:t>Distance vector example: iteration</a:t>
            </a:r>
          </a:p>
        </p:txBody>
      </p:sp>
      <p:sp>
        <p:nvSpPr>
          <p:cNvPr id="5" name="Slide Number Placeholder 4">
            <a:extLst>
              <a:ext uri="{FF2B5EF4-FFF2-40B4-BE49-F238E27FC236}">
                <a16:creationId xmlns:a16="http://schemas.microsoft.com/office/drawing/2014/main" id="{98E05715-B0AC-CF47-B242-18018B71339C}"/>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54</a:t>
            </a:fld>
            <a:endParaRPr lang="en-US" dirty="0">
              <a:solidFill>
                <a:prstClr val="white">
                  <a:lumMod val="50000"/>
                </a:prstClr>
              </a:solidFill>
            </a:endParaRPr>
          </a:p>
        </p:txBody>
      </p:sp>
      <p:cxnSp>
        <p:nvCxnSpPr>
          <p:cNvPr id="82" name="Straight Connector 81">
            <a:extLst>
              <a:ext uri="{FF2B5EF4-FFF2-40B4-BE49-F238E27FC236}">
                <a16:creationId xmlns:a16="http://schemas.microsoft.com/office/drawing/2014/main" id="{374B35E8-95B6-B946-8240-59B747B607B3}"/>
              </a:ext>
            </a:extLst>
          </p:cNvPr>
          <p:cNvCxnSpPr>
            <a:cxnSpLocks/>
            <a:stCxn id="76" idx="2"/>
            <a:endCxn id="76" idx="0"/>
          </p:cNvCxnSpPr>
          <p:nvPr/>
        </p:nvCxnSpPr>
        <p:spPr>
          <a:xfrm flipV="1">
            <a:off x="6530326" y="2129120"/>
            <a:ext cx="0" cy="38631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DE34EA38-AB93-704A-ACF2-764D62663226}"/>
              </a:ext>
            </a:extLst>
          </p:cNvPr>
          <p:cNvCxnSpPr>
            <a:cxnSpLocks/>
            <a:stCxn id="76" idx="1"/>
            <a:endCxn id="76" idx="3"/>
          </p:cNvCxnSpPr>
          <p:nvPr/>
        </p:nvCxnSpPr>
        <p:spPr>
          <a:xfrm>
            <a:off x="4598770" y="4060675"/>
            <a:ext cx="386311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Rectangle 75">
            <a:extLst>
              <a:ext uri="{FF2B5EF4-FFF2-40B4-BE49-F238E27FC236}">
                <a16:creationId xmlns:a16="http://schemas.microsoft.com/office/drawing/2014/main" id="{A169888C-5E10-3E40-BC1D-A5D0DB850712}"/>
              </a:ext>
            </a:extLst>
          </p:cNvPr>
          <p:cNvSpPr/>
          <p:nvPr/>
        </p:nvSpPr>
        <p:spPr>
          <a:xfrm>
            <a:off x="4598770" y="2129120"/>
            <a:ext cx="3863111" cy="3863111"/>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sp>
        <p:nvSpPr>
          <p:cNvPr id="150" name="Rectangle 149">
            <a:extLst>
              <a:ext uri="{FF2B5EF4-FFF2-40B4-BE49-F238E27FC236}">
                <a16:creationId xmlns:a16="http://schemas.microsoft.com/office/drawing/2014/main" id="{CB39BACF-E4D1-6641-8B8C-0274EDEFA113}"/>
              </a:ext>
            </a:extLst>
          </p:cNvPr>
          <p:cNvSpPr/>
          <p:nvPr/>
        </p:nvSpPr>
        <p:spPr>
          <a:xfrm>
            <a:off x="8380337" y="2200470"/>
            <a:ext cx="132508" cy="185510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grpSp>
        <p:nvGrpSpPr>
          <p:cNvPr id="1034" name="Group 1033">
            <a:extLst>
              <a:ext uri="{FF2B5EF4-FFF2-40B4-BE49-F238E27FC236}">
                <a16:creationId xmlns:a16="http://schemas.microsoft.com/office/drawing/2014/main" id="{B4BFA757-E5EA-9A42-8A16-AA2091E708C8}"/>
              </a:ext>
            </a:extLst>
          </p:cNvPr>
          <p:cNvGrpSpPr/>
          <p:nvPr/>
        </p:nvGrpSpPr>
        <p:grpSpPr>
          <a:xfrm>
            <a:off x="4333785" y="5772213"/>
            <a:ext cx="4395351" cy="404576"/>
            <a:chOff x="4333785" y="5772213"/>
            <a:chExt cx="4395351" cy="404576"/>
          </a:xfrm>
        </p:grpSpPr>
        <p:grpSp>
          <p:nvGrpSpPr>
            <p:cNvPr id="184" name="Group 183">
              <a:extLst>
                <a:ext uri="{FF2B5EF4-FFF2-40B4-BE49-F238E27FC236}">
                  <a16:creationId xmlns:a16="http://schemas.microsoft.com/office/drawing/2014/main" id="{600795BD-C1B6-1748-B28A-001A8505BE86}"/>
                </a:ext>
              </a:extLst>
            </p:cNvPr>
            <p:cNvGrpSpPr/>
            <p:nvPr/>
          </p:nvGrpSpPr>
          <p:grpSpPr>
            <a:xfrm>
              <a:off x="4333785" y="5772213"/>
              <a:ext cx="531821" cy="369069"/>
              <a:chOff x="1348328" y="2475647"/>
              <a:chExt cx="603916" cy="419100"/>
            </a:xfrm>
          </p:grpSpPr>
          <p:grpSp>
            <p:nvGrpSpPr>
              <p:cNvPr id="205" name="Group 204">
                <a:extLst>
                  <a:ext uri="{FF2B5EF4-FFF2-40B4-BE49-F238E27FC236}">
                    <a16:creationId xmlns:a16="http://schemas.microsoft.com/office/drawing/2014/main" id="{CE81AFB3-2346-434C-A463-93F9C295562A}"/>
                  </a:ext>
                </a:extLst>
              </p:cNvPr>
              <p:cNvGrpSpPr/>
              <p:nvPr/>
            </p:nvGrpSpPr>
            <p:grpSpPr>
              <a:xfrm>
                <a:off x="1348328" y="2555748"/>
                <a:ext cx="603916" cy="308999"/>
                <a:chOff x="5278570" y="2983486"/>
                <a:chExt cx="501650" cy="233363"/>
              </a:xfrm>
            </p:grpSpPr>
            <p:sp>
              <p:nvSpPr>
                <p:cNvPr id="209" name="Oval 5">
                  <a:extLst>
                    <a:ext uri="{FF2B5EF4-FFF2-40B4-BE49-F238E27FC236}">
                      <a16:creationId xmlns:a16="http://schemas.microsoft.com/office/drawing/2014/main" id="{7918ED2E-E380-6C4E-86AA-0BF9D7614418}"/>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0" name="Line 6">
                  <a:extLst>
                    <a:ext uri="{FF2B5EF4-FFF2-40B4-BE49-F238E27FC236}">
                      <a16:creationId xmlns:a16="http://schemas.microsoft.com/office/drawing/2014/main" id="{45F96407-8127-654C-9C52-5B6269075623}"/>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1" name="Line 7">
                  <a:extLst>
                    <a:ext uri="{FF2B5EF4-FFF2-40B4-BE49-F238E27FC236}">
                      <a16:creationId xmlns:a16="http://schemas.microsoft.com/office/drawing/2014/main" id="{F1C01DA2-272A-CD4F-87F1-779C30F35559}"/>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2" name="Rectangle 8">
                  <a:extLst>
                    <a:ext uri="{FF2B5EF4-FFF2-40B4-BE49-F238E27FC236}">
                      <a16:creationId xmlns:a16="http://schemas.microsoft.com/office/drawing/2014/main" id="{7969C970-9697-A847-B375-82D629934D59}"/>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13" name="Oval 9">
                  <a:extLst>
                    <a:ext uri="{FF2B5EF4-FFF2-40B4-BE49-F238E27FC236}">
                      <a16:creationId xmlns:a16="http://schemas.microsoft.com/office/drawing/2014/main" id="{F8D02D26-0EA1-FD40-AD1F-E4E8635F47CA}"/>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06" name="Group 44">
                <a:extLst>
                  <a:ext uri="{FF2B5EF4-FFF2-40B4-BE49-F238E27FC236}">
                    <a16:creationId xmlns:a16="http://schemas.microsoft.com/office/drawing/2014/main" id="{02C0B744-445A-A04E-812A-2D60476C1521}"/>
                  </a:ext>
                </a:extLst>
              </p:cNvPr>
              <p:cNvGrpSpPr>
                <a:grpSpLocks/>
              </p:cNvGrpSpPr>
              <p:nvPr/>
            </p:nvGrpSpPr>
            <p:grpSpPr bwMode="auto">
              <a:xfrm>
                <a:off x="1456374" y="2475647"/>
                <a:ext cx="355165" cy="419100"/>
                <a:chOff x="2944" y="2405"/>
                <a:chExt cx="227" cy="264"/>
              </a:xfrm>
            </p:grpSpPr>
            <p:sp>
              <p:nvSpPr>
                <p:cNvPr id="207" name="Rectangle 45">
                  <a:extLst>
                    <a:ext uri="{FF2B5EF4-FFF2-40B4-BE49-F238E27FC236}">
                      <a16:creationId xmlns:a16="http://schemas.microsoft.com/office/drawing/2014/main" id="{83E6E4B2-940F-B749-91D8-19B033341D50}"/>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8" name="Text Box 46">
                  <a:extLst>
                    <a:ext uri="{FF2B5EF4-FFF2-40B4-BE49-F238E27FC236}">
                      <a16:creationId xmlns:a16="http://schemas.microsoft.com/office/drawing/2014/main" id="{16D546E0-A23E-174D-8F0D-BFB691AF1D6C}"/>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g</a:t>
                  </a:r>
                  <a:endParaRPr lang="en-US" sz="2000" kern="0" dirty="0">
                    <a:solidFill>
                      <a:srgbClr val="000000"/>
                    </a:solidFill>
                  </a:endParaRPr>
                </a:p>
              </p:txBody>
            </p:sp>
          </p:grpSp>
        </p:grpSp>
        <p:grpSp>
          <p:nvGrpSpPr>
            <p:cNvPr id="185" name="Group 184">
              <a:extLst>
                <a:ext uri="{FF2B5EF4-FFF2-40B4-BE49-F238E27FC236}">
                  <a16:creationId xmlns:a16="http://schemas.microsoft.com/office/drawing/2014/main" id="{34A0F8A7-FCD0-9A45-80B9-24CC78B561FE}"/>
                </a:ext>
              </a:extLst>
            </p:cNvPr>
            <p:cNvGrpSpPr/>
            <p:nvPr/>
          </p:nvGrpSpPr>
          <p:grpSpPr>
            <a:xfrm>
              <a:off x="6263949" y="5807720"/>
              <a:ext cx="531821" cy="369069"/>
              <a:chOff x="1348328" y="2507397"/>
              <a:chExt cx="603916" cy="419100"/>
            </a:xfrm>
          </p:grpSpPr>
          <p:grpSp>
            <p:nvGrpSpPr>
              <p:cNvPr id="196" name="Group 195">
                <a:extLst>
                  <a:ext uri="{FF2B5EF4-FFF2-40B4-BE49-F238E27FC236}">
                    <a16:creationId xmlns:a16="http://schemas.microsoft.com/office/drawing/2014/main" id="{18AECA76-7F06-F84A-928B-C13839D9F43F}"/>
                  </a:ext>
                </a:extLst>
              </p:cNvPr>
              <p:cNvGrpSpPr/>
              <p:nvPr/>
            </p:nvGrpSpPr>
            <p:grpSpPr>
              <a:xfrm>
                <a:off x="1348328" y="2555748"/>
                <a:ext cx="603916" cy="308999"/>
                <a:chOff x="5278570" y="2983486"/>
                <a:chExt cx="501650" cy="233363"/>
              </a:xfrm>
            </p:grpSpPr>
            <p:sp>
              <p:nvSpPr>
                <p:cNvPr id="200" name="Oval 5">
                  <a:extLst>
                    <a:ext uri="{FF2B5EF4-FFF2-40B4-BE49-F238E27FC236}">
                      <a16:creationId xmlns:a16="http://schemas.microsoft.com/office/drawing/2014/main" id="{04917013-CC10-D043-8A71-34F24813049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1" name="Line 6">
                  <a:extLst>
                    <a:ext uri="{FF2B5EF4-FFF2-40B4-BE49-F238E27FC236}">
                      <a16:creationId xmlns:a16="http://schemas.microsoft.com/office/drawing/2014/main" id="{7E7DEF49-D295-8547-9FE7-8CBB42CEB81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2" name="Line 7">
                  <a:extLst>
                    <a:ext uri="{FF2B5EF4-FFF2-40B4-BE49-F238E27FC236}">
                      <a16:creationId xmlns:a16="http://schemas.microsoft.com/office/drawing/2014/main" id="{5633B25D-6786-5A4A-A44E-E4A1EE3575B2}"/>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3" name="Rectangle 8">
                  <a:extLst>
                    <a:ext uri="{FF2B5EF4-FFF2-40B4-BE49-F238E27FC236}">
                      <a16:creationId xmlns:a16="http://schemas.microsoft.com/office/drawing/2014/main" id="{968E012E-E513-8340-9324-11A79B223E28}"/>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04" name="Oval 9">
                  <a:extLst>
                    <a:ext uri="{FF2B5EF4-FFF2-40B4-BE49-F238E27FC236}">
                      <a16:creationId xmlns:a16="http://schemas.microsoft.com/office/drawing/2014/main" id="{7AFB2A7E-90B7-454F-BABB-E2A39AC7C95C}"/>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97" name="Group 44">
                <a:extLst>
                  <a:ext uri="{FF2B5EF4-FFF2-40B4-BE49-F238E27FC236}">
                    <a16:creationId xmlns:a16="http://schemas.microsoft.com/office/drawing/2014/main" id="{5567606D-D82D-2A4D-A3C8-A7D0703B3CC5}"/>
                  </a:ext>
                </a:extLst>
              </p:cNvPr>
              <p:cNvGrpSpPr>
                <a:grpSpLocks/>
              </p:cNvGrpSpPr>
              <p:nvPr/>
            </p:nvGrpSpPr>
            <p:grpSpPr bwMode="auto">
              <a:xfrm>
                <a:off x="1456374" y="2507397"/>
                <a:ext cx="355165" cy="419100"/>
                <a:chOff x="2944" y="2425"/>
                <a:chExt cx="227" cy="264"/>
              </a:xfrm>
            </p:grpSpPr>
            <p:sp>
              <p:nvSpPr>
                <p:cNvPr id="198" name="Rectangle 45">
                  <a:extLst>
                    <a:ext uri="{FF2B5EF4-FFF2-40B4-BE49-F238E27FC236}">
                      <a16:creationId xmlns:a16="http://schemas.microsoft.com/office/drawing/2014/main" id="{39206D20-AD6D-3242-8865-2C6680CB410C}"/>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9" name="Text Box 46">
                  <a:extLst>
                    <a:ext uri="{FF2B5EF4-FFF2-40B4-BE49-F238E27FC236}">
                      <a16:creationId xmlns:a16="http://schemas.microsoft.com/office/drawing/2014/main" id="{E3BB3556-A335-984F-978A-FECE515B6702}"/>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h</a:t>
                  </a:r>
                  <a:endParaRPr lang="en-US" sz="2000" kern="0" dirty="0">
                    <a:solidFill>
                      <a:srgbClr val="000000"/>
                    </a:solidFill>
                  </a:endParaRPr>
                </a:p>
              </p:txBody>
            </p:sp>
          </p:grpSp>
        </p:grpSp>
        <p:grpSp>
          <p:nvGrpSpPr>
            <p:cNvPr id="186" name="Group 185">
              <a:extLst>
                <a:ext uri="{FF2B5EF4-FFF2-40B4-BE49-F238E27FC236}">
                  <a16:creationId xmlns:a16="http://schemas.microsoft.com/office/drawing/2014/main" id="{3B620D34-7BA8-EF49-AC1C-93F5BBC84AEC}"/>
                </a:ext>
              </a:extLst>
            </p:cNvPr>
            <p:cNvGrpSpPr/>
            <p:nvPr/>
          </p:nvGrpSpPr>
          <p:grpSpPr>
            <a:xfrm>
              <a:off x="8197315" y="5805271"/>
              <a:ext cx="531821" cy="369069"/>
              <a:chOff x="1348328" y="2507397"/>
              <a:chExt cx="603916" cy="419100"/>
            </a:xfrm>
          </p:grpSpPr>
          <p:grpSp>
            <p:nvGrpSpPr>
              <p:cNvPr id="187" name="Group 186">
                <a:extLst>
                  <a:ext uri="{FF2B5EF4-FFF2-40B4-BE49-F238E27FC236}">
                    <a16:creationId xmlns:a16="http://schemas.microsoft.com/office/drawing/2014/main" id="{A6C2F80D-43A1-5746-B518-C0C4F1A20ACD}"/>
                  </a:ext>
                </a:extLst>
              </p:cNvPr>
              <p:cNvGrpSpPr/>
              <p:nvPr/>
            </p:nvGrpSpPr>
            <p:grpSpPr>
              <a:xfrm>
                <a:off x="1348328" y="2555748"/>
                <a:ext cx="603916" cy="308999"/>
                <a:chOff x="5278570" y="2983486"/>
                <a:chExt cx="501650" cy="233363"/>
              </a:xfrm>
            </p:grpSpPr>
            <p:sp>
              <p:nvSpPr>
                <p:cNvPr id="191" name="Oval 5">
                  <a:extLst>
                    <a:ext uri="{FF2B5EF4-FFF2-40B4-BE49-F238E27FC236}">
                      <a16:creationId xmlns:a16="http://schemas.microsoft.com/office/drawing/2014/main" id="{442E1AFF-BC2C-C849-85D1-13E42B701CE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2" name="Line 6">
                  <a:extLst>
                    <a:ext uri="{FF2B5EF4-FFF2-40B4-BE49-F238E27FC236}">
                      <a16:creationId xmlns:a16="http://schemas.microsoft.com/office/drawing/2014/main" id="{C2994154-DB6D-E247-8511-C6FE8D9665F8}"/>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3" name="Line 7">
                  <a:extLst>
                    <a:ext uri="{FF2B5EF4-FFF2-40B4-BE49-F238E27FC236}">
                      <a16:creationId xmlns:a16="http://schemas.microsoft.com/office/drawing/2014/main" id="{C730A3ED-5222-5348-831E-092DE7D6CEE3}"/>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4" name="Rectangle 8">
                  <a:extLst>
                    <a:ext uri="{FF2B5EF4-FFF2-40B4-BE49-F238E27FC236}">
                      <a16:creationId xmlns:a16="http://schemas.microsoft.com/office/drawing/2014/main" id="{BED424F7-1928-5F41-831D-417161F220B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195" name="Oval 9">
                  <a:extLst>
                    <a:ext uri="{FF2B5EF4-FFF2-40B4-BE49-F238E27FC236}">
                      <a16:creationId xmlns:a16="http://schemas.microsoft.com/office/drawing/2014/main" id="{76DDF5F9-ACB7-E642-ACEA-223EE2F5F418}"/>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88" name="Group 44">
                <a:extLst>
                  <a:ext uri="{FF2B5EF4-FFF2-40B4-BE49-F238E27FC236}">
                    <a16:creationId xmlns:a16="http://schemas.microsoft.com/office/drawing/2014/main" id="{495DC56F-8C0E-6549-849D-6D43F4F8BC0A}"/>
                  </a:ext>
                </a:extLst>
              </p:cNvPr>
              <p:cNvGrpSpPr>
                <a:grpSpLocks/>
              </p:cNvGrpSpPr>
              <p:nvPr/>
            </p:nvGrpSpPr>
            <p:grpSpPr bwMode="auto">
              <a:xfrm>
                <a:off x="1500196" y="2507397"/>
                <a:ext cx="267548" cy="419100"/>
                <a:chOff x="2972" y="2425"/>
                <a:chExt cx="171" cy="264"/>
              </a:xfrm>
            </p:grpSpPr>
            <p:sp>
              <p:nvSpPr>
                <p:cNvPr id="189" name="Rectangle 45">
                  <a:extLst>
                    <a:ext uri="{FF2B5EF4-FFF2-40B4-BE49-F238E27FC236}">
                      <a16:creationId xmlns:a16="http://schemas.microsoft.com/office/drawing/2014/main" id="{892DBBAB-E011-FD4A-BA7E-105CEF9075A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0" name="Text Box 46">
                  <a:extLst>
                    <a:ext uri="{FF2B5EF4-FFF2-40B4-BE49-F238E27FC236}">
                      <a16:creationId xmlns:a16="http://schemas.microsoft.com/office/drawing/2014/main" id="{173A4036-1DC3-BD4D-9E66-D9BC48C58BA0}"/>
                    </a:ext>
                  </a:extLst>
                </p:cNvPr>
                <p:cNvSpPr txBox="1">
                  <a:spLocks noChangeArrowheads="1"/>
                </p:cNvSpPr>
                <p:nvPr/>
              </p:nvSpPr>
              <p:spPr bwMode="auto">
                <a:xfrm>
                  <a:off x="2972" y="2425"/>
                  <a:ext cx="17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i</a:t>
                  </a:r>
                  <a:endParaRPr lang="en-US" sz="2000" kern="0" dirty="0">
                    <a:solidFill>
                      <a:srgbClr val="000000"/>
                    </a:solidFill>
                  </a:endParaRPr>
                </a:p>
              </p:txBody>
            </p:sp>
          </p:grpSp>
        </p:grpSp>
      </p:grpSp>
      <p:sp>
        <p:nvSpPr>
          <p:cNvPr id="215" name="TextBox 214">
            <a:extLst>
              <a:ext uri="{FF2B5EF4-FFF2-40B4-BE49-F238E27FC236}">
                <a16:creationId xmlns:a16="http://schemas.microsoft.com/office/drawing/2014/main" id="{74A89238-377F-A840-BB03-52D53CBBC3F3}"/>
              </a:ext>
            </a:extLst>
          </p:cNvPr>
          <p:cNvSpPr txBox="1"/>
          <p:nvPr/>
        </p:nvSpPr>
        <p:spPr>
          <a:xfrm>
            <a:off x="4305782" y="2870522"/>
            <a:ext cx="301686" cy="338554"/>
          </a:xfrm>
          <a:prstGeom prst="rect">
            <a:avLst/>
          </a:prstGeom>
          <a:noFill/>
        </p:spPr>
        <p:txBody>
          <a:bodyPr wrap="square" rtlCol="0">
            <a:spAutoFit/>
          </a:bodyPr>
          <a:lstStyle/>
          <a:p>
            <a:r>
              <a:rPr lang="en-US" sz="1600" dirty="0">
                <a:solidFill>
                  <a:prstClr val="black"/>
                </a:solidFill>
              </a:rPr>
              <a:t>1</a:t>
            </a:r>
          </a:p>
        </p:txBody>
      </p:sp>
      <p:sp>
        <p:nvSpPr>
          <p:cNvPr id="216" name="TextBox 215">
            <a:extLst>
              <a:ext uri="{FF2B5EF4-FFF2-40B4-BE49-F238E27FC236}">
                <a16:creationId xmlns:a16="http://schemas.microsoft.com/office/drawing/2014/main" id="{3D3F7215-9DE8-0542-8CCA-A9CEDC8717E2}"/>
              </a:ext>
            </a:extLst>
          </p:cNvPr>
          <p:cNvSpPr txBox="1"/>
          <p:nvPr/>
        </p:nvSpPr>
        <p:spPr>
          <a:xfrm>
            <a:off x="6217534" y="2860877"/>
            <a:ext cx="288862" cy="338554"/>
          </a:xfrm>
          <a:prstGeom prst="rect">
            <a:avLst/>
          </a:prstGeom>
          <a:noFill/>
        </p:spPr>
        <p:txBody>
          <a:bodyPr wrap="none" rtlCol="0">
            <a:spAutoFit/>
          </a:bodyPr>
          <a:lstStyle/>
          <a:p>
            <a:r>
              <a:rPr lang="en-US" sz="1600" dirty="0">
                <a:solidFill>
                  <a:prstClr val="black"/>
                </a:solidFill>
              </a:rPr>
              <a:t>1</a:t>
            </a:r>
          </a:p>
        </p:txBody>
      </p:sp>
      <p:sp>
        <p:nvSpPr>
          <p:cNvPr id="217" name="TextBox 216">
            <a:extLst>
              <a:ext uri="{FF2B5EF4-FFF2-40B4-BE49-F238E27FC236}">
                <a16:creationId xmlns:a16="http://schemas.microsoft.com/office/drawing/2014/main" id="{FC342D48-14A2-BA4E-A191-060C4177F678}"/>
              </a:ext>
            </a:extLst>
          </p:cNvPr>
          <p:cNvSpPr txBox="1"/>
          <p:nvPr/>
        </p:nvSpPr>
        <p:spPr>
          <a:xfrm>
            <a:off x="4296138" y="4886446"/>
            <a:ext cx="301686" cy="338554"/>
          </a:xfrm>
          <a:prstGeom prst="rect">
            <a:avLst/>
          </a:prstGeom>
          <a:noFill/>
        </p:spPr>
        <p:txBody>
          <a:bodyPr wrap="square" rtlCol="0">
            <a:spAutoFit/>
          </a:bodyPr>
          <a:lstStyle/>
          <a:p>
            <a:r>
              <a:rPr lang="en-US" sz="1600" dirty="0">
                <a:solidFill>
                  <a:prstClr val="black"/>
                </a:solidFill>
              </a:rPr>
              <a:t>1</a:t>
            </a:r>
          </a:p>
        </p:txBody>
      </p:sp>
      <p:sp>
        <p:nvSpPr>
          <p:cNvPr id="218" name="TextBox 217">
            <a:extLst>
              <a:ext uri="{FF2B5EF4-FFF2-40B4-BE49-F238E27FC236}">
                <a16:creationId xmlns:a16="http://schemas.microsoft.com/office/drawing/2014/main" id="{C9336A94-9BC9-8F41-95A7-69E18360DF3D}"/>
              </a:ext>
            </a:extLst>
          </p:cNvPr>
          <p:cNvSpPr txBox="1"/>
          <p:nvPr/>
        </p:nvSpPr>
        <p:spPr>
          <a:xfrm>
            <a:off x="6231040" y="4888376"/>
            <a:ext cx="288862" cy="338554"/>
          </a:xfrm>
          <a:prstGeom prst="rect">
            <a:avLst/>
          </a:prstGeom>
          <a:noFill/>
        </p:spPr>
        <p:txBody>
          <a:bodyPr wrap="none" rtlCol="0">
            <a:spAutoFit/>
          </a:bodyPr>
          <a:lstStyle/>
          <a:p>
            <a:r>
              <a:rPr lang="en-US" sz="1600" dirty="0">
                <a:solidFill>
                  <a:prstClr val="black"/>
                </a:solidFill>
              </a:rPr>
              <a:t>1</a:t>
            </a:r>
          </a:p>
        </p:txBody>
      </p:sp>
      <p:sp>
        <p:nvSpPr>
          <p:cNvPr id="219" name="TextBox 218">
            <a:extLst>
              <a:ext uri="{FF2B5EF4-FFF2-40B4-BE49-F238E27FC236}">
                <a16:creationId xmlns:a16="http://schemas.microsoft.com/office/drawing/2014/main" id="{E11EFAA3-3025-6E40-9F7B-8AEC8E44C52D}"/>
              </a:ext>
            </a:extLst>
          </p:cNvPr>
          <p:cNvSpPr txBox="1"/>
          <p:nvPr/>
        </p:nvSpPr>
        <p:spPr>
          <a:xfrm>
            <a:off x="8154365" y="4890306"/>
            <a:ext cx="288862" cy="338554"/>
          </a:xfrm>
          <a:prstGeom prst="rect">
            <a:avLst/>
          </a:prstGeom>
          <a:noFill/>
        </p:spPr>
        <p:txBody>
          <a:bodyPr wrap="none" rtlCol="0">
            <a:spAutoFit/>
          </a:bodyPr>
          <a:lstStyle/>
          <a:p>
            <a:r>
              <a:rPr lang="en-US" sz="1600" dirty="0">
                <a:solidFill>
                  <a:prstClr val="black"/>
                </a:solidFill>
              </a:rPr>
              <a:t>1</a:t>
            </a:r>
          </a:p>
        </p:txBody>
      </p:sp>
      <p:sp>
        <p:nvSpPr>
          <p:cNvPr id="221" name="TextBox 220">
            <a:extLst>
              <a:ext uri="{FF2B5EF4-FFF2-40B4-BE49-F238E27FC236}">
                <a16:creationId xmlns:a16="http://schemas.microsoft.com/office/drawing/2014/main" id="{EECDCBF1-5ACC-CF43-B981-907337945BA2}"/>
              </a:ext>
            </a:extLst>
          </p:cNvPr>
          <p:cNvSpPr txBox="1"/>
          <p:nvPr/>
        </p:nvSpPr>
        <p:spPr>
          <a:xfrm>
            <a:off x="5442030" y="4029920"/>
            <a:ext cx="301686" cy="338554"/>
          </a:xfrm>
          <a:prstGeom prst="rect">
            <a:avLst/>
          </a:prstGeom>
          <a:noFill/>
        </p:spPr>
        <p:txBody>
          <a:bodyPr wrap="square" rtlCol="0">
            <a:spAutoFit/>
          </a:bodyPr>
          <a:lstStyle/>
          <a:p>
            <a:r>
              <a:rPr lang="en-US" sz="1600" dirty="0">
                <a:solidFill>
                  <a:prstClr val="black"/>
                </a:solidFill>
              </a:rPr>
              <a:t>1</a:t>
            </a:r>
          </a:p>
        </p:txBody>
      </p:sp>
      <p:sp>
        <p:nvSpPr>
          <p:cNvPr id="222" name="TextBox 221">
            <a:extLst>
              <a:ext uri="{FF2B5EF4-FFF2-40B4-BE49-F238E27FC236}">
                <a16:creationId xmlns:a16="http://schemas.microsoft.com/office/drawing/2014/main" id="{2DD32315-0DAF-354B-ADE2-76F406D6A871}"/>
              </a:ext>
            </a:extLst>
          </p:cNvPr>
          <p:cNvSpPr txBox="1"/>
          <p:nvPr/>
        </p:nvSpPr>
        <p:spPr>
          <a:xfrm>
            <a:off x="7353782" y="4020275"/>
            <a:ext cx="288862" cy="338554"/>
          </a:xfrm>
          <a:prstGeom prst="rect">
            <a:avLst/>
          </a:prstGeom>
          <a:noFill/>
        </p:spPr>
        <p:txBody>
          <a:bodyPr wrap="none" rtlCol="0">
            <a:spAutoFit/>
          </a:bodyPr>
          <a:lstStyle/>
          <a:p>
            <a:r>
              <a:rPr lang="en-US" sz="1600" dirty="0">
                <a:solidFill>
                  <a:prstClr val="black"/>
                </a:solidFill>
              </a:rPr>
              <a:t>1</a:t>
            </a:r>
          </a:p>
        </p:txBody>
      </p:sp>
      <p:sp>
        <p:nvSpPr>
          <p:cNvPr id="223" name="TextBox 222">
            <a:extLst>
              <a:ext uri="{FF2B5EF4-FFF2-40B4-BE49-F238E27FC236}">
                <a16:creationId xmlns:a16="http://schemas.microsoft.com/office/drawing/2014/main" id="{25B3E8DA-82E1-B746-9524-A8B47546C7B7}"/>
              </a:ext>
            </a:extLst>
          </p:cNvPr>
          <p:cNvSpPr txBox="1"/>
          <p:nvPr/>
        </p:nvSpPr>
        <p:spPr>
          <a:xfrm>
            <a:off x="5443958" y="5953247"/>
            <a:ext cx="301686" cy="338554"/>
          </a:xfrm>
          <a:prstGeom prst="rect">
            <a:avLst/>
          </a:prstGeom>
          <a:noFill/>
        </p:spPr>
        <p:txBody>
          <a:bodyPr wrap="square" rtlCol="0">
            <a:spAutoFit/>
          </a:bodyPr>
          <a:lstStyle/>
          <a:p>
            <a:r>
              <a:rPr lang="en-US" sz="1600" dirty="0">
                <a:solidFill>
                  <a:prstClr val="black"/>
                </a:solidFill>
              </a:rPr>
              <a:t>1</a:t>
            </a:r>
          </a:p>
        </p:txBody>
      </p:sp>
      <p:sp>
        <p:nvSpPr>
          <p:cNvPr id="224" name="TextBox 223">
            <a:extLst>
              <a:ext uri="{FF2B5EF4-FFF2-40B4-BE49-F238E27FC236}">
                <a16:creationId xmlns:a16="http://schemas.microsoft.com/office/drawing/2014/main" id="{51516E14-40A2-B34F-B880-05B80B68D6FC}"/>
              </a:ext>
            </a:extLst>
          </p:cNvPr>
          <p:cNvSpPr txBox="1"/>
          <p:nvPr/>
        </p:nvSpPr>
        <p:spPr>
          <a:xfrm>
            <a:off x="7355710" y="5943602"/>
            <a:ext cx="288862" cy="338554"/>
          </a:xfrm>
          <a:prstGeom prst="rect">
            <a:avLst/>
          </a:prstGeom>
          <a:noFill/>
        </p:spPr>
        <p:txBody>
          <a:bodyPr wrap="none" rtlCol="0">
            <a:spAutoFit/>
          </a:bodyPr>
          <a:lstStyle/>
          <a:p>
            <a:r>
              <a:rPr lang="en-US" sz="1600" dirty="0">
                <a:solidFill>
                  <a:prstClr val="black"/>
                </a:solidFill>
              </a:rPr>
              <a:t>1</a:t>
            </a:r>
          </a:p>
        </p:txBody>
      </p:sp>
      <p:sp>
        <p:nvSpPr>
          <p:cNvPr id="225" name="TextBox 224">
            <a:extLst>
              <a:ext uri="{FF2B5EF4-FFF2-40B4-BE49-F238E27FC236}">
                <a16:creationId xmlns:a16="http://schemas.microsoft.com/office/drawing/2014/main" id="{9174059A-E895-E740-9A26-AA7943E4A64F}"/>
              </a:ext>
            </a:extLst>
          </p:cNvPr>
          <p:cNvSpPr txBox="1"/>
          <p:nvPr/>
        </p:nvSpPr>
        <p:spPr>
          <a:xfrm>
            <a:off x="5445886" y="2123956"/>
            <a:ext cx="301686" cy="338554"/>
          </a:xfrm>
          <a:prstGeom prst="rect">
            <a:avLst/>
          </a:prstGeom>
          <a:noFill/>
        </p:spPr>
        <p:txBody>
          <a:bodyPr wrap="square" rtlCol="0">
            <a:spAutoFit/>
          </a:bodyPr>
          <a:lstStyle/>
          <a:p>
            <a:r>
              <a:rPr lang="en-US" sz="1600" dirty="0">
                <a:solidFill>
                  <a:prstClr val="black"/>
                </a:solidFill>
              </a:rPr>
              <a:t>8</a:t>
            </a:r>
          </a:p>
        </p:txBody>
      </p:sp>
      <p:sp>
        <p:nvSpPr>
          <p:cNvPr id="226" name="TextBox 225">
            <a:extLst>
              <a:ext uri="{FF2B5EF4-FFF2-40B4-BE49-F238E27FC236}">
                <a16:creationId xmlns:a16="http://schemas.microsoft.com/office/drawing/2014/main" id="{F7510488-7C59-7449-A4EE-C5A32BFCB3A5}"/>
              </a:ext>
            </a:extLst>
          </p:cNvPr>
          <p:cNvSpPr txBox="1"/>
          <p:nvPr/>
        </p:nvSpPr>
        <p:spPr>
          <a:xfrm>
            <a:off x="7357638" y="2114311"/>
            <a:ext cx="288862" cy="338554"/>
          </a:xfrm>
          <a:prstGeom prst="rect">
            <a:avLst/>
          </a:prstGeom>
          <a:noFill/>
        </p:spPr>
        <p:txBody>
          <a:bodyPr wrap="none" rtlCol="0">
            <a:spAutoFit/>
          </a:bodyPr>
          <a:lstStyle/>
          <a:p>
            <a:r>
              <a:rPr lang="en-US" sz="1600" dirty="0">
                <a:solidFill>
                  <a:prstClr val="black"/>
                </a:solidFill>
              </a:rPr>
              <a:t>1</a:t>
            </a:r>
          </a:p>
        </p:txBody>
      </p:sp>
      <p:grpSp>
        <p:nvGrpSpPr>
          <p:cNvPr id="283" name="Group 282">
            <a:extLst>
              <a:ext uri="{FF2B5EF4-FFF2-40B4-BE49-F238E27FC236}">
                <a16:creationId xmlns:a16="http://schemas.microsoft.com/office/drawing/2014/main" id="{A665C0C8-7FDD-0A42-80A3-CC602804C042}"/>
              </a:ext>
            </a:extLst>
          </p:cNvPr>
          <p:cNvGrpSpPr/>
          <p:nvPr/>
        </p:nvGrpSpPr>
        <p:grpSpPr>
          <a:xfrm>
            <a:off x="4336458" y="3833790"/>
            <a:ext cx="4395351" cy="404576"/>
            <a:chOff x="4333785" y="5772213"/>
            <a:chExt cx="4395351" cy="404576"/>
          </a:xfrm>
        </p:grpSpPr>
        <p:grpSp>
          <p:nvGrpSpPr>
            <p:cNvPr id="284" name="Group 283">
              <a:extLst>
                <a:ext uri="{FF2B5EF4-FFF2-40B4-BE49-F238E27FC236}">
                  <a16:creationId xmlns:a16="http://schemas.microsoft.com/office/drawing/2014/main" id="{4C02DC92-2A83-AC4D-B9F0-2BCDE917BDBC}"/>
                </a:ext>
              </a:extLst>
            </p:cNvPr>
            <p:cNvGrpSpPr/>
            <p:nvPr/>
          </p:nvGrpSpPr>
          <p:grpSpPr>
            <a:xfrm>
              <a:off x="4333785" y="5772213"/>
              <a:ext cx="531821" cy="369069"/>
              <a:chOff x="1348328" y="2475647"/>
              <a:chExt cx="603916" cy="419100"/>
            </a:xfrm>
          </p:grpSpPr>
          <p:grpSp>
            <p:nvGrpSpPr>
              <p:cNvPr id="305" name="Group 304">
                <a:extLst>
                  <a:ext uri="{FF2B5EF4-FFF2-40B4-BE49-F238E27FC236}">
                    <a16:creationId xmlns:a16="http://schemas.microsoft.com/office/drawing/2014/main" id="{F01EB862-010E-A34F-8D39-25BC2BED2A63}"/>
                  </a:ext>
                </a:extLst>
              </p:cNvPr>
              <p:cNvGrpSpPr/>
              <p:nvPr/>
            </p:nvGrpSpPr>
            <p:grpSpPr>
              <a:xfrm>
                <a:off x="1348328" y="2555748"/>
                <a:ext cx="603916" cy="308999"/>
                <a:chOff x="5278570" y="2983486"/>
                <a:chExt cx="501650" cy="233363"/>
              </a:xfrm>
            </p:grpSpPr>
            <p:sp>
              <p:nvSpPr>
                <p:cNvPr id="309" name="Oval 5">
                  <a:extLst>
                    <a:ext uri="{FF2B5EF4-FFF2-40B4-BE49-F238E27FC236}">
                      <a16:creationId xmlns:a16="http://schemas.microsoft.com/office/drawing/2014/main" id="{C2A61603-05BC-1E4D-99AA-0AB1CC49473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0" name="Line 6">
                  <a:extLst>
                    <a:ext uri="{FF2B5EF4-FFF2-40B4-BE49-F238E27FC236}">
                      <a16:creationId xmlns:a16="http://schemas.microsoft.com/office/drawing/2014/main" id="{7043DA0E-702D-CD4E-BA28-9341275851D9}"/>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1" name="Line 7">
                  <a:extLst>
                    <a:ext uri="{FF2B5EF4-FFF2-40B4-BE49-F238E27FC236}">
                      <a16:creationId xmlns:a16="http://schemas.microsoft.com/office/drawing/2014/main" id="{CE93F761-782C-C640-B2B6-8CA7492B28BC}"/>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2" name="Rectangle 8">
                  <a:extLst>
                    <a:ext uri="{FF2B5EF4-FFF2-40B4-BE49-F238E27FC236}">
                      <a16:creationId xmlns:a16="http://schemas.microsoft.com/office/drawing/2014/main" id="{723858D6-68CF-1C4E-A28B-A9FF5D728F2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13" name="Oval 9">
                  <a:extLst>
                    <a:ext uri="{FF2B5EF4-FFF2-40B4-BE49-F238E27FC236}">
                      <a16:creationId xmlns:a16="http://schemas.microsoft.com/office/drawing/2014/main" id="{70A7292E-FC97-924B-9010-8079BEC6219F}"/>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06" name="Group 44">
                <a:extLst>
                  <a:ext uri="{FF2B5EF4-FFF2-40B4-BE49-F238E27FC236}">
                    <a16:creationId xmlns:a16="http://schemas.microsoft.com/office/drawing/2014/main" id="{DA3B2173-D171-E340-B704-06A3FE481C71}"/>
                  </a:ext>
                </a:extLst>
              </p:cNvPr>
              <p:cNvGrpSpPr>
                <a:grpSpLocks/>
              </p:cNvGrpSpPr>
              <p:nvPr/>
            </p:nvGrpSpPr>
            <p:grpSpPr bwMode="auto">
              <a:xfrm>
                <a:off x="1456374" y="2475647"/>
                <a:ext cx="355165" cy="419100"/>
                <a:chOff x="2944" y="2405"/>
                <a:chExt cx="227" cy="264"/>
              </a:xfrm>
            </p:grpSpPr>
            <p:sp>
              <p:nvSpPr>
                <p:cNvPr id="307" name="Rectangle 45">
                  <a:extLst>
                    <a:ext uri="{FF2B5EF4-FFF2-40B4-BE49-F238E27FC236}">
                      <a16:creationId xmlns:a16="http://schemas.microsoft.com/office/drawing/2014/main" id="{A7CA85B6-08AA-4840-AE2B-A3321A49B6FA}"/>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8" name="Text Box 46">
                  <a:extLst>
                    <a:ext uri="{FF2B5EF4-FFF2-40B4-BE49-F238E27FC236}">
                      <a16:creationId xmlns:a16="http://schemas.microsoft.com/office/drawing/2014/main" id="{68812F5E-7A92-7B45-BBDE-2068A3A134D0}"/>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d</a:t>
                  </a:r>
                  <a:endParaRPr lang="en-US" sz="2000" kern="0" dirty="0">
                    <a:solidFill>
                      <a:srgbClr val="000000"/>
                    </a:solidFill>
                  </a:endParaRPr>
                </a:p>
              </p:txBody>
            </p:sp>
          </p:grpSp>
        </p:grpSp>
        <p:grpSp>
          <p:nvGrpSpPr>
            <p:cNvPr id="285" name="Group 284">
              <a:extLst>
                <a:ext uri="{FF2B5EF4-FFF2-40B4-BE49-F238E27FC236}">
                  <a16:creationId xmlns:a16="http://schemas.microsoft.com/office/drawing/2014/main" id="{5E3B07EB-D89E-C542-85F0-D68A3698AEC4}"/>
                </a:ext>
              </a:extLst>
            </p:cNvPr>
            <p:cNvGrpSpPr/>
            <p:nvPr/>
          </p:nvGrpSpPr>
          <p:grpSpPr>
            <a:xfrm>
              <a:off x="6263949" y="5807720"/>
              <a:ext cx="531821" cy="369069"/>
              <a:chOff x="1348328" y="2507397"/>
              <a:chExt cx="603916" cy="419100"/>
            </a:xfrm>
          </p:grpSpPr>
          <p:grpSp>
            <p:nvGrpSpPr>
              <p:cNvPr id="296" name="Group 295">
                <a:extLst>
                  <a:ext uri="{FF2B5EF4-FFF2-40B4-BE49-F238E27FC236}">
                    <a16:creationId xmlns:a16="http://schemas.microsoft.com/office/drawing/2014/main" id="{CE2D511A-9878-0E42-B4E3-97548A8A67A3}"/>
                  </a:ext>
                </a:extLst>
              </p:cNvPr>
              <p:cNvGrpSpPr/>
              <p:nvPr/>
            </p:nvGrpSpPr>
            <p:grpSpPr>
              <a:xfrm>
                <a:off x="1348328" y="2555748"/>
                <a:ext cx="603916" cy="308999"/>
                <a:chOff x="5278570" y="2983486"/>
                <a:chExt cx="501650" cy="233363"/>
              </a:xfrm>
            </p:grpSpPr>
            <p:sp>
              <p:nvSpPr>
                <p:cNvPr id="300" name="Oval 5">
                  <a:extLst>
                    <a:ext uri="{FF2B5EF4-FFF2-40B4-BE49-F238E27FC236}">
                      <a16:creationId xmlns:a16="http://schemas.microsoft.com/office/drawing/2014/main" id="{C66E96DA-F1B1-9A41-8B0D-2F21B3B7ACBA}"/>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1" name="Line 6">
                  <a:extLst>
                    <a:ext uri="{FF2B5EF4-FFF2-40B4-BE49-F238E27FC236}">
                      <a16:creationId xmlns:a16="http://schemas.microsoft.com/office/drawing/2014/main" id="{A2387D1F-7EF0-9443-8128-6FF284EC9AF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2" name="Line 7">
                  <a:extLst>
                    <a:ext uri="{FF2B5EF4-FFF2-40B4-BE49-F238E27FC236}">
                      <a16:creationId xmlns:a16="http://schemas.microsoft.com/office/drawing/2014/main" id="{4B183F70-EB28-A94F-BF31-54B939F6B75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3" name="Rectangle 8">
                  <a:extLst>
                    <a:ext uri="{FF2B5EF4-FFF2-40B4-BE49-F238E27FC236}">
                      <a16:creationId xmlns:a16="http://schemas.microsoft.com/office/drawing/2014/main" id="{84BE29FD-A805-D348-99C3-8D3C650618E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04" name="Oval 9">
                  <a:extLst>
                    <a:ext uri="{FF2B5EF4-FFF2-40B4-BE49-F238E27FC236}">
                      <a16:creationId xmlns:a16="http://schemas.microsoft.com/office/drawing/2014/main" id="{BF5D685A-16D6-5B40-9EEF-970D3CDCE370}"/>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97" name="Group 44">
                <a:extLst>
                  <a:ext uri="{FF2B5EF4-FFF2-40B4-BE49-F238E27FC236}">
                    <a16:creationId xmlns:a16="http://schemas.microsoft.com/office/drawing/2014/main" id="{058B095B-B9C0-F84A-B78C-FE9DCA729C71}"/>
                  </a:ext>
                </a:extLst>
              </p:cNvPr>
              <p:cNvGrpSpPr>
                <a:grpSpLocks/>
              </p:cNvGrpSpPr>
              <p:nvPr/>
            </p:nvGrpSpPr>
            <p:grpSpPr bwMode="auto">
              <a:xfrm>
                <a:off x="1456374" y="2507397"/>
                <a:ext cx="355165" cy="419100"/>
                <a:chOff x="2944" y="2425"/>
                <a:chExt cx="227" cy="264"/>
              </a:xfrm>
            </p:grpSpPr>
            <p:sp>
              <p:nvSpPr>
                <p:cNvPr id="298" name="Rectangle 45">
                  <a:extLst>
                    <a:ext uri="{FF2B5EF4-FFF2-40B4-BE49-F238E27FC236}">
                      <a16:creationId xmlns:a16="http://schemas.microsoft.com/office/drawing/2014/main" id="{7FBA9119-2A14-E84A-A39B-55E9D6AE939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9" name="Text Box 46">
                  <a:extLst>
                    <a:ext uri="{FF2B5EF4-FFF2-40B4-BE49-F238E27FC236}">
                      <a16:creationId xmlns:a16="http://schemas.microsoft.com/office/drawing/2014/main" id="{2944FA12-D5D2-E241-A9FC-D4A85A350D0A}"/>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e</a:t>
                  </a:r>
                  <a:endParaRPr lang="en-US" sz="2000" kern="0" dirty="0">
                    <a:solidFill>
                      <a:srgbClr val="000000"/>
                    </a:solidFill>
                  </a:endParaRPr>
                </a:p>
              </p:txBody>
            </p:sp>
          </p:grpSp>
        </p:grpSp>
        <p:grpSp>
          <p:nvGrpSpPr>
            <p:cNvPr id="286" name="Group 285">
              <a:extLst>
                <a:ext uri="{FF2B5EF4-FFF2-40B4-BE49-F238E27FC236}">
                  <a16:creationId xmlns:a16="http://schemas.microsoft.com/office/drawing/2014/main" id="{B9D4EE61-1CC1-6D4C-822D-300C73469B48}"/>
                </a:ext>
              </a:extLst>
            </p:cNvPr>
            <p:cNvGrpSpPr/>
            <p:nvPr/>
          </p:nvGrpSpPr>
          <p:grpSpPr>
            <a:xfrm>
              <a:off x="8197315" y="5805271"/>
              <a:ext cx="531821" cy="369069"/>
              <a:chOff x="1348328" y="2507397"/>
              <a:chExt cx="603916" cy="419100"/>
            </a:xfrm>
          </p:grpSpPr>
          <p:grpSp>
            <p:nvGrpSpPr>
              <p:cNvPr id="287" name="Group 286">
                <a:extLst>
                  <a:ext uri="{FF2B5EF4-FFF2-40B4-BE49-F238E27FC236}">
                    <a16:creationId xmlns:a16="http://schemas.microsoft.com/office/drawing/2014/main" id="{75D4F492-E56A-6541-9F9D-1D85B09999F3}"/>
                  </a:ext>
                </a:extLst>
              </p:cNvPr>
              <p:cNvGrpSpPr/>
              <p:nvPr/>
            </p:nvGrpSpPr>
            <p:grpSpPr>
              <a:xfrm>
                <a:off x="1348328" y="2555748"/>
                <a:ext cx="603916" cy="308999"/>
                <a:chOff x="5278570" y="2983486"/>
                <a:chExt cx="501650" cy="233363"/>
              </a:xfrm>
            </p:grpSpPr>
            <p:sp>
              <p:nvSpPr>
                <p:cNvPr id="291" name="Oval 5">
                  <a:extLst>
                    <a:ext uri="{FF2B5EF4-FFF2-40B4-BE49-F238E27FC236}">
                      <a16:creationId xmlns:a16="http://schemas.microsoft.com/office/drawing/2014/main" id="{190A087A-A659-3E4D-B4FE-1EA13D56BE4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2" name="Line 6">
                  <a:extLst>
                    <a:ext uri="{FF2B5EF4-FFF2-40B4-BE49-F238E27FC236}">
                      <a16:creationId xmlns:a16="http://schemas.microsoft.com/office/drawing/2014/main" id="{E7E9FE4A-5449-D244-A5A8-DEB5E1D8494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3" name="Line 7">
                  <a:extLst>
                    <a:ext uri="{FF2B5EF4-FFF2-40B4-BE49-F238E27FC236}">
                      <a16:creationId xmlns:a16="http://schemas.microsoft.com/office/drawing/2014/main" id="{8C243F83-93B5-2C49-9D61-2E8E8652A48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4" name="Rectangle 8">
                  <a:extLst>
                    <a:ext uri="{FF2B5EF4-FFF2-40B4-BE49-F238E27FC236}">
                      <a16:creationId xmlns:a16="http://schemas.microsoft.com/office/drawing/2014/main" id="{B0B61A2E-99AA-324F-8224-CB0B3B44042C}"/>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95" name="Oval 9">
                  <a:extLst>
                    <a:ext uri="{FF2B5EF4-FFF2-40B4-BE49-F238E27FC236}">
                      <a16:creationId xmlns:a16="http://schemas.microsoft.com/office/drawing/2014/main" id="{2F485C77-8179-0B4E-B93A-E5C91296B443}"/>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88" name="Group 44">
                <a:extLst>
                  <a:ext uri="{FF2B5EF4-FFF2-40B4-BE49-F238E27FC236}">
                    <a16:creationId xmlns:a16="http://schemas.microsoft.com/office/drawing/2014/main" id="{0826EA6F-730D-8C47-8DDA-2C65DD6716BA}"/>
                  </a:ext>
                </a:extLst>
              </p:cNvPr>
              <p:cNvGrpSpPr>
                <a:grpSpLocks/>
              </p:cNvGrpSpPr>
              <p:nvPr/>
            </p:nvGrpSpPr>
            <p:grpSpPr bwMode="auto">
              <a:xfrm>
                <a:off x="1492372" y="2507397"/>
                <a:ext cx="283194" cy="419100"/>
                <a:chOff x="2967" y="2425"/>
                <a:chExt cx="181" cy="264"/>
              </a:xfrm>
            </p:grpSpPr>
            <p:sp>
              <p:nvSpPr>
                <p:cNvPr id="289" name="Rectangle 45">
                  <a:extLst>
                    <a:ext uri="{FF2B5EF4-FFF2-40B4-BE49-F238E27FC236}">
                      <a16:creationId xmlns:a16="http://schemas.microsoft.com/office/drawing/2014/main" id="{C3E85E15-4F40-FF40-89C4-0E851470FA4F}"/>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0" name="Text Box 46">
                  <a:extLst>
                    <a:ext uri="{FF2B5EF4-FFF2-40B4-BE49-F238E27FC236}">
                      <a16:creationId xmlns:a16="http://schemas.microsoft.com/office/drawing/2014/main" id="{1905E332-CD71-E748-AE06-2A274A0D7B18}"/>
                    </a:ext>
                  </a:extLst>
                </p:cNvPr>
                <p:cNvSpPr txBox="1">
                  <a:spLocks noChangeArrowheads="1"/>
                </p:cNvSpPr>
                <p:nvPr/>
              </p:nvSpPr>
              <p:spPr bwMode="auto">
                <a:xfrm>
                  <a:off x="2967" y="2425"/>
                  <a:ext cx="18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f</a:t>
                  </a:r>
                  <a:endParaRPr lang="en-US" sz="2000" kern="0" dirty="0">
                    <a:solidFill>
                      <a:srgbClr val="000000"/>
                    </a:solidFill>
                  </a:endParaRPr>
                </a:p>
              </p:txBody>
            </p:sp>
          </p:grpSp>
        </p:grpSp>
      </p:grpSp>
      <p:grpSp>
        <p:nvGrpSpPr>
          <p:cNvPr id="314" name="Group 313">
            <a:extLst>
              <a:ext uri="{FF2B5EF4-FFF2-40B4-BE49-F238E27FC236}">
                <a16:creationId xmlns:a16="http://schemas.microsoft.com/office/drawing/2014/main" id="{917871C2-1731-FE43-944D-6364CCE85DA9}"/>
              </a:ext>
            </a:extLst>
          </p:cNvPr>
          <p:cNvGrpSpPr/>
          <p:nvPr/>
        </p:nvGrpSpPr>
        <p:grpSpPr>
          <a:xfrm>
            <a:off x="4333785" y="1906063"/>
            <a:ext cx="4395351" cy="404576"/>
            <a:chOff x="4333785" y="5772213"/>
            <a:chExt cx="4395351" cy="404576"/>
          </a:xfrm>
        </p:grpSpPr>
        <p:grpSp>
          <p:nvGrpSpPr>
            <p:cNvPr id="315" name="Group 314">
              <a:extLst>
                <a:ext uri="{FF2B5EF4-FFF2-40B4-BE49-F238E27FC236}">
                  <a16:creationId xmlns:a16="http://schemas.microsoft.com/office/drawing/2014/main" id="{68E7B419-D4D3-3A4B-86E1-D40C76B2BB2C}"/>
                </a:ext>
              </a:extLst>
            </p:cNvPr>
            <p:cNvGrpSpPr/>
            <p:nvPr/>
          </p:nvGrpSpPr>
          <p:grpSpPr>
            <a:xfrm>
              <a:off x="4333785" y="5772213"/>
              <a:ext cx="531821" cy="369069"/>
              <a:chOff x="1348328" y="2475647"/>
              <a:chExt cx="603916" cy="419100"/>
            </a:xfrm>
          </p:grpSpPr>
          <p:grpSp>
            <p:nvGrpSpPr>
              <p:cNvPr id="336" name="Group 335">
                <a:extLst>
                  <a:ext uri="{FF2B5EF4-FFF2-40B4-BE49-F238E27FC236}">
                    <a16:creationId xmlns:a16="http://schemas.microsoft.com/office/drawing/2014/main" id="{93705575-DDBD-3D44-B843-C77E28CEAAD2}"/>
                  </a:ext>
                </a:extLst>
              </p:cNvPr>
              <p:cNvGrpSpPr/>
              <p:nvPr/>
            </p:nvGrpSpPr>
            <p:grpSpPr>
              <a:xfrm>
                <a:off x="1348328" y="2555748"/>
                <a:ext cx="603916" cy="308999"/>
                <a:chOff x="5278570" y="2983486"/>
                <a:chExt cx="501650" cy="233363"/>
              </a:xfrm>
            </p:grpSpPr>
            <p:sp>
              <p:nvSpPr>
                <p:cNvPr id="340" name="Oval 5">
                  <a:extLst>
                    <a:ext uri="{FF2B5EF4-FFF2-40B4-BE49-F238E27FC236}">
                      <a16:creationId xmlns:a16="http://schemas.microsoft.com/office/drawing/2014/main" id="{AF888CEF-6837-CD45-809F-91550C92C80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1" name="Line 6">
                  <a:extLst>
                    <a:ext uri="{FF2B5EF4-FFF2-40B4-BE49-F238E27FC236}">
                      <a16:creationId xmlns:a16="http://schemas.microsoft.com/office/drawing/2014/main" id="{4535759C-A65E-D84B-9508-03E1DC0B824C}"/>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2" name="Line 7">
                  <a:extLst>
                    <a:ext uri="{FF2B5EF4-FFF2-40B4-BE49-F238E27FC236}">
                      <a16:creationId xmlns:a16="http://schemas.microsoft.com/office/drawing/2014/main" id="{FFA7BAB7-E53C-EC41-ACE7-66FCD862969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3" name="Rectangle 8">
                  <a:extLst>
                    <a:ext uri="{FF2B5EF4-FFF2-40B4-BE49-F238E27FC236}">
                      <a16:creationId xmlns:a16="http://schemas.microsoft.com/office/drawing/2014/main" id="{69E05203-3EC0-6447-8988-D4F7C2150FA6}"/>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44" name="Oval 9">
                  <a:extLst>
                    <a:ext uri="{FF2B5EF4-FFF2-40B4-BE49-F238E27FC236}">
                      <a16:creationId xmlns:a16="http://schemas.microsoft.com/office/drawing/2014/main" id="{D9043B05-A159-7D41-90D4-718D621EA02B}"/>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37" name="Group 44">
                <a:extLst>
                  <a:ext uri="{FF2B5EF4-FFF2-40B4-BE49-F238E27FC236}">
                    <a16:creationId xmlns:a16="http://schemas.microsoft.com/office/drawing/2014/main" id="{230264F8-C92F-C344-8341-A92C3D105F2A}"/>
                  </a:ext>
                </a:extLst>
              </p:cNvPr>
              <p:cNvGrpSpPr>
                <a:grpSpLocks/>
              </p:cNvGrpSpPr>
              <p:nvPr/>
            </p:nvGrpSpPr>
            <p:grpSpPr bwMode="auto">
              <a:xfrm>
                <a:off x="1456374" y="2475647"/>
                <a:ext cx="355165" cy="419100"/>
                <a:chOff x="2944" y="2405"/>
                <a:chExt cx="227" cy="264"/>
              </a:xfrm>
            </p:grpSpPr>
            <p:sp>
              <p:nvSpPr>
                <p:cNvPr id="338" name="Rectangle 45">
                  <a:extLst>
                    <a:ext uri="{FF2B5EF4-FFF2-40B4-BE49-F238E27FC236}">
                      <a16:creationId xmlns:a16="http://schemas.microsoft.com/office/drawing/2014/main" id="{F2B81453-DE5E-984D-B97A-6884B0BDD35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9" name="Text Box 46">
                  <a:extLst>
                    <a:ext uri="{FF2B5EF4-FFF2-40B4-BE49-F238E27FC236}">
                      <a16:creationId xmlns:a16="http://schemas.microsoft.com/office/drawing/2014/main" id="{35E945F9-D699-744B-ACB7-587B2AA668D3}"/>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a</a:t>
                  </a:r>
                  <a:endParaRPr lang="en-US" sz="2000" kern="0" dirty="0">
                    <a:solidFill>
                      <a:srgbClr val="000000"/>
                    </a:solidFill>
                  </a:endParaRPr>
                </a:p>
              </p:txBody>
            </p:sp>
          </p:grpSp>
        </p:grpSp>
        <p:grpSp>
          <p:nvGrpSpPr>
            <p:cNvPr id="316" name="Group 315">
              <a:extLst>
                <a:ext uri="{FF2B5EF4-FFF2-40B4-BE49-F238E27FC236}">
                  <a16:creationId xmlns:a16="http://schemas.microsoft.com/office/drawing/2014/main" id="{1CE7BA36-0E22-4F41-B503-121F0E8FF751}"/>
                </a:ext>
              </a:extLst>
            </p:cNvPr>
            <p:cNvGrpSpPr/>
            <p:nvPr/>
          </p:nvGrpSpPr>
          <p:grpSpPr>
            <a:xfrm>
              <a:off x="6263949" y="5807720"/>
              <a:ext cx="531821" cy="369069"/>
              <a:chOff x="1348328" y="2507397"/>
              <a:chExt cx="603916" cy="419100"/>
            </a:xfrm>
          </p:grpSpPr>
          <p:grpSp>
            <p:nvGrpSpPr>
              <p:cNvPr id="327" name="Group 326">
                <a:extLst>
                  <a:ext uri="{FF2B5EF4-FFF2-40B4-BE49-F238E27FC236}">
                    <a16:creationId xmlns:a16="http://schemas.microsoft.com/office/drawing/2014/main" id="{ABA31A37-F3CD-1746-9C86-0557D36C5404}"/>
                  </a:ext>
                </a:extLst>
              </p:cNvPr>
              <p:cNvGrpSpPr/>
              <p:nvPr/>
            </p:nvGrpSpPr>
            <p:grpSpPr>
              <a:xfrm>
                <a:off x="1348328" y="2555748"/>
                <a:ext cx="603916" cy="308999"/>
                <a:chOff x="5278570" y="2983486"/>
                <a:chExt cx="501650" cy="233363"/>
              </a:xfrm>
            </p:grpSpPr>
            <p:sp>
              <p:nvSpPr>
                <p:cNvPr id="331" name="Oval 5">
                  <a:extLst>
                    <a:ext uri="{FF2B5EF4-FFF2-40B4-BE49-F238E27FC236}">
                      <a16:creationId xmlns:a16="http://schemas.microsoft.com/office/drawing/2014/main" id="{39C9919B-E459-6946-BAB3-A266303D27E7}"/>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2" name="Line 6">
                  <a:extLst>
                    <a:ext uri="{FF2B5EF4-FFF2-40B4-BE49-F238E27FC236}">
                      <a16:creationId xmlns:a16="http://schemas.microsoft.com/office/drawing/2014/main" id="{61A62C09-3017-A541-9429-460C1A7F6B50}"/>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3" name="Line 7">
                  <a:extLst>
                    <a:ext uri="{FF2B5EF4-FFF2-40B4-BE49-F238E27FC236}">
                      <a16:creationId xmlns:a16="http://schemas.microsoft.com/office/drawing/2014/main" id="{86063EB7-D2C3-3447-B2FD-57FC1E74D327}"/>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4" name="Rectangle 8">
                  <a:extLst>
                    <a:ext uri="{FF2B5EF4-FFF2-40B4-BE49-F238E27FC236}">
                      <a16:creationId xmlns:a16="http://schemas.microsoft.com/office/drawing/2014/main" id="{BD5BCC42-3550-DF4A-BB55-F643AEBFD9AD}"/>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35" name="Oval 9">
                  <a:extLst>
                    <a:ext uri="{FF2B5EF4-FFF2-40B4-BE49-F238E27FC236}">
                      <a16:creationId xmlns:a16="http://schemas.microsoft.com/office/drawing/2014/main" id="{74611398-E647-494F-A7BD-186BB5CB5454}"/>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28" name="Group 44">
                <a:extLst>
                  <a:ext uri="{FF2B5EF4-FFF2-40B4-BE49-F238E27FC236}">
                    <a16:creationId xmlns:a16="http://schemas.microsoft.com/office/drawing/2014/main" id="{B57BC638-F090-114B-B8BF-7E2F4A6CC8F0}"/>
                  </a:ext>
                </a:extLst>
              </p:cNvPr>
              <p:cNvGrpSpPr>
                <a:grpSpLocks/>
              </p:cNvGrpSpPr>
              <p:nvPr/>
            </p:nvGrpSpPr>
            <p:grpSpPr bwMode="auto">
              <a:xfrm>
                <a:off x="1456374" y="2507397"/>
                <a:ext cx="355165" cy="419100"/>
                <a:chOff x="2944" y="2425"/>
                <a:chExt cx="227" cy="264"/>
              </a:xfrm>
            </p:grpSpPr>
            <p:sp>
              <p:nvSpPr>
                <p:cNvPr id="329" name="Rectangle 45">
                  <a:extLst>
                    <a:ext uri="{FF2B5EF4-FFF2-40B4-BE49-F238E27FC236}">
                      <a16:creationId xmlns:a16="http://schemas.microsoft.com/office/drawing/2014/main" id="{0F91A427-A1B7-A54C-8320-A92F425DFC7E}"/>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0" name="Text Box 46">
                  <a:extLst>
                    <a:ext uri="{FF2B5EF4-FFF2-40B4-BE49-F238E27FC236}">
                      <a16:creationId xmlns:a16="http://schemas.microsoft.com/office/drawing/2014/main" id="{E600E15A-04DE-4F44-AD3B-D284039393AF}"/>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b</a:t>
                  </a:r>
                  <a:endParaRPr lang="en-US" sz="2000" kern="0" dirty="0">
                    <a:solidFill>
                      <a:srgbClr val="000000"/>
                    </a:solidFill>
                  </a:endParaRPr>
                </a:p>
              </p:txBody>
            </p:sp>
          </p:grpSp>
        </p:grpSp>
        <p:grpSp>
          <p:nvGrpSpPr>
            <p:cNvPr id="317" name="Group 316">
              <a:extLst>
                <a:ext uri="{FF2B5EF4-FFF2-40B4-BE49-F238E27FC236}">
                  <a16:creationId xmlns:a16="http://schemas.microsoft.com/office/drawing/2014/main" id="{2EB87748-B820-0349-A8AC-FE8BBD55B257}"/>
                </a:ext>
              </a:extLst>
            </p:cNvPr>
            <p:cNvGrpSpPr/>
            <p:nvPr/>
          </p:nvGrpSpPr>
          <p:grpSpPr>
            <a:xfrm>
              <a:off x="8197315" y="5805271"/>
              <a:ext cx="531821" cy="369069"/>
              <a:chOff x="1348328" y="2507397"/>
              <a:chExt cx="603916" cy="419100"/>
            </a:xfrm>
          </p:grpSpPr>
          <p:grpSp>
            <p:nvGrpSpPr>
              <p:cNvPr id="318" name="Group 317">
                <a:extLst>
                  <a:ext uri="{FF2B5EF4-FFF2-40B4-BE49-F238E27FC236}">
                    <a16:creationId xmlns:a16="http://schemas.microsoft.com/office/drawing/2014/main" id="{EB6E4C7D-CDAA-7F47-A797-1E5FB2A80494}"/>
                  </a:ext>
                </a:extLst>
              </p:cNvPr>
              <p:cNvGrpSpPr/>
              <p:nvPr/>
            </p:nvGrpSpPr>
            <p:grpSpPr>
              <a:xfrm>
                <a:off x="1348328" y="2555748"/>
                <a:ext cx="603916" cy="308999"/>
                <a:chOff x="5278570" y="2983486"/>
                <a:chExt cx="501650" cy="233363"/>
              </a:xfrm>
            </p:grpSpPr>
            <p:sp>
              <p:nvSpPr>
                <p:cNvPr id="322" name="Oval 5">
                  <a:extLst>
                    <a:ext uri="{FF2B5EF4-FFF2-40B4-BE49-F238E27FC236}">
                      <a16:creationId xmlns:a16="http://schemas.microsoft.com/office/drawing/2014/main" id="{F9943B67-FB21-3647-869F-669BE6A721C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3" name="Line 6">
                  <a:extLst>
                    <a:ext uri="{FF2B5EF4-FFF2-40B4-BE49-F238E27FC236}">
                      <a16:creationId xmlns:a16="http://schemas.microsoft.com/office/drawing/2014/main" id="{57CCD935-17C4-B04B-B482-9A946E848EC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4" name="Line 7">
                  <a:extLst>
                    <a:ext uri="{FF2B5EF4-FFF2-40B4-BE49-F238E27FC236}">
                      <a16:creationId xmlns:a16="http://schemas.microsoft.com/office/drawing/2014/main" id="{2FE8EAFF-CC53-364C-974F-2F913B960D6B}"/>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5" name="Rectangle 8">
                  <a:extLst>
                    <a:ext uri="{FF2B5EF4-FFF2-40B4-BE49-F238E27FC236}">
                      <a16:creationId xmlns:a16="http://schemas.microsoft.com/office/drawing/2014/main" id="{B25B691E-9E1D-1E4F-9419-9156013814CE}"/>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26" name="Oval 9">
                  <a:extLst>
                    <a:ext uri="{FF2B5EF4-FFF2-40B4-BE49-F238E27FC236}">
                      <a16:creationId xmlns:a16="http://schemas.microsoft.com/office/drawing/2014/main" id="{9CB3B73F-9E39-EC4E-83F7-FBE10697408E}"/>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19" name="Group 44">
                <a:extLst>
                  <a:ext uri="{FF2B5EF4-FFF2-40B4-BE49-F238E27FC236}">
                    <a16:creationId xmlns:a16="http://schemas.microsoft.com/office/drawing/2014/main" id="{0F42679C-ED56-BC45-8C82-597609DBD4D2}"/>
                  </a:ext>
                </a:extLst>
              </p:cNvPr>
              <p:cNvGrpSpPr>
                <a:grpSpLocks/>
              </p:cNvGrpSpPr>
              <p:nvPr/>
            </p:nvGrpSpPr>
            <p:grpSpPr bwMode="auto">
              <a:xfrm>
                <a:off x="1464202" y="2507397"/>
                <a:ext cx="341084" cy="419100"/>
                <a:chOff x="2949" y="2425"/>
                <a:chExt cx="218" cy="264"/>
              </a:xfrm>
            </p:grpSpPr>
            <p:sp>
              <p:nvSpPr>
                <p:cNvPr id="320" name="Rectangle 45">
                  <a:extLst>
                    <a:ext uri="{FF2B5EF4-FFF2-40B4-BE49-F238E27FC236}">
                      <a16:creationId xmlns:a16="http://schemas.microsoft.com/office/drawing/2014/main" id="{CF557465-1C6C-1245-9762-D6D2D9F891F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1" name="Text Box 46">
                  <a:extLst>
                    <a:ext uri="{FF2B5EF4-FFF2-40B4-BE49-F238E27FC236}">
                      <a16:creationId xmlns:a16="http://schemas.microsoft.com/office/drawing/2014/main" id="{CEEF1658-9381-E84D-81A0-1A501484FB8A}"/>
                    </a:ext>
                  </a:extLst>
                </p:cNvPr>
                <p:cNvSpPr txBox="1">
                  <a:spLocks noChangeArrowheads="1"/>
                </p:cNvSpPr>
                <p:nvPr/>
              </p:nvSpPr>
              <p:spPr bwMode="auto">
                <a:xfrm>
                  <a:off x="2949" y="2425"/>
                  <a:ext cx="218"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c</a:t>
                  </a:r>
                  <a:endParaRPr lang="en-US" sz="2000" kern="0" dirty="0">
                    <a:solidFill>
                      <a:srgbClr val="000000"/>
                    </a:solidFill>
                  </a:endParaRPr>
                </a:p>
              </p:txBody>
            </p:sp>
          </p:grpSp>
        </p:grpSp>
      </p:grpSp>
      <p:sp>
        <p:nvSpPr>
          <p:cNvPr id="158" name="TextBox 157">
            <a:extLst>
              <a:ext uri="{FF2B5EF4-FFF2-40B4-BE49-F238E27FC236}">
                <a16:creationId xmlns:a16="http://schemas.microsoft.com/office/drawing/2014/main" id="{B5592DAF-A3B4-9F43-84E1-39575A7F870C}"/>
              </a:ext>
            </a:extLst>
          </p:cNvPr>
          <p:cNvSpPr txBox="1"/>
          <p:nvPr/>
        </p:nvSpPr>
        <p:spPr>
          <a:xfrm flipH="1">
            <a:off x="476445" y="3078991"/>
            <a:ext cx="2195814" cy="2585323"/>
          </a:xfrm>
          <a:prstGeom prst="rect">
            <a:avLst/>
          </a:prstGeom>
          <a:noFill/>
        </p:spPr>
        <p:txBody>
          <a:bodyPr wrap="square" rtlCol="0">
            <a:spAutoFit/>
          </a:bodyPr>
          <a:lstStyle/>
          <a:p>
            <a:pPr>
              <a:lnSpc>
                <a:spcPct val="90000"/>
              </a:lnSpc>
              <a:buClr>
                <a:srgbClr val="0000A8"/>
              </a:buClr>
            </a:pPr>
            <a:r>
              <a:rPr lang="en-US" dirty="0">
                <a:solidFill>
                  <a:prstClr val="black"/>
                </a:solidFill>
              </a:rPr>
              <a:t>All nodes:</a:t>
            </a:r>
          </a:p>
          <a:p>
            <a:pPr marL="174625" indent="-174625">
              <a:lnSpc>
                <a:spcPct val="90000"/>
              </a:lnSpc>
              <a:buClr>
                <a:prstClr val="white">
                  <a:lumMod val="75000"/>
                </a:prstClr>
              </a:buClr>
              <a:buFont typeface="Wingdings" pitchFamily="2" charset="2"/>
              <a:buChar char="§"/>
            </a:pPr>
            <a:r>
              <a:rPr lang="en-US" dirty="0">
                <a:solidFill>
                  <a:prstClr val="white">
                    <a:lumMod val="75000"/>
                  </a:prstClr>
                </a:solidFill>
              </a:rPr>
              <a:t>receive distance vectors from neighbors</a:t>
            </a:r>
          </a:p>
          <a:p>
            <a:pPr marL="174625" indent="-174625">
              <a:lnSpc>
                <a:spcPct val="90000"/>
              </a:lnSpc>
              <a:buClr>
                <a:srgbClr val="0000A8"/>
              </a:buClr>
              <a:buFont typeface="Wingdings" pitchFamily="2" charset="2"/>
              <a:buChar char="§"/>
            </a:pPr>
            <a:r>
              <a:rPr lang="en-US" dirty="0">
                <a:solidFill>
                  <a:prstClr val="black"/>
                </a:solidFill>
              </a:rPr>
              <a:t>compute their new local  distance vector</a:t>
            </a:r>
          </a:p>
          <a:p>
            <a:pPr marL="174625" indent="-174625">
              <a:lnSpc>
                <a:spcPct val="90000"/>
              </a:lnSpc>
              <a:buClr>
                <a:prstClr val="white">
                  <a:lumMod val="75000"/>
                </a:prstClr>
              </a:buClr>
              <a:buFont typeface="Wingdings" pitchFamily="2" charset="2"/>
              <a:buChar char="§"/>
            </a:pPr>
            <a:r>
              <a:rPr lang="en-US" dirty="0">
                <a:solidFill>
                  <a:prstClr val="white">
                    <a:lumMod val="75000"/>
                  </a:prstClr>
                </a:solidFill>
              </a:rPr>
              <a:t>send their new local distance vector to neighbors</a:t>
            </a:r>
          </a:p>
        </p:txBody>
      </p:sp>
      <p:grpSp>
        <p:nvGrpSpPr>
          <p:cNvPr id="159" name="Group 158">
            <a:extLst>
              <a:ext uri="{FF2B5EF4-FFF2-40B4-BE49-F238E27FC236}">
                <a16:creationId xmlns:a16="http://schemas.microsoft.com/office/drawing/2014/main" id="{51D9C22B-8B5F-5C4F-B836-7B225BEBAA34}"/>
              </a:ext>
            </a:extLst>
          </p:cNvPr>
          <p:cNvGrpSpPr/>
          <p:nvPr/>
        </p:nvGrpSpPr>
        <p:grpSpPr>
          <a:xfrm>
            <a:off x="584365" y="1859143"/>
            <a:ext cx="736099" cy="1229581"/>
            <a:chOff x="10030307" y="3444875"/>
            <a:chExt cx="736099" cy="1229581"/>
          </a:xfrm>
        </p:grpSpPr>
        <p:sp>
          <p:nvSpPr>
            <p:cNvPr id="160" name="TextBox 159">
              <a:extLst>
                <a:ext uri="{FF2B5EF4-FFF2-40B4-BE49-F238E27FC236}">
                  <a16:creationId xmlns:a16="http://schemas.microsoft.com/office/drawing/2014/main" id="{8B6727C7-2D65-214B-AC24-3FD638275EC1}"/>
                </a:ext>
              </a:extLst>
            </p:cNvPr>
            <p:cNvSpPr txBox="1"/>
            <p:nvPr/>
          </p:nvSpPr>
          <p:spPr>
            <a:xfrm>
              <a:off x="10030307" y="4089681"/>
              <a:ext cx="736099" cy="584775"/>
            </a:xfrm>
            <a:prstGeom prst="rect">
              <a:avLst/>
            </a:prstGeom>
            <a:noFill/>
          </p:spPr>
          <p:txBody>
            <a:bodyPr wrap="none" rtlCol="0">
              <a:spAutoFit/>
            </a:bodyPr>
            <a:lstStyle/>
            <a:p>
              <a:r>
                <a:rPr lang="en-US" sz="3200" dirty="0">
                  <a:solidFill>
                    <a:prstClr val="black"/>
                  </a:solidFill>
                </a:rPr>
                <a:t>t=1</a:t>
              </a:r>
            </a:p>
          </p:txBody>
        </p:sp>
        <p:grpSp>
          <p:nvGrpSpPr>
            <p:cNvPr id="161" name="Group 160">
              <a:extLst>
                <a:ext uri="{FF2B5EF4-FFF2-40B4-BE49-F238E27FC236}">
                  <a16:creationId xmlns:a16="http://schemas.microsoft.com/office/drawing/2014/main" id="{7CD0CB56-7686-194E-9336-87E7A7D97331}"/>
                </a:ext>
              </a:extLst>
            </p:cNvPr>
            <p:cNvGrpSpPr/>
            <p:nvPr/>
          </p:nvGrpSpPr>
          <p:grpSpPr>
            <a:xfrm>
              <a:off x="10034588" y="3444875"/>
              <a:ext cx="682627" cy="682625"/>
              <a:chOff x="10034588" y="3444875"/>
              <a:chExt cx="682627" cy="682625"/>
            </a:xfrm>
          </p:grpSpPr>
          <p:sp>
            <p:nvSpPr>
              <p:cNvPr id="162" name="Oval 161">
                <a:extLst>
                  <a:ext uri="{FF2B5EF4-FFF2-40B4-BE49-F238E27FC236}">
                    <a16:creationId xmlns:a16="http://schemas.microsoft.com/office/drawing/2014/main" id="{C4B2CF33-A55A-7045-88D1-AF4148705A10}"/>
                  </a:ext>
                </a:extLst>
              </p:cNvPr>
              <p:cNvSpPr/>
              <p:nvPr/>
            </p:nvSpPr>
            <p:spPr>
              <a:xfrm>
                <a:off x="10039551" y="3449256"/>
                <a:ext cx="671332" cy="671332"/>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163" name="Straight Connector 162">
                <a:extLst>
                  <a:ext uri="{FF2B5EF4-FFF2-40B4-BE49-F238E27FC236}">
                    <a16:creationId xmlns:a16="http://schemas.microsoft.com/office/drawing/2014/main" id="{71D12050-6F8E-D441-9EB3-D43C862E2FF7}"/>
                  </a:ext>
                </a:extLst>
              </p:cNvPr>
              <p:cNvCxnSpPr/>
              <p:nvPr/>
            </p:nvCxnSpPr>
            <p:spPr>
              <a:xfrm>
                <a:off x="10372725" y="34448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9039BE19-8C89-2249-9429-12D66FAF87EA}"/>
                  </a:ext>
                </a:extLst>
              </p:cNvPr>
              <p:cNvCxnSpPr/>
              <p:nvPr/>
            </p:nvCxnSpPr>
            <p:spPr>
              <a:xfrm>
                <a:off x="10372725" y="40671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E88497C8-6A73-4341-AC9C-EB6512208F74}"/>
                  </a:ext>
                </a:extLst>
              </p:cNvPr>
              <p:cNvCxnSpPr>
                <a:cxnSpLocks/>
              </p:cNvCxnSpPr>
              <p:nvPr/>
            </p:nvCxnSpPr>
            <p:spPr>
              <a:xfrm rot="16200000">
                <a:off x="10064751"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9E4797E5-1D6F-BE4B-A4F2-9F8C5FC9970D}"/>
                  </a:ext>
                </a:extLst>
              </p:cNvPr>
              <p:cNvCxnSpPr>
                <a:cxnSpLocks/>
              </p:cNvCxnSpPr>
              <p:nvPr/>
            </p:nvCxnSpPr>
            <p:spPr>
              <a:xfrm rot="16200000">
                <a:off x="10687053"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A5E708AC-BFD0-124E-B7DC-30966CA8590E}"/>
                  </a:ext>
                </a:extLst>
              </p:cNvPr>
              <p:cNvCxnSpPr>
                <a:cxnSpLocks/>
              </p:cNvCxnSpPr>
              <p:nvPr/>
            </p:nvCxnSpPr>
            <p:spPr>
              <a:xfrm>
                <a:off x="10523542" y="40370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6DFE5143-74BA-6D49-9376-30F7E9D09956}"/>
                  </a:ext>
                </a:extLst>
              </p:cNvPr>
              <p:cNvCxnSpPr>
                <a:cxnSpLocks/>
              </p:cNvCxnSpPr>
              <p:nvPr/>
            </p:nvCxnSpPr>
            <p:spPr>
              <a:xfrm>
                <a:off x="10202867" y="34909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6B211398-DB9E-FC45-8FDC-6F0E1B1A67F5}"/>
                  </a:ext>
                </a:extLst>
              </p:cNvPr>
              <p:cNvCxnSpPr>
                <a:cxnSpLocks/>
              </p:cNvCxnSpPr>
              <p:nvPr/>
            </p:nvCxnSpPr>
            <p:spPr>
              <a:xfrm flipH="1">
                <a:off x="10196517" y="40338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BF9AF430-A741-DC49-89C7-CC090ABEF1B3}"/>
                  </a:ext>
                </a:extLst>
              </p:cNvPr>
              <p:cNvCxnSpPr>
                <a:cxnSpLocks/>
              </p:cNvCxnSpPr>
              <p:nvPr/>
            </p:nvCxnSpPr>
            <p:spPr>
              <a:xfrm flipH="1">
                <a:off x="10517192" y="34877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EE082992-203D-C64B-9E89-DB664E573851}"/>
                  </a:ext>
                </a:extLst>
              </p:cNvPr>
              <p:cNvCxnSpPr>
                <a:cxnSpLocks/>
              </p:cNvCxnSpPr>
              <p:nvPr/>
            </p:nvCxnSpPr>
            <p:spPr>
              <a:xfrm flipH="1">
                <a:off x="10631493" y="36115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03B2445A-DC24-3247-8057-F3854B08E81A}"/>
                  </a:ext>
                </a:extLst>
              </p:cNvPr>
              <p:cNvCxnSpPr>
                <a:cxnSpLocks/>
              </p:cNvCxnSpPr>
              <p:nvPr/>
            </p:nvCxnSpPr>
            <p:spPr>
              <a:xfrm flipH="1">
                <a:off x="10085393" y="39290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DFE122BB-AC85-9446-ACDF-58E64316BE8D}"/>
                  </a:ext>
                </a:extLst>
              </p:cNvPr>
              <p:cNvCxnSpPr>
                <a:cxnSpLocks/>
              </p:cNvCxnSpPr>
              <p:nvPr/>
            </p:nvCxnSpPr>
            <p:spPr>
              <a:xfrm flipH="1" flipV="1">
                <a:off x="10094918" y="36147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B8F11881-407E-8D46-A809-9BB9CFD37039}"/>
                  </a:ext>
                </a:extLst>
              </p:cNvPr>
              <p:cNvCxnSpPr>
                <a:cxnSpLocks/>
              </p:cNvCxnSpPr>
              <p:nvPr/>
            </p:nvCxnSpPr>
            <p:spPr>
              <a:xfrm flipH="1" flipV="1">
                <a:off x="10631493" y="39322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175" name="Oval 174">
                <a:extLst>
                  <a:ext uri="{FF2B5EF4-FFF2-40B4-BE49-F238E27FC236}">
                    <a16:creationId xmlns:a16="http://schemas.microsoft.com/office/drawing/2014/main" id="{4FEE74AE-C9E3-9243-8316-465947D1AAB3}"/>
                  </a:ext>
                </a:extLst>
              </p:cNvPr>
              <p:cNvSpPr/>
              <p:nvPr/>
            </p:nvSpPr>
            <p:spPr>
              <a:xfrm>
                <a:off x="10331450" y="3743325"/>
                <a:ext cx="82550" cy="87136"/>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grpSp>
        <p:nvGrpSpPr>
          <p:cNvPr id="3" name="Group 2">
            <a:extLst>
              <a:ext uri="{FF2B5EF4-FFF2-40B4-BE49-F238E27FC236}">
                <a16:creationId xmlns:a16="http://schemas.microsoft.com/office/drawing/2014/main" id="{BE3B24DF-00CD-F548-AD9E-519F13CEFE2A}"/>
              </a:ext>
            </a:extLst>
          </p:cNvPr>
          <p:cNvGrpSpPr/>
          <p:nvPr/>
        </p:nvGrpSpPr>
        <p:grpSpPr>
          <a:xfrm>
            <a:off x="3972233" y="1627242"/>
            <a:ext cx="5089626" cy="4955455"/>
            <a:chOff x="3982064" y="1612491"/>
            <a:chExt cx="5089626" cy="4955455"/>
          </a:xfrm>
        </p:grpSpPr>
        <p:grpSp>
          <p:nvGrpSpPr>
            <p:cNvPr id="7" name="Group 6">
              <a:extLst>
                <a:ext uri="{FF2B5EF4-FFF2-40B4-BE49-F238E27FC236}">
                  <a16:creationId xmlns:a16="http://schemas.microsoft.com/office/drawing/2014/main" id="{4AA8C641-B239-B74E-A56A-6FC17DD05F53}"/>
                </a:ext>
              </a:extLst>
            </p:cNvPr>
            <p:cNvGrpSpPr/>
            <p:nvPr/>
          </p:nvGrpSpPr>
          <p:grpSpPr>
            <a:xfrm>
              <a:off x="4011560" y="1641985"/>
              <a:ext cx="1196054" cy="1022555"/>
              <a:chOff x="9655277" y="2349909"/>
              <a:chExt cx="1196054" cy="1022555"/>
            </a:xfrm>
          </p:grpSpPr>
          <p:sp>
            <p:nvSpPr>
              <p:cNvPr id="4" name="Freeform 3">
                <a:extLst>
                  <a:ext uri="{FF2B5EF4-FFF2-40B4-BE49-F238E27FC236}">
                    <a16:creationId xmlns:a16="http://schemas.microsoft.com/office/drawing/2014/main" id="{00707AC5-49E7-AE40-8A46-1ACEF91E823B}"/>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6" name="TextBox 5">
                <a:extLst>
                  <a:ext uri="{FF2B5EF4-FFF2-40B4-BE49-F238E27FC236}">
                    <a16:creationId xmlns:a16="http://schemas.microsoft.com/office/drawing/2014/main" id="{95C2C0DC-E6A2-784B-8032-7F8C86E35889}"/>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157" name="Group 156">
              <a:extLst>
                <a:ext uri="{FF2B5EF4-FFF2-40B4-BE49-F238E27FC236}">
                  <a16:creationId xmlns:a16="http://schemas.microsoft.com/office/drawing/2014/main" id="{34F33CFE-B17F-9D43-BD1A-F46BCD176DD6}"/>
                </a:ext>
              </a:extLst>
            </p:cNvPr>
            <p:cNvGrpSpPr/>
            <p:nvPr/>
          </p:nvGrpSpPr>
          <p:grpSpPr>
            <a:xfrm>
              <a:off x="5943598" y="1627238"/>
              <a:ext cx="1196054" cy="1022555"/>
              <a:chOff x="9655277" y="2349909"/>
              <a:chExt cx="1196054" cy="1022555"/>
            </a:xfrm>
          </p:grpSpPr>
          <p:sp>
            <p:nvSpPr>
              <p:cNvPr id="177" name="Freeform 176">
                <a:extLst>
                  <a:ext uri="{FF2B5EF4-FFF2-40B4-BE49-F238E27FC236}">
                    <a16:creationId xmlns:a16="http://schemas.microsoft.com/office/drawing/2014/main" id="{F0BEA684-9A42-E94C-B2D5-EDC1A1F2EF20}"/>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78" name="TextBox 177">
                <a:extLst>
                  <a:ext uri="{FF2B5EF4-FFF2-40B4-BE49-F238E27FC236}">
                    <a16:creationId xmlns:a16="http://schemas.microsoft.com/office/drawing/2014/main" id="{2F8ED3B6-87B0-574A-9DA5-A41BD73B3CF5}"/>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179" name="Group 178">
              <a:extLst>
                <a:ext uri="{FF2B5EF4-FFF2-40B4-BE49-F238E27FC236}">
                  <a16:creationId xmlns:a16="http://schemas.microsoft.com/office/drawing/2014/main" id="{9A4B8D63-0904-2145-8F9E-1FEF70C7AF9F}"/>
                </a:ext>
              </a:extLst>
            </p:cNvPr>
            <p:cNvGrpSpPr/>
            <p:nvPr/>
          </p:nvGrpSpPr>
          <p:grpSpPr>
            <a:xfrm>
              <a:off x="7875636" y="1612491"/>
              <a:ext cx="1196054" cy="1022555"/>
              <a:chOff x="9655277" y="2349909"/>
              <a:chExt cx="1196054" cy="1022555"/>
            </a:xfrm>
          </p:grpSpPr>
          <p:sp>
            <p:nvSpPr>
              <p:cNvPr id="180" name="Freeform 179">
                <a:extLst>
                  <a:ext uri="{FF2B5EF4-FFF2-40B4-BE49-F238E27FC236}">
                    <a16:creationId xmlns:a16="http://schemas.microsoft.com/office/drawing/2014/main" id="{EC6C0209-ECBD-E24C-AA45-744B932DC114}"/>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81" name="TextBox 180">
                <a:extLst>
                  <a:ext uri="{FF2B5EF4-FFF2-40B4-BE49-F238E27FC236}">
                    <a16:creationId xmlns:a16="http://schemas.microsoft.com/office/drawing/2014/main" id="{31B9CF9C-B04D-5A4F-AC32-278B0ED42F01}"/>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182" name="Group 181">
              <a:extLst>
                <a:ext uri="{FF2B5EF4-FFF2-40B4-BE49-F238E27FC236}">
                  <a16:creationId xmlns:a16="http://schemas.microsoft.com/office/drawing/2014/main" id="{EC02EBAB-7E8B-8144-9064-B32C5427DBD9}"/>
                </a:ext>
              </a:extLst>
            </p:cNvPr>
            <p:cNvGrpSpPr/>
            <p:nvPr/>
          </p:nvGrpSpPr>
          <p:grpSpPr>
            <a:xfrm>
              <a:off x="3996812" y="3593688"/>
              <a:ext cx="1196054" cy="1022555"/>
              <a:chOff x="9655277" y="2349909"/>
              <a:chExt cx="1196054" cy="1022555"/>
            </a:xfrm>
          </p:grpSpPr>
          <p:sp>
            <p:nvSpPr>
              <p:cNvPr id="183" name="Freeform 182">
                <a:extLst>
                  <a:ext uri="{FF2B5EF4-FFF2-40B4-BE49-F238E27FC236}">
                    <a16:creationId xmlns:a16="http://schemas.microsoft.com/office/drawing/2014/main" id="{4F8E9313-A12A-3849-B12A-1BC5C1A36AF0}"/>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14" name="TextBox 213">
                <a:extLst>
                  <a:ext uri="{FF2B5EF4-FFF2-40B4-BE49-F238E27FC236}">
                    <a16:creationId xmlns:a16="http://schemas.microsoft.com/office/drawing/2014/main" id="{CA0F4249-5B41-3D48-9023-8757509C8B58}"/>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220" name="Group 219">
              <a:extLst>
                <a:ext uri="{FF2B5EF4-FFF2-40B4-BE49-F238E27FC236}">
                  <a16:creationId xmlns:a16="http://schemas.microsoft.com/office/drawing/2014/main" id="{B89D7B16-224E-0545-AAE5-58B841BB7F79}"/>
                </a:ext>
              </a:extLst>
            </p:cNvPr>
            <p:cNvGrpSpPr/>
            <p:nvPr/>
          </p:nvGrpSpPr>
          <p:grpSpPr>
            <a:xfrm>
              <a:off x="5928850" y="3578941"/>
              <a:ext cx="1196054" cy="1022555"/>
              <a:chOff x="9655277" y="2349909"/>
              <a:chExt cx="1196054" cy="1022555"/>
            </a:xfrm>
          </p:grpSpPr>
          <p:sp>
            <p:nvSpPr>
              <p:cNvPr id="227" name="Freeform 226">
                <a:extLst>
                  <a:ext uri="{FF2B5EF4-FFF2-40B4-BE49-F238E27FC236}">
                    <a16:creationId xmlns:a16="http://schemas.microsoft.com/office/drawing/2014/main" id="{C98EEB01-D57D-DF44-921F-DE4A3FCEA6FF}"/>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28" name="TextBox 227">
                <a:extLst>
                  <a:ext uri="{FF2B5EF4-FFF2-40B4-BE49-F238E27FC236}">
                    <a16:creationId xmlns:a16="http://schemas.microsoft.com/office/drawing/2014/main" id="{A6BE9F63-A36F-B842-81EA-382F13B1F7EE}"/>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229" name="Group 228">
              <a:extLst>
                <a:ext uri="{FF2B5EF4-FFF2-40B4-BE49-F238E27FC236}">
                  <a16:creationId xmlns:a16="http://schemas.microsoft.com/office/drawing/2014/main" id="{D9355008-5692-5045-9867-573B61A6287F}"/>
                </a:ext>
              </a:extLst>
            </p:cNvPr>
            <p:cNvGrpSpPr/>
            <p:nvPr/>
          </p:nvGrpSpPr>
          <p:grpSpPr>
            <a:xfrm>
              <a:off x="7860888" y="3564194"/>
              <a:ext cx="1196054" cy="1022555"/>
              <a:chOff x="9655277" y="2349909"/>
              <a:chExt cx="1196054" cy="1022555"/>
            </a:xfrm>
          </p:grpSpPr>
          <p:sp>
            <p:nvSpPr>
              <p:cNvPr id="230" name="Freeform 229">
                <a:extLst>
                  <a:ext uri="{FF2B5EF4-FFF2-40B4-BE49-F238E27FC236}">
                    <a16:creationId xmlns:a16="http://schemas.microsoft.com/office/drawing/2014/main" id="{FB50278F-0DAA-BE47-BF4C-10BB64655FD9}"/>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31" name="TextBox 230">
                <a:extLst>
                  <a:ext uri="{FF2B5EF4-FFF2-40B4-BE49-F238E27FC236}">
                    <a16:creationId xmlns:a16="http://schemas.microsoft.com/office/drawing/2014/main" id="{D80FE26B-BC39-3840-8971-AC80538B679B}"/>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232" name="Group 231">
              <a:extLst>
                <a:ext uri="{FF2B5EF4-FFF2-40B4-BE49-F238E27FC236}">
                  <a16:creationId xmlns:a16="http://schemas.microsoft.com/office/drawing/2014/main" id="{8919850D-033C-884C-874D-578D6BEF54D6}"/>
                </a:ext>
              </a:extLst>
            </p:cNvPr>
            <p:cNvGrpSpPr/>
            <p:nvPr/>
          </p:nvGrpSpPr>
          <p:grpSpPr>
            <a:xfrm>
              <a:off x="3982064" y="5545391"/>
              <a:ext cx="1196054" cy="1022555"/>
              <a:chOff x="9655277" y="2349909"/>
              <a:chExt cx="1196054" cy="1022555"/>
            </a:xfrm>
          </p:grpSpPr>
          <p:sp>
            <p:nvSpPr>
              <p:cNvPr id="233" name="Freeform 232">
                <a:extLst>
                  <a:ext uri="{FF2B5EF4-FFF2-40B4-BE49-F238E27FC236}">
                    <a16:creationId xmlns:a16="http://schemas.microsoft.com/office/drawing/2014/main" id="{A58AC890-F958-6645-870D-1AB87CB3F2A4}"/>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34" name="TextBox 233">
                <a:extLst>
                  <a:ext uri="{FF2B5EF4-FFF2-40B4-BE49-F238E27FC236}">
                    <a16:creationId xmlns:a16="http://schemas.microsoft.com/office/drawing/2014/main" id="{F91239F9-821D-324E-AED8-FC0DBAC8E537}"/>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235" name="Group 234">
              <a:extLst>
                <a:ext uri="{FF2B5EF4-FFF2-40B4-BE49-F238E27FC236}">
                  <a16:creationId xmlns:a16="http://schemas.microsoft.com/office/drawing/2014/main" id="{4D851E35-9983-2647-8751-B14388AB0989}"/>
                </a:ext>
              </a:extLst>
            </p:cNvPr>
            <p:cNvGrpSpPr/>
            <p:nvPr/>
          </p:nvGrpSpPr>
          <p:grpSpPr>
            <a:xfrm>
              <a:off x="5914102" y="5530644"/>
              <a:ext cx="1196054" cy="1022555"/>
              <a:chOff x="9655277" y="2349909"/>
              <a:chExt cx="1196054" cy="1022555"/>
            </a:xfrm>
          </p:grpSpPr>
          <p:sp>
            <p:nvSpPr>
              <p:cNvPr id="236" name="Freeform 235">
                <a:extLst>
                  <a:ext uri="{FF2B5EF4-FFF2-40B4-BE49-F238E27FC236}">
                    <a16:creationId xmlns:a16="http://schemas.microsoft.com/office/drawing/2014/main" id="{B0E043AA-70A2-8045-AEF2-608FF9160AEF}"/>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37" name="TextBox 236">
                <a:extLst>
                  <a:ext uri="{FF2B5EF4-FFF2-40B4-BE49-F238E27FC236}">
                    <a16:creationId xmlns:a16="http://schemas.microsoft.com/office/drawing/2014/main" id="{E0712C29-CD00-4544-87CB-605AB5CBBE08}"/>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238" name="Group 237">
              <a:extLst>
                <a:ext uri="{FF2B5EF4-FFF2-40B4-BE49-F238E27FC236}">
                  <a16:creationId xmlns:a16="http://schemas.microsoft.com/office/drawing/2014/main" id="{031F5E61-5B07-8C41-A704-C2A49253CC50}"/>
                </a:ext>
              </a:extLst>
            </p:cNvPr>
            <p:cNvGrpSpPr/>
            <p:nvPr/>
          </p:nvGrpSpPr>
          <p:grpSpPr>
            <a:xfrm>
              <a:off x="7846140" y="5515897"/>
              <a:ext cx="1196054" cy="1022555"/>
              <a:chOff x="9655277" y="2349909"/>
              <a:chExt cx="1196054" cy="1022555"/>
            </a:xfrm>
          </p:grpSpPr>
          <p:sp>
            <p:nvSpPr>
              <p:cNvPr id="239" name="Freeform 238">
                <a:extLst>
                  <a:ext uri="{FF2B5EF4-FFF2-40B4-BE49-F238E27FC236}">
                    <a16:creationId xmlns:a16="http://schemas.microsoft.com/office/drawing/2014/main" id="{B72B4351-32EB-1245-8CF3-9F678CEC542B}"/>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40" name="TextBox 239">
                <a:extLst>
                  <a:ext uri="{FF2B5EF4-FFF2-40B4-BE49-F238E27FC236}">
                    <a16:creationId xmlns:a16="http://schemas.microsoft.com/office/drawing/2014/main" id="{2D65D50F-2DBC-ED46-BC08-037761F3504F}"/>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cxnSp>
        <p:nvCxnSpPr>
          <p:cNvPr id="241" name="Straight Connector 240">
            <a:extLst>
              <a:ext uri="{FF2B5EF4-FFF2-40B4-BE49-F238E27FC236}">
                <a16:creationId xmlns:a16="http://schemas.microsoft.com/office/drawing/2014/main" id="{B38AD34A-F832-BE4A-A882-9D9F4CB12C05}"/>
              </a:ext>
            </a:extLst>
          </p:cNvPr>
          <p:cNvCxnSpPr>
            <a:cxnSpLocks/>
          </p:cNvCxnSpPr>
          <p:nvPr/>
        </p:nvCxnSpPr>
        <p:spPr>
          <a:xfrm flipH="1">
            <a:off x="901961" y="1975104"/>
            <a:ext cx="151428" cy="257429"/>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843647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2B9189-7CDF-0741-9858-A79357149B7C}"/>
              </a:ext>
            </a:extLst>
          </p:cNvPr>
          <p:cNvSpPr>
            <a:spLocks noGrp="1"/>
          </p:cNvSpPr>
          <p:nvPr>
            <p:ph type="title"/>
          </p:nvPr>
        </p:nvSpPr>
        <p:spPr>
          <a:xfrm>
            <a:off x="826625" y="174028"/>
            <a:ext cx="10515600" cy="894622"/>
          </a:xfrm>
        </p:spPr>
        <p:txBody>
          <a:bodyPr/>
          <a:lstStyle/>
          <a:p>
            <a:r>
              <a:rPr lang="en-US" dirty="0"/>
              <a:t>Distance vector example: </a:t>
            </a:r>
            <a:r>
              <a:rPr lang="en-US" dirty="0">
                <a:solidFill>
                  <a:srgbClr val="0000A8"/>
                </a:solidFill>
              </a:rPr>
              <a:t>iteration</a:t>
            </a:r>
            <a:endParaRPr lang="en-US" dirty="0"/>
          </a:p>
        </p:txBody>
      </p:sp>
      <p:sp>
        <p:nvSpPr>
          <p:cNvPr id="5" name="Slide Number Placeholder 4">
            <a:extLst>
              <a:ext uri="{FF2B5EF4-FFF2-40B4-BE49-F238E27FC236}">
                <a16:creationId xmlns:a16="http://schemas.microsoft.com/office/drawing/2014/main" id="{98E05715-B0AC-CF47-B242-18018B71339C}"/>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55</a:t>
            </a:fld>
            <a:endParaRPr lang="en-US" dirty="0">
              <a:solidFill>
                <a:prstClr val="white">
                  <a:lumMod val="50000"/>
                </a:prstClr>
              </a:solidFill>
            </a:endParaRPr>
          </a:p>
        </p:txBody>
      </p:sp>
      <p:cxnSp>
        <p:nvCxnSpPr>
          <p:cNvPr id="82" name="Straight Connector 81">
            <a:extLst>
              <a:ext uri="{FF2B5EF4-FFF2-40B4-BE49-F238E27FC236}">
                <a16:creationId xmlns:a16="http://schemas.microsoft.com/office/drawing/2014/main" id="{374B35E8-95B6-B946-8240-59B747B607B3}"/>
              </a:ext>
            </a:extLst>
          </p:cNvPr>
          <p:cNvCxnSpPr>
            <a:cxnSpLocks/>
            <a:stCxn id="76" idx="2"/>
            <a:endCxn id="76" idx="0"/>
          </p:cNvCxnSpPr>
          <p:nvPr/>
        </p:nvCxnSpPr>
        <p:spPr>
          <a:xfrm flipV="1">
            <a:off x="6530326" y="2129120"/>
            <a:ext cx="0" cy="38631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DE34EA38-AB93-704A-ACF2-764D62663226}"/>
              </a:ext>
            </a:extLst>
          </p:cNvPr>
          <p:cNvCxnSpPr>
            <a:cxnSpLocks/>
            <a:stCxn id="76" idx="1"/>
            <a:endCxn id="76" idx="3"/>
          </p:cNvCxnSpPr>
          <p:nvPr/>
        </p:nvCxnSpPr>
        <p:spPr>
          <a:xfrm>
            <a:off x="4598770" y="4060675"/>
            <a:ext cx="386311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Rectangle 75">
            <a:extLst>
              <a:ext uri="{FF2B5EF4-FFF2-40B4-BE49-F238E27FC236}">
                <a16:creationId xmlns:a16="http://schemas.microsoft.com/office/drawing/2014/main" id="{A169888C-5E10-3E40-BC1D-A5D0DB850712}"/>
              </a:ext>
            </a:extLst>
          </p:cNvPr>
          <p:cNvSpPr/>
          <p:nvPr/>
        </p:nvSpPr>
        <p:spPr>
          <a:xfrm>
            <a:off x="4598770" y="2129120"/>
            <a:ext cx="3863111" cy="3863111"/>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sp>
        <p:nvSpPr>
          <p:cNvPr id="150" name="Rectangle 149">
            <a:extLst>
              <a:ext uri="{FF2B5EF4-FFF2-40B4-BE49-F238E27FC236}">
                <a16:creationId xmlns:a16="http://schemas.microsoft.com/office/drawing/2014/main" id="{CB39BACF-E4D1-6641-8B8C-0274EDEFA113}"/>
              </a:ext>
            </a:extLst>
          </p:cNvPr>
          <p:cNvSpPr/>
          <p:nvPr/>
        </p:nvSpPr>
        <p:spPr>
          <a:xfrm>
            <a:off x="8380337" y="2200470"/>
            <a:ext cx="132508" cy="185510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grpSp>
        <p:nvGrpSpPr>
          <p:cNvPr id="1034" name="Group 1033">
            <a:extLst>
              <a:ext uri="{FF2B5EF4-FFF2-40B4-BE49-F238E27FC236}">
                <a16:creationId xmlns:a16="http://schemas.microsoft.com/office/drawing/2014/main" id="{B4BFA757-E5EA-9A42-8A16-AA2091E708C8}"/>
              </a:ext>
            </a:extLst>
          </p:cNvPr>
          <p:cNvGrpSpPr/>
          <p:nvPr/>
        </p:nvGrpSpPr>
        <p:grpSpPr>
          <a:xfrm>
            <a:off x="4333785" y="5772213"/>
            <a:ext cx="4395351" cy="404576"/>
            <a:chOff x="4333785" y="5772213"/>
            <a:chExt cx="4395351" cy="404576"/>
          </a:xfrm>
        </p:grpSpPr>
        <p:grpSp>
          <p:nvGrpSpPr>
            <p:cNvPr id="184" name="Group 183">
              <a:extLst>
                <a:ext uri="{FF2B5EF4-FFF2-40B4-BE49-F238E27FC236}">
                  <a16:creationId xmlns:a16="http://schemas.microsoft.com/office/drawing/2014/main" id="{600795BD-C1B6-1748-B28A-001A8505BE86}"/>
                </a:ext>
              </a:extLst>
            </p:cNvPr>
            <p:cNvGrpSpPr/>
            <p:nvPr/>
          </p:nvGrpSpPr>
          <p:grpSpPr>
            <a:xfrm>
              <a:off x="4333785" y="5772213"/>
              <a:ext cx="531821" cy="369069"/>
              <a:chOff x="1348328" y="2475647"/>
              <a:chExt cx="603916" cy="419100"/>
            </a:xfrm>
          </p:grpSpPr>
          <p:grpSp>
            <p:nvGrpSpPr>
              <p:cNvPr id="205" name="Group 204">
                <a:extLst>
                  <a:ext uri="{FF2B5EF4-FFF2-40B4-BE49-F238E27FC236}">
                    <a16:creationId xmlns:a16="http://schemas.microsoft.com/office/drawing/2014/main" id="{CE81AFB3-2346-434C-A463-93F9C295562A}"/>
                  </a:ext>
                </a:extLst>
              </p:cNvPr>
              <p:cNvGrpSpPr/>
              <p:nvPr/>
            </p:nvGrpSpPr>
            <p:grpSpPr>
              <a:xfrm>
                <a:off x="1348328" y="2555748"/>
                <a:ext cx="603916" cy="308999"/>
                <a:chOff x="5278570" y="2983486"/>
                <a:chExt cx="501650" cy="233363"/>
              </a:xfrm>
            </p:grpSpPr>
            <p:sp>
              <p:nvSpPr>
                <p:cNvPr id="209" name="Oval 5">
                  <a:extLst>
                    <a:ext uri="{FF2B5EF4-FFF2-40B4-BE49-F238E27FC236}">
                      <a16:creationId xmlns:a16="http://schemas.microsoft.com/office/drawing/2014/main" id="{7918ED2E-E380-6C4E-86AA-0BF9D7614418}"/>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0" name="Line 6">
                  <a:extLst>
                    <a:ext uri="{FF2B5EF4-FFF2-40B4-BE49-F238E27FC236}">
                      <a16:creationId xmlns:a16="http://schemas.microsoft.com/office/drawing/2014/main" id="{45F96407-8127-654C-9C52-5B6269075623}"/>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1" name="Line 7">
                  <a:extLst>
                    <a:ext uri="{FF2B5EF4-FFF2-40B4-BE49-F238E27FC236}">
                      <a16:creationId xmlns:a16="http://schemas.microsoft.com/office/drawing/2014/main" id="{F1C01DA2-272A-CD4F-87F1-779C30F35559}"/>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2" name="Rectangle 8">
                  <a:extLst>
                    <a:ext uri="{FF2B5EF4-FFF2-40B4-BE49-F238E27FC236}">
                      <a16:creationId xmlns:a16="http://schemas.microsoft.com/office/drawing/2014/main" id="{7969C970-9697-A847-B375-82D629934D59}"/>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13" name="Oval 9">
                  <a:extLst>
                    <a:ext uri="{FF2B5EF4-FFF2-40B4-BE49-F238E27FC236}">
                      <a16:creationId xmlns:a16="http://schemas.microsoft.com/office/drawing/2014/main" id="{F8D02D26-0EA1-FD40-AD1F-E4E8635F47CA}"/>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06" name="Group 44">
                <a:extLst>
                  <a:ext uri="{FF2B5EF4-FFF2-40B4-BE49-F238E27FC236}">
                    <a16:creationId xmlns:a16="http://schemas.microsoft.com/office/drawing/2014/main" id="{02C0B744-445A-A04E-812A-2D60476C1521}"/>
                  </a:ext>
                </a:extLst>
              </p:cNvPr>
              <p:cNvGrpSpPr>
                <a:grpSpLocks/>
              </p:cNvGrpSpPr>
              <p:nvPr/>
            </p:nvGrpSpPr>
            <p:grpSpPr bwMode="auto">
              <a:xfrm>
                <a:off x="1456374" y="2475647"/>
                <a:ext cx="355165" cy="419100"/>
                <a:chOff x="2944" y="2405"/>
                <a:chExt cx="227" cy="264"/>
              </a:xfrm>
            </p:grpSpPr>
            <p:sp>
              <p:nvSpPr>
                <p:cNvPr id="207" name="Rectangle 45">
                  <a:extLst>
                    <a:ext uri="{FF2B5EF4-FFF2-40B4-BE49-F238E27FC236}">
                      <a16:creationId xmlns:a16="http://schemas.microsoft.com/office/drawing/2014/main" id="{83E6E4B2-940F-B749-91D8-19B033341D50}"/>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8" name="Text Box 46">
                  <a:extLst>
                    <a:ext uri="{FF2B5EF4-FFF2-40B4-BE49-F238E27FC236}">
                      <a16:creationId xmlns:a16="http://schemas.microsoft.com/office/drawing/2014/main" id="{16D546E0-A23E-174D-8F0D-BFB691AF1D6C}"/>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g</a:t>
                  </a:r>
                  <a:endParaRPr lang="en-US" sz="2000" kern="0" dirty="0">
                    <a:solidFill>
                      <a:srgbClr val="000000"/>
                    </a:solidFill>
                  </a:endParaRPr>
                </a:p>
              </p:txBody>
            </p:sp>
          </p:grpSp>
        </p:grpSp>
        <p:grpSp>
          <p:nvGrpSpPr>
            <p:cNvPr id="185" name="Group 184">
              <a:extLst>
                <a:ext uri="{FF2B5EF4-FFF2-40B4-BE49-F238E27FC236}">
                  <a16:creationId xmlns:a16="http://schemas.microsoft.com/office/drawing/2014/main" id="{34A0F8A7-FCD0-9A45-80B9-24CC78B561FE}"/>
                </a:ext>
              </a:extLst>
            </p:cNvPr>
            <p:cNvGrpSpPr/>
            <p:nvPr/>
          </p:nvGrpSpPr>
          <p:grpSpPr>
            <a:xfrm>
              <a:off x="6263949" y="5807720"/>
              <a:ext cx="531821" cy="369069"/>
              <a:chOff x="1348328" y="2507397"/>
              <a:chExt cx="603916" cy="419100"/>
            </a:xfrm>
          </p:grpSpPr>
          <p:grpSp>
            <p:nvGrpSpPr>
              <p:cNvPr id="196" name="Group 195">
                <a:extLst>
                  <a:ext uri="{FF2B5EF4-FFF2-40B4-BE49-F238E27FC236}">
                    <a16:creationId xmlns:a16="http://schemas.microsoft.com/office/drawing/2014/main" id="{18AECA76-7F06-F84A-928B-C13839D9F43F}"/>
                  </a:ext>
                </a:extLst>
              </p:cNvPr>
              <p:cNvGrpSpPr/>
              <p:nvPr/>
            </p:nvGrpSpPr>
            <p:grpSpPr>
              <a:xfrm>
                <a:off x="1348328" y="2555748"/>
                <a:ext cx="603916" cy="308999"/>
                <a:chOff x="5278570" y="2983486"/>
                <a:chExt cx="501650" cy="233363"/>
              </a:xfrm>
            </p:grpSpPr>
            <p:sp>
              <p:nvSpPr>
                <p:cNvPr id="200" name="Oval 5">
                  <a:extLst>
                    <a:ext uri="{FF2B5EF4-FFF2-40B4-BE49-F238E27FC236}">
                      <a16:creationId xmlns:a16="http://schemas.microsoft.com/office/drawing/2014/main" id="{04917013-CC10-D043-8A71-34F24813049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1" name="Line 6">
                  <a:extLst>
                    <a:ext uri="{FF2B5EF4-FFF2-40B4-BE49-F238E27FC236}">
                      <a16:creationId xmlns:a16="http://schemas.microsoft.com/office/drawing/2014/main" id="{7E7DEF49-D295-8547-9FE7-8CBB42CEB81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2" name="Line 7">
                  <a:extLst>
                    <a:ext uri="{FF2B5EF4-FFF2-40B4-BE49-F238E27FC236}">
                      <a16:creationId xmlns:a16="http://schemas.microsoft.com/office/drawing/2014/main" id="{5633B25D-6786-5A4A-A44E-E4A1EE3575B2}"/>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3" name="Rectangle 8">
                  <a:extLst>
                    <a:ext uri="{FF2B5EF4-FFF2-40B4-BE49-F238E27FC236}">
                      <a16:creationId xmlns:a16="http://schemas.microsoft.com/office/drawing/2014/main" id="{968E012E-E513-8340-9324-11A79B223E28}"/>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04" name="Oval 9">
                  <a:extLst>
                    <a:ext uri="{FF2B5EF4-FFF2-40B4-BE49-F238E27FC236}">
                      <a16:creationId xmlns:a16="http://schemas.microsoft.com/office/drawing/2014/main" id="{7AFB2A7E-90B7-454F-BABB-E2A39AC7C95C}"/>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97" name="Group 44">
                <a:extLst>
                  <a:ext uri="{FF2B5EF4-FFF2-40B4-BE49-F238E27FC236}">
                    <a16:creationId xmlns:a16="http://schemas.microsoft.com/office/drawing/2014/main" id="{5567606D-D82D-2A4D-A3C8-A7D0703B3CC5}"/>
                  </a:ext>
                </a:extLst>
              </p:cNvPr>
              <p:cNvGrpSpPr>
                <a:grpSpLocks/>
              </p:cNvGrpSpPr>
              <p:nvPr/>
            </p:nvGrpSpPr>
            <p:grpSpPr bwMode="auto">
              <a:xfrm>
                <a:off x="1456374" y="2507397"/>
                <a:ext cx="355165" cy="419100"/>
                <a:chOff x="2944" y="2425"/>
                <a:chExt cx="227" cy="264"/>
              </a:xfrm>
            </p:grpSpPr>
            <p:sp>
              <p:nvSpPr>
                <p:cNvPr id="198" name="Rectangle 45">
                  <a:extLst>
                    <a:ext uri="{FF2B5EF4-FFF2-40B4-BE49-F238E27FC236}">
                      <a16:creationId xmlns:a16="http://schemas.microsoft.com/office/drawing/2014/main" id="{39206D20-AD6D-3242-8865-2C6680CB410C}"/>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9" name="Text Box 46">
                  <a:extLst>
                    <a:ext uri="{FF2B5EF4-FFF2-40B4-BE49-F238E27FC236}">
                      <a16:creationId xmlns:a16="http://schemas.microsoft.com/office/drawing/2014/main" id="{E3BB3556-A335-984F-978A-FECE515B6702}"/>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h</a:t>
                  </a:r>
                  <a:endParaRPr lang="en-US" sz="2000" kern="0" dirty="0">
                    <a:solidFill>
                      <a:srgbClr val="000000"/>
                    </a:solidFill>
                  </a:endParaRPr>
                </a:p>
              </p:txBody>
            </p:sp>
          </p:grpSp>
        </p:grpSp>
        <p:grpSp>
          <p:nvGrpSpPr>
            <p:cNvPr id="186" name="Group 185">
              <a:extLst>
                <a:ext uri="{FF2B5EF4-FFF2-40B4-BE49-F238E27FC236}">
                  <a16:creationId xmlns:a16="http://schemas.microsoft.com/office/drawing/2014/main" id="{3B620D34-7BA8-EF49-AC1C-93F5BBC84AEC}"/>
                </a:ext>
              </a:extLst>
            </p:cNvPr>
            <p:cNvGrpSpPr/>
            <p:nvPr/>
          </p:nvGrpSpPr>
          <p:grpSpPr>
            <a:xfrm>
              <a:off x="8197315" y="5805271"/>
              <a:ext cx="531821" cy="369069"/>
              <a:chOff x="1348328" y="2507397"/>
              <a:chExt cx="603916" cy="419100"/>
            </a:xfrm>
          </p:grpSpPr>
          <p:grpSp>
            <p:nvGrpSpPr>
              <p:cNvPr id="187" name="Group 186">
                <a:extLst>
                  <a:ext uri="{FF2B5EF4-FFF2-40B4-BE49-F238E27FC236}">
                    <a16:creationId xmlns:a16="http://schemas.microsoft.com/office/drawing/2014/main" id="{A6C2F80D-43A1-5746-B518-C0C4F1A20ACD}"/>
                  </a:ext>
                </a:extLst>
              </p:cNvPr>
              <p:cNvGrpSpPr/>
              <p:nvPr/>
            </p:nvGrpSpPr>
            <p:grpSpPr>
              <a:xfrm>
                <a:off x="1348328" y="2555748"/>
                <a:ext cx="603916" cy="308999"/>
                <a:chOff x="5278570" y="2983486"/>
                <a:chExt cx="501650" cy="233363"/>
              </a:xfrm>
            </p:grpSpPr>
            <p:sp>
              <p:nvSpPr>
                <p:cNvPr id="191" name="Oval 5">
                  <a:extLst>
                    <a:ext uri="{FF2B5EF4-FFF2-40B4-BE49-F238E27FC236}">
                      <a16:creationId xmlns:a16="http://schemas.microsoft.com/office/drawing/2014/main" id="{442E1AFF-BC2C-C849-85D1-13E42B701CE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2" name="Line 6">
                  <a:extLst>
                    <a:ext uri="{FF2B5EF4-FFF2-40B4-BE49-F238E27FC236}">
                      <a16:creationId xmlns:a16="http://schemas.microsoft.com/office/drawing/2014/main" id="{C2994154-DB6D-E247-8511-C6FE8D9665F8}"/>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3" name="Line 7">
                  <a:extLst>
                    <a:ext uri="{FF2B5EF4-FFF2-40B4-BE49-F238E27FC236}">
                      <a16:creationId xmlns:a16="http://schemas.microsoft.com/office/drawing/2014/main" id="{C730A3ED-5222-5348-831E-092DE7D6CEE3}"/>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4" name="Rectangle 8">
                  <a:extLst>
                    <a:ext uri="{FF2B5EF4-FFF2-40B4-BE49-F238E27FC236}">
                      <a16:creationId xmlns:a16="http://schemas.microsoft.com/office/drawing/2014/main" id="{BED424F7-1928-5F41-831D-417161F220B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195" name="Oval 9">
                  <a:extLst>
                    <a:ext uri="{FF2B5EF4-FFF2-40B4-BE49-F238E27FC236}">
                      <a16:creationId xmlns:a16="http://schemas.microsoft.com/office/drawing/2014/main" id="{76DDF5F9-ACB7-E642-ACEA-223EE2F5F418}"/>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88" name="Group 44">
                <a:extLst>
                  <a:ext uri="{FF2B5EF4-FFF2-40B4-BE49-F238E27FC236}">
                    <a16:creationId xmlns:a16="http://schemas.microsoft.com/office/drawing/2014/main" id="{495DC56F-8C0E-6549-849D-6D43F4F8BC0A}"/>
                  </a:ext>
                </a:extLst>
              </p:cNvPr>
              <p:cNvGrpSpPr>
                <a:grpSpLocks/>
              </p:cNvGrpSpPr>
              <p:nvPr/>
            </p:nvGrpSpPr>
            <p:grpSpPr bwMode="auto">
              <a:xfrm>
                <a:off x="1500196" y="2507397"/>
                <a:ext cx="267548" cy="419100"/>
                <a:chOff x="2972" y="2425"/>
                <a:chExt cx="171" cy="264"/>
              </a:xfrm>
            </p:grpSpPr>
            <p:sp>
              <p:nvSpPr>
                <p:cNvPr id="189" name="Rectangle 45">
                  <a:extLst>
                    <a:ext uri="{FF2B5EF4-FFF2-40B4-BE49-F238E27FC236}">
                      <a16:creationId xmlns:a16="http://schemas.microsoft.com/office/drawing/2014/main" id="{892DBBAB-E011-FD4A-BA7E-105CEF9075A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0" name="Text Box 46">
                  <a:extLst>
                    <a:ext uri="{FF2B5EF4-FFF2-40B4-BE49-F238E27FC236}">
                      <a16:creationId xmlns:a16="http://schemas.microsoft.com/office/drawing/2014/main" id="{173A4036-1DC3-BD4D-9E66-D9BC48C58BA0}"/>
                    </a:ext>
                  </a:extLst>
                </p:cNvPr>
                <p:cNvSpPr txBox="1">
                  <a:spLocks noChangeArrowheads="1"/>
                </p:cNvSpPr>
                <p:nvPr/>
              </p:nvSpPr>
              <p:spPr bwMode="auto">
                <a:xfrm>
                  <a:off x="2972" y="2425"/>
                  <a:ext cx="17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i</a:t>
                  </a:r>
                  <a:endParaRPr lang="en-US" sz="2000" kern="0" dirty="0">
                    <a:solidFill>
                      <a:srgbClr val="000000"/>
                    </a:solidFill>
                  </a:endParaRPr>
                </a:p>
              </p:txBody>
            </p:sp>
          </p:grpSp>
        </p:grpSp>
      </p:grpSp>
      <p:sp>
        <p:nvSpPr>
          <p:cNvPr id="215" name="TextBox 214">
            <a:extLst>
              <a:ext uri="{FF2B5EF4-FFF2-40B4-BE49-F238E27FC236}">
                <a16:creationId xmlns:a16="http://schemas.microsoft.com/office/drawing/2014/main" id="{74A89238-377F-A840-BB03-52D53CBBC3F3}"/>
              </a:ext>
            </a:extLst>
          </p:cNvPr>
          <p:cNvSpPr txBox="1"/>
          <p:nvPr/>
        </p:nvSpPr>
        <p:spPr>
          <a:xfrm>
            <a:off x="4305782" y="2870522"/>
            <a:ext cx="301686" cy="338554"/>
          </a:xfrm>
          <a:prstGeom prst="rect">
            <a:avLst/>
          </a:prstGeom>
          <a:noFill/>
        </p:spPr>
        <p:txBody>
          <a:bodyPr wrap="square" rtlCol="0">
            <a:spAutoFit/>
          </a:bodyPr>
          <a:lstStyle/>
          <a:p>
            <a:r>
              <a:rPr lang="en-US" sz="1600" dirty="0">
                <a:solidFill>
                  <a:prstClr val="black"/>
                </a:solidFill>
              </a:rPr>
              <a:t>1</a:t>
            </a:r>
          </a:p>
        </p:txBody>
      </p:sp>
      <p:sp>
        <p:nvSpPr>
          <p:cNvPr id="216" name="TextBox 215">
            <a:extLst>
              <a:ext uri="{FF2B5EF4-FFF2-40B4-BE49-F238E27FC236}">
                <a16:creationId xmlns:a16="http://schemas.microsoft.com/office/drawing/2014/main" id="{3D3F7215-9DE8-0542-8CCA-A9CEDC8717E2}"/>
              </a:ext>
            </a:extLst>
          </p:cNvPr>
          <p:cNvSpPr txBox="1"/>
          <p:nvPr/>
        </p:nvSpPr>
        <p:spPr>
          <a:xfrm>
            <a:off x="6217534" y="2860877"/>
            <a:ext cx="288862" cy="338554"/>
          </a:xfrm>
          <a:prstGeom prst="rect">
            <a:avLst/>
          </a:prstGeom>
          <a:noFill/>
        </p:spPr>
        <p:txBody>
          <a:bodyPr wrap="none" rtlCol="0">
            <a:spAutoFit/>
          </a:bodyPr>
          <a:lstStyle/>
          <a:p>
            <a:r>
              <a:rPr lang="en-US" sz="1600" dirty="0">
                <a:solidFill>
                  <a:prstClr val="black"/>
                </a:solidFill>
              </a:rPr>
              <a:t>1</a:t>
            </a:r>
          </a:p>
        </p:txBody>
      </p:sp>
      <p:sp>
        <p:nvSpPr>
          <p:cNvPr id="217" name="TextBox 216">
            <a:extLst>
              <a:ext uri="{FF2B5EF4-FFF2-40B4-BE49-F238E27FC236}">
                <a16:creationId xmlns:a16="http://schemas.microsoft.com/office/drawing/2014/main" id="{FC342D48-14A2-BA4E-A191-060C4177F678}"/>
              </a:ext>
            </a:extLst>
          </p:cNvPr>
          <p:cNvSpPr txBox="1"/>
          <p:nvPr/>
        </p:nvSpPr>
        <p:spPr>
          <a:xfrm>
            <a:off x="4296138" y="4886446"/>
            <a:ext cx="301686" cy="338554"/>
          </a:xfrm>
          <a:prstGeom prst="rect">
            <a:avLst/>
          </a:prstGeom>
          <a:noFill/>
        </p:spPr>
        <p:txBody>
          <a:bodyPr wrap="square" rtlCol="0">
            <a:spAutoFit/>
          </a:bodyPr>
          <a:lstStyle/>
          <a:p>
            <a:r>
              <a:rPr lang="en-US" sz="1600" dirty="0">
                <a:solidFill>
                  <a:prstClr val="black"/>
                </a:solidFill>
              </a:rPr>
              <a:t>1</a:t>
            </a:r>
          </a:p>
        </p:txBody>
      </p:sp>
      <p:sp>
        <p:nvSpPr>
          <p:cNvPr id="218" name="TextBox 217">
            <a:extLst>
              <a:ext uri="{FF2B5EF4-FFF2-40B4-BE49-F238E27FC236}">
                <a16:creationId xmlns:a16="http://schemas.microsoft.com/office/drawing/2014/main" id="{C9336A94-9BC9-8F41-95A7-69E18360DF3D}"/>
              </a:ext>
            </a:extLst>
          </p:cNvPr>
          <p:cNvSpPr txBox="1"/>
          <p:nvPr/>
        </p:nvSpPr>
        <p:spPr>
          <a:xfrm>
            <a:off x="6231040" y="4888376"/>
            <a:ext cx="288862" cy="338554"/>
          </a:xfrm>
          <a:prstGeom prst="rect">
            <a:avLst/>
          </a:prstGeom>
          <a:noFill/>
        </p:spPr>
        <p:txBody>
          <a:bodyPr wrap="none" rtlCol="0">
            <a:spAutoFit/>
          </a:bodyPr>
          <a:lstStyle/>
          <a:p>
            <a:r>
              <a:rPr lang="en-US" sz="1600" dirty="0">
                <a:solidFill>
                  <a:prstClr val="black"/>
                </a:solidFill>
              </a:rPr>
              <a:t>1</a:t>
            </a:r>
          </a:p>
        </p:txBody>
      </p:sp>
      <p:sp>
        <p:nvSpPr>
          <p:cNvPr id="219" name="TextBox 218">
            <a:extLst>
              <a:ext uri="{FF2B5EF4-FFF2-40B4-BE49-F238E27FC236}">
                <a16:creationId xmlns:a16="http://schemas.microsoft.com/office/drawing/2014/main" id="{E11EFAA3-3025-6E40-9F7B-8AEC8E44C52D}"/>
              </a:ext>
            </a:extLst>
          </p:cNvPr>
          <p:cNvSpPr txBox="1"/>
          <p:nvPr/>
        </p:nvSpPr>
        <p:spPr>
          <a:xfrm>
            <a:off x="8154365" y="4890306"/>
            <a:ext cx="288862" cy="338554"/>
          </a:xfrm>
          <a:prstGeom prst="rect">
            <a:avLst/>
          </a:prstGeom>
          <a:noFill/>
        </p:spPr>
        <p:txBody>
          <a:bodyPr wrap="none" rtlCol="0">
            <a:spAutoFit/>
          </a:bodyPr>
          <a:lstStyle/>
          <a:p>
            <a:r>
              <a:rPr lang="en-US" sz="1600" dirty="0">
                <a:solidFill>
                  <a:prstClr val="black"/>
                </a:solidFill>
              </a:rPr>
              <a:t>1</a:t>
            </a:r>
          </a:p>
        </p:txBody>
      </p:sp>
      <p:sp>
        <p:nvSpPr>
          <p:cNvPr id="221" name="TextBox 220">
            <a:extLst>
              <a:ext uri="{FF2B5EF4-FFF2-40B4-BE49-F238E27FC236}">
                <a16:creationId xmlns:a16="http://schemas.microsoft.com/office/drawing/2014/main" id="{EECDCBF1-5ACC-CF43-B981-907337945BA2}"/>
              </a:ext>
            </a:extLst>
          </p:cNvPr>
          <p:cNvSpPr txBox="1"/>
          <p:nvPr/>
        </p:nvSpPr>
        <p:spPr>
          <a:xfrm>
            <a:off x="5442030" y="4029920"/>
            <a:ext cx="301686" cy="338554"/>
          </a:xfrm>
          <a:prstGeom prst="rect">
            <a:avLst/>
          </a:prstGeom>
          <a:noFill/>
        </p:spPr>
        <p:txBody>
          <a:bodyPr wrap="square" rtlCol="0">
            <a:spAutoFit/>
          </a:bodyPr>
          <a:lstStyle/>
          <a:p>
            <a:r>
              <a:rPr lang="en-US" sz="1600" dirty="0">
                <a:solidFill>
                  <a:prstClr val="black"/>
                </a:solidFill>
              </a:rPr>
              <a:t>1</a:t>
            </a:r>
          </a:p>
        </p:txBody>
      </p:sp>
      <p:sp>
        <p:nvSpPr>
          <p:cNvPr id="222" name="TextBox 221">
            <a:extLst>
              <a:ext uri="{FF2B5EF4-FFF2-40B4-BE49-F238E27FC236}">
                <a16:creationId xmlns:a16="http://schemas.microsoft.com/office/drawing/2014/main" id="{2DD32315-0DAF-354B-ADE2-76F406D6A871}"/>
              </a:ext>
            </a:extLst>
          </p:cNvPr>
          <p:cNvSpPr txBox="1"/>
          <p:nvPr/>
        </p:nvSpPr>
        <p:spPr>
          <a:xfrm>
            <a:off x="7353782" y="4020275"/>
            <a:ext cx="288862" cy="338554"/>
          </a:xfrm>
          <a:prstGeom prst="rect">
            <a:avLst/>
          </a:prstGeom>
          <a:noFill/>
        </p:spPr>
        <p:txBody>
          <a:bodyPr wrap="none" rtlCol="0">
            <a:spAutoFit/>
          </a:bodyPr>
          <a:lstStyle/>
          <a:p>
            <a:r>
              <a:rPr lang="en-US" sz="1600" dirty="0">
                <a:solidFill>
                  <a:prstClr val="black"/>
                </a:solidFill>
              </a:rPr>
              <a:t>1</a:t>
            </a:r>
          </a:p>
        </p:txBody>
      </p:sp>
      <p:sp>
        <p:nvSpPr>
          <p:cNvPr id="223" name="TextBox 222">
            <a:extLst>
              <a:ext uri="{FF2B5EF4-FFF2-40B4-BE49-F238E27FC236}">
                <a16:creationId xmlns:a16="http://schemas.microsoft.com/office/drawing/2014/main" id="{25B3E8DA-82E1-B746-9524-A8B47546C7B7}"/>
              </a:ext>
            </a:extLst>
          </p:cNvPr>
          <p:cNvSpPr txBox="1"/>
          <p:nvPr/>
        </p:nvSpPr>
        <p:spPr>
          <a:xfrm>
            <a:off x="5443958" y="5953247"/>
            <a:ext cx="301686" cy="338554"/>
          </a:xfrm>
          <a:prstGeom prst="rect">
            <a:avLst/>
          </a:prstGeom>
          <a:noFill/>
        </p:spPr>
        <p:txBody>
          <a:bodyPr wrap="square" rtlCol="0">
            <a:spAutoFit/>
          </a:bodyPr>
          <a:lstStyle/>
          <a:p>
            <a:r>
              <a:rPr lang="en-US" sz="1600" dirty="0">
                <a:solidFill>
                  <a:prstClr val="black"/>
                </a:solidFill>
              </a:rPr>
              <a:t>1</a:t>
            </a:r>
          </a:p>
        </p:txBody>
      </p:sp>
      <p:sp>
        <p:nvSpPr>
          <p:cNvPr id="224" name="TextBox 223">
            <a:extLst>
              <a:ext uri="{FF2B5EF4-FFF2-40B4-BE49-F238E27FC236}">
                <a16:creationId xmlns:a16="http://schemas.microsoft.com/office/drawing/2014/main" id="{51516E14-40A2-B34F-B880-05B80B68D6FC}"/>
              </a:ext>
            </a:extLst>
          </p:cNvPr>
          <p:cNvSpPr txBox="1"/>
          <p:nvPr/>
        </p:nvSpPr>
        <p:spPr>
          <a:xfrm>
            <a:off x="7355710" y="5943602"/>
            <a:ext cx="288862" cy="338554"/>
          </a:xfrm>
          <a:prstGeom prst="rect">
            <a:avLst/>
          </a:prstGeom>
          <a:noFill/>
        </p:spPr>
        <p:txBody>
          <a:bodyPr wrap="none" rtlCol="0">
            <a:spAutoFit/>
          </a:bodyPr>
          <a:lstStyle/>
          <a:p>
            <a:r>
              <a:rPr lang="en-US" sz="1600" dirty="0">
                <a:solidFill>
                  <a:prstClr val="black"/>
                </a:solidFill>
              </a:rPr>
              <a:t>1</a:t>
            </a:r>
          </a:p>
        </p:txBody>
      </p:sp>
      <p:sp>
        <p:nvSpPr>
          <p:cNvPr id="225" name="TextBox 224">
            <a:extLst>
              <a:ext uri="{FF2B5EF4-FFF2-40B4-BE49-F238E27FC236}">
                <a16:creationId xmlns:a16="http://schemas.microsoft.com/office/drawing/2014/main" id="{9174059A-E895-E740-9A26-AA7943E4A64F}"/>
              </a:ext>
            </a:extLst>
          </p:cNvPr>
          <p:cNvSpPr txBox="1"/>
          <p:nvPr/>
        </p:nvSpPr>
        <p:spPr>
          <a:xfrm>
            <a:off x="5445886" y="2123956"/>
            <a:ext cx="301686" cy="338554"/>
          </a:xfrm>
          <a:prstGeom prst="rect">
            <a:avLst/>
          </a:prstGeom>
          <a:noFill/>
        </p:spPr>
        <p:txBody>
          <a:bodyPr wrap="square" rtlCol="0">
            <a:spAutoFit/>
          </a:bodyPr>
          <a:lstStyle/>
          <a:p>
            <a:r>
              <a:rPr lang="en-US" sz="1600" dirty="0">
                <a:solidFill>
                  <a:prstClr val="black"/>
                </a:solidFill>
              </a:rPr>
              <a:t>8</a:t>
            </a:r>
          </a:p>
        </p:txBody>
      </p:sp>
      <p:sp>
        <p:nvSpPr>
          <p:cNvPr id="226" name="TextBox 225">
            <a:extLst>
              <a:ext uri="{FF2B5EF4-FFF2-40B4-BE49-F238E27FC236}">
                <a16:creationId xmlns:a16="http://schemas.microsoft.com/office/drawing/2014/main" id="{F7510488-7C59-7449-A4EE-C5A32BFCB3A5}"/>
              </a:ext>
            </a:extLst>
          </p:cNvPr>
          <p:cNvSpPr txBox="1"/>
          <p:nvPr/>
        </p:nvSpPr>
        <p:spPr>
          <a:xfrm>
            <a:off x="7357638" y="2114311"/>
            <a:ext cx="288862" cy="338554"/>
          </a:xfrm>
          <a:prstGeom prst="rect">
            <a:avLst/>
          </a:prstGeom>
          <a:noFill/>
        </p:spPr>
        <p:txBody>
          <a:bodyPr wrap="none" rtlCol="0">
            <a:spAutoFit/>
          </a:bodyPr>
          <a:lstStyle/>
          <a:p>
            <a:r>
              <a:rPr lang="en-US" sz="1600" dirty="0">
                <a:solidFill>
                  <a:prstClr val="black"/>
                </a:solidFill>
              </a:rPr>
              <a:t>1</a:t>
            </a:r>
          </a:p>
        </p:txBody>
      </p:sp>
      <p:sp>
        <p:nvSpPr>
          <p:cNvPr id="1032" name="Right Arrow 1031">
            <a:extLst>
              <a:ext uri="{FF2B5EF4-FFF2-40B4-BE49-F238E27FC236}">
                <a16:creationId xmlns:a16="http://schemas.microsoft.com/office/drawing/2014/main" id="{48701230-5EB3-4E4B-BEE9-CAD81136ECFC}"/>
              </a:ext>
            </a:extLst>
          </p:cNvPr>
          <p:cNvSpPr/>
          <p:nvPr/>
        </p:nvSpPr>
        <p:spPr>
          <a:xfrm rot="5400000">
            <a:off x="4399933" y="256130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67" name="Right Arrow 266">
            <a:extLst>
              <a:ext uri="{FF2B5EF4-FFF2-40B4-BE49-F238E27FC236}">
                <a16:creationId xmlns:a16="http://schemas.microsoft.com/office/drawing/2014/main" id="{39C7E016-9840-8340-9D5C-7C9BC5953296}"/>
              </a:ext>
            </a:extLst>
          </p:cNvPr>
          <p:cNvSpPr/>
          <p:nvPr/>
        </p:nvSpPr>
        <p:spPr>
          <a:xfrm rot="16200000">
            <a:off x="4395017" y="3470788"/>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68" name="Right Arrow 267">
            <a:extLst>
              <a:ext uri="{FF2B5EF4-FFF2-40B4-BE49-F238E27FC236}">
                <a16:creationId xmlns:a16="http://schemas.microsoft.com/office/drawing/2014/main" id="{0E4D6E8C-7EAB-9E44-AEFC-4FA875BCA32C}"/>
              </a:ext>
            </a:extLst>
          </p:cNvPr>
          <p:cNvSpPr/>
          <p:nvPr/>
        </p:nvSpPr>
        <p:spPr>
          <a:xfrm rot="5400000">
            <a:off x="6302474" y="2546557"/>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69" name="Right Arrow 268">
            <a:extLst>
              <a:ext uri="{FF2B5EF4-FFF2-40B4-BE49-F238E27FC236}">
                <a16:creationId xmlns:a16="http://schemas.microsoft.com/office/drawing/2014/main" id="{F17D421F-D0A1-B94A-8B49-27953D5C8366}"/>
              </a:ext>
            </a:extLst>
          </p:cNvPr>
          <p:cNvSpPr/>
          <p:nvPr/>
        </p:nvSpPr>
        <p:spPr>
          <a:xfrm rot="16200000">
            <a:off x="6297558" y="3456041"/>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0" name="Right Arrow 269">
            <a:extLst>
              <a:ext uri="{FF2B5EF4-FFF2-40B4-BE49-F238E27FC236}">
                <a16:creationId xmlns:a16="http://schemas.microsoft.com/office/drawing/2014/main" id="{C0BFDAF2-0356-354B-8B44-188593FB5A37}"/>
              </a:ext>
            </a:extLst>
          </p:cNvPr>
          <p:cNvSpPr/>
          <p:nvPr/>
        </p:nvSpPr>
        <p:spPr>
          <a:xfrm rot="5400000">
            <a:off x="4370435" y="445893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1" name="Right Arrow 270">
            <a:extLst>
              <a:ext uri="{FF2B5EF4-FFF2-40B4-BE49-F238E27FC236}">
                <a16:creationId xmlns:a16="http://schemas.microsoft.com/office/drawing/2014/main" id="{112F6083-F42A-6740-A147-C25BA92606DD}"/>
              </a:ext>
            </a:extLst>
          </p:cNvPr>
          <p:cNvSpPr/>
          <p:nvPr/>
        </p:nvSpPr>
        <p:spPr>
          <a:xfrm rot="16200000">
            <a:off x="4365519" y="5368418"/>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2" name="Right Arrow 271">
            <a:extLst>
              <a:ext uri="{FF2B5EF4-FFF2-40B4-BE49-F238E27FC236}">
                <a16:creationId xmlns:a16="http://schemas.microsoft.com/office/drawing/2014/main" id="{D340F2D5-4C4A-D441-99F4-FD489A89E6ED}"/>
              </a:ext>
            </a:extLst>
          </p:cNvPr>
          <p:cNvSpPr/>
          <p:nvPr/>
        </p:nvSpPr>
        <p:spPr>
          <a:xfrm rot="5400000">
            <a:off x="6312308" y="4454022"/>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3" name="Right Arrow 272">
            <a:extLst>
              <a:ext uri="{FF2B5EF4-FFF2-40B4-BE49-F238E27FC236}">
                <a16:creationId xmlns:a16="http://schemas.microsoft.com/office/drawing/2014/main" id="{487BF544-1248-5D4C-B9E4-2B3ACA80EA1C}"/>
              </a:ext>
            </a:extLst>
          </p:cNvPr>
          <p:cNvSpPr/>
          <p:nvPr/>
        </p:nvSpPr>
        <p:spPr>
          <a:xfrm rot="16200000">
            <a:off x="6307392" y="5363506"/>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4" name="Right Arrow 273">
            <a:extLst>
              <a:ext uri="{FF2B5EF4-FFF2-40B4-BE49-F238E27FC236}">
                <a16:creationId xmlns:a16="http://schemas.microsoft.com/office/drawing/2014/main" id="{0DF6A182-C1F7-C14D-900B-3242DA6B4D96}"/>
              </a:ext>
            </a:extLst>
          </p:cNvPr>
          <p:cNvSpPr/>
          <p:nvPr/>
        </p:nvSpPr>
        <p:spPr>
          <a:xfrm rot="5400000">
            <a:off x="8254181" y="4449110"/>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5" name="Right Arrow 274">
            <a:extLst>
              <a:ext uri="{FF2B5EF4-FFF2-40B4-BE49-F238E27FC236}">
                <a16:creationId xmlns:a16="http://schemas.microsoft.com/office/drawing/2014/main" id="{EEAD3E84-70CC-2A46-87CC-F69A6D50ED35}"/>
              </a:ext>
            </a:extLst>
          </p:cNvPr>
          <p:cNvSpPr/>
          <p:nvPr/>
        </p:nvSpPr>
        <p:spPr>
          <a:xfrm rot="16200000">
            <a:off x="8249265" y="535859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9" name="Right Arrow 278">
            <a:extLst>
              <a:ext uri="{FF2B5EF4-FFF2-40B4-BE49-F238E27FC236}">
                <a16:creationId xmlns:a16="http://schemas.microsoft.com/office/drawing/2014/main" id="{A7B19411-E5F9-AC49-9C67-23093CF98D95}"/>
              </a:ext>
            </a:extLst>
          </p:cNvPr>
          <p:cNvSpPr/>
          <p:nvPr/>
        </p:nvSpPr>
        <p:spPr>
          <a:xfrm rot="10800000">
            <a:off x="7582395" y="5829665"/>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80" name="Right Arrow 279">
            <a:extLst>
              <a:ext uri="{FF2B5EF4-FFF2-40B4-BE49-F238E27FC236}">
                <a16:creationId xmlns:a16="http://schemas.microsoft.com/office/drawing/2014/main" id="{19CD2293-67D5-3048-9FAC-78E0AEE8C310}"/>
              </a:ext>
            </a:extLst>
          </p:cNvPr>
          <p:cNvSpPr/>
          <p:nvPr/>
        </p:nvSpPr>
        <p:spPr>
          <a:xfrm>
            <a:off x="6819704" y="5834582"/>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83" name="Group 282">
            <a:extLst>
              <a:ext uri="{FF2B5EF4-FFF2-40B4-BE49-F238E27FC236}">
                <a16:creationId xmlns:a16="http://schemas.microsoft.com/office/drawing/2014/main" id="{A665C0C8-7FDD-0A42-80A3-CC602804C042}"/>
              </a:ext>
            </a:extLst>
          </p:cNvPr>
          <p:cNvGrpSpPr/>
          <p:nvPr/>
        </p:nvGrpSpPr>
        <p:grpSpPr>
          <a:xfrm>
            <a:off x="4336458" y="3833790"/>
            <a:ext cx="4395351" cy="404576"/>
            <a:chOff x="4333785" y="5772213"/>
            <a:chExt cx="4395351" cy="404576"/>
          </a:xfrm>
        </p:grpSpPr>
        <p:grpSp>
          <p:nvGrpSpPr>
            <p:cNvPr id="284" name="Group 283">
              <a:extLst>
                <a:ext uri="{FF2B5EF4-FFF2-40B4-BE49-F238E27FC236}">
                  <a16:creationId xmlns:a16="http://schemas.microsoft.com/office/drawing/2014/main" id="{4C02DC92-2A83-AC4D-B9F0-2BCDE917BDBC}"/>
                </a:ext>
              </a:extLst>
            </p:cNvPr>
            <p:cNvGrpSpPr/>
            <p:nvPr/>
          </p:nvGrpSpPr>
          <p:grpSpPr>
            <a:xfrm>
              <a:off x="4333785" y="5772213"/>
              <a:ext cx="531821" cy="369069"/>
              <a:chOff x="1348328" y="2475647"/>
              <a:chExt cx="603916" cy="419100"/>
            </a:xfrm>
          </p:grpSpPr>
          <p:grpSp>
            <p:nvGrpSpPr>
              <p:cNvPr id="305" name="Group 304">
                <a:extLst>
                  <a:ext uri="{FF2B5EF4-FFF2-40B4-BE49-F238E27FC236}">
                    <a16:creationId xmlns:a16="http://schemas.microsoft.com/office/drawing/2014/main" id="{F01EB862-010E-A34F-8D39-25BC2BED2A63}"/>
                  </a:ext>
                </a:extLst>
              </p:cNvPr>
              <p:cNvGrpSpPr/>
              <p:nvPr/>
            </p:nvGrpSpPr>
            <p:grpSpPr>
              <a:xfrm>
                <a:off x="1348328" y="2555748"/>
                <a:ext cx="603916" cy="308999"/>
                <a:chOff x="5278570" y="2983486"/>
                <a:chExt cx="501650" cy="233363"/>
              </a:xfrm>
            </p:grpSpPr>
            <p:sp>
              <p:nvSpPr>
                <p:cNvPr id="309" name="Oval 5">
                  <a:extLst>
                    <a:ext uri="{FF2B5EF4-FFF2-40B4-BE49-F238E27FC236}">
                      <a16:creationId xmlns:a16="http://schemas.microsoft.com/office/drawing/2014/main" id="{C2A61603-05BC-1E4D-99AA-0AB1CC49473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0" name="Line 6">
                  <a:extLst>
                    <a:ext uri="{FF2B5EF4-FFF2-40B4-BE49-F238E27FC236}">
                      <a16:creationId xmlns:a16="http://schemas.microsoft.com/office/drawing/2014/main" id="{7043DA0E-702D-CD4E-BA28-9341275851D9}"/>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1" name="Line 7">
                  <a:extLst>
                    <a:ext uri="{FF2B5EF4-FFF2-40B4-BE49-F238E27FC236}">
                      <a16:creationId xmlns:a16="http://schemas.microsoft.com/office/drawing/2014/main" id="{CE93F761-782C-C640-B2B6-8CA7492B28BC}"/>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2" name="Rectangle 8">
                  <a:extLst>
                    <a:ext uri="{FF2B5EF4-FFF2-40B4-BE49-F238E27FC236}">
                      <a16:creationId xmlns:a16="http://schemas.microsoft.com/office/drawing/2014/main" id="{723858D6-68CF-1C4E-A28B-A9FF5D728F2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13" name="Oval 9">
                  <a:extLst>
                    <a:ext uri="{FF2B5EF4-FFF2-40B4-BE49-F238E27FC236}">
                      <a16:creationId xmlns:a16="http://schemas.microsoft.com/office/drawing/2014/main" id="{70A7292E-FC97-924B-9010-8079BEC6219F}"/>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06" name="Group 44">
                <a:extLst>
                  <a:ext uri="{FF2B5EF4-FFF2-40B4-BE49-F238E27FC236}">
                    <a16:creationId xmlns:a16="http://schemas.microsoft.com/office/drawing/2014/main" id="{DA3B2173-D171-E340-B704-06A3FE481C71}"/>
                  </a:ext>
                </a:extLst>
              </p:cNvPr>
              <p:cNvGrpSpPr>
                <a:grpSpLocks/>
              </p:cNvGrpSpPr>
              <p:nvPr/>
            </p:nvGrpSpPr>
            <p:grpSpPr bwMode="auto">
              <a:xfrm>
                <a:off x="1456374" y="2475647"/>
                <a:ext cx="355165" cy="419100"/>
                <a:chOff x="2944" y="2405"/>
                <a:chExt cx="227" cy="264"/>
              </a:xfrm>
            </p:grpSpPr>
            <p:sp>
              <p:nvSpPr>
                <p:cNvPr id="307" name="Rectangle 45">
                  <a:extLst>
                    <a:ext uri="{FF2B5EF4-FFF2-40B4-BE49-F238E27FC236}">
                      <a16:creationId xmlns:a16="http://schemas.microsoft.com/office/drawing/2014/main" id="{A7CA85B6-08AA-4840-AE2B-A3321A49B6FA}"/>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8" name="Text Box 46">
                  <a:extLst>
                    <a:ext uri="{FF2B5EF4-FFF2-40B4-BE49-F238E27FC236}">
                      <a16:creationId xmlns:a16="http://schemas.microsoft.com/office/drawing/2014/main" id="{68812F5E-7A92-7B45-BBDE-2068A3A134D0}"/>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d</a:t>
                  </a:r>
                  <a:endParaRPr lang="en-US" sz="2000" kern="0" dirty="0">
                    <a:solidFill>
                      <a:srgbClr val="000000"/>
                    </a:solidFill>
                  </a:endParaRPr>
                </a:p>
              </p:txBody>
            </p:sp>
          </p:grpSp>
        </p:grpSp>
        <p:grpSp>
          <p:nvGrpSpPr>
            <p:cNvPr id="285" name="Group 284">
              <a:extLst>
                <a:ext uri="{FF2B5EF4-FFF2-40B4-BE49-F238E27FC236}">
                  <a16:creationId xmlns:a16="http://schemas.microsoft.com/office/drawing/2014/main" id="{5E3B07EB-D89E-C542-85F0-D68A3698AEC4}"/>
                </a:ext>
              </a:extLst>
            </p:cNvPr>
            <p:cNvGrpSpPr/>
            <p:nvPr/>
          </p:nvGrpSpPr>
          <p:grpSpPr>
            <a:xfrm>
              <a:off x="6263949" y="5807720"/>
              <a:ext cx="531821" cy="369069"/>
              <a:chOff x="1348328" y="2507397"/>
              <a:chExt cx="603916" cy="419100"/>
            </a:xfrm>
          </p:grpSpPr>
          <p:grpSp>
            <p:nvGrpSpPr>
              <p:cNvPr id="296" name="Group 295">
                <a:extLst>
                  <a:ext uri="{FF2B5EF4-FFF2-40B4-BE49-F238E27FC236}">
                    <a16:creationId xmlns:a16="http://schemas.microsoft.com/office/drawing/2014/main" id="{CE2D511A-9878-0E42-B4E3-97548A8A67A3}"/>
                  </a:ext>
                </a:extLst>
              </p:cNvPr>
              <p:cNvGrpSpPr/>
              <p:nvPr/>
            </p:nvGrpSpPr>
            <p:grpSpPr>
              <a:xfrm>
                <a:off x="1348328" y="2555748"/>
                <a:ext cx="603916" cy="308999"/>
                <a:chOff x="5278570" y="2983486"/>
                <a:chExt cx="501650" cy="233363"/>
              </a:xfrm>
            </p:grpSpPr>
            <p:sp>
              <p:nvSpPr>
                <p:cNvPr id="300" name="Oval 5">
                  <a:extLst>
                    <a:ext uri="{FF2B5EF4-FFF2-40B4-BE49-F238E27FC236}">
                      <a16:creationId xmlns:a16="http://schemas.microsoft.com/office/drawing/2014/main" id="{C66E96DA-F1B1-9A41-8B0D-2F21B3B7ACBA}"/>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1" name="Line 6">
                  <a:extLst>
                    <a:ext uri="{FF2B5EF4-FFF2-40B4-BE49-F238E27FC236}">
                      <a16:creationId xmlns:a16="http://schemas.microsoft.com/office/drawing/2014/main" id="{A2387D1F-7EF0-9443-8128-6FF284EC9AF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2" name="Line 7">
                  <a:extLst>
                    <a:ext uri="{FF2B5EF4-FFF2-40B4-BE49-F238E27FC236}">
                      <a16:creationId xmlns:a16="http://schemas.microsoft.com/office/drawing/2014/main" id="{4B183F70-EB28-A94F-BF31-54B939F6B75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3" name="Rectangle 8">
                  <a:extLst>
                    <a:ext uri="{FF2B5EF4-FFF2-40B4-BE49-F238E27FC236}">
                      <a16:creationId xmlns:a16="http://schemas.microsoft.com/office/drawing/2014/main" id="{84BE29FD-A805-D348-99C3-8D3C650618E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04" name="Oval 9">
                  <a:extLst>
                    <a:ext uri="{FF2B5EF4-FFF2-40B4-BE49-F238E27FC236}">
                      <a16:creationId xmlns:a16="http://schemas.microsoft.com/office/drawing/2014/main" id="{BF5D685A-16D6-5B40-9EEF-970D3CDCE370}"/>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97" name="Group 44">
                <a:extLst>
                  <a:ext uri="{FF2B5EF4-FFF2-40B4-BE49-F238E27FC236}">
                    <a16:creationId xmlns:a16="http://schemas.microsoft.com/office/drawing/2014/main" id="{058B095B-B9C0-F84A-B78C-FE9DCA729C71}"/>
                  </a:ext>
                </a:extLst>
              </p:cNvPr>
              <p:cNvGrpSpPr>
                <a:grpSpLocks/>
              </p:cNvGrpSpPr>
              <p:nvPr/>
            </p:nvGrpSpPr>
            <p:grpSpPr bwMode="auto">
              <a:xfrm>
                <a:off x="1456374" y="2507397"/>
                <a:ext cx="355165" cy="419100"/>
                <a:chOff x="2944" y="2425"/>
                <a:chExt cx="227" cy="264"/>
              </a:xfrm>
            </p:grpSpPr>
            <p:sp>
              <p:nvSpPr>
                <p:cNvPr id="298" name="Rectangle 45">
                  <a:extLst>
                    <a:ext uri="{FF2B5EF4-FFF2-40B4-BE49-F238E27FC236}">
                      <a16:creationId xmlns:a16="http://schemas.microsoft.com/office/drawing/2014/main" id="{7FBA9119-2A14-E84A-A39B-55E9D6AE939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9" name="Text Box 46">
                  <a:extLst>
                    <a:ext uri="{FF2B5EF4-FFF2-40B4-BE49-F238E27FC236}">
                      <a16:creationId xmlns:a16="http://schemas.microsoft.com/office/drawing/2014/main" id="{2944FA12-D5D2-E241-A9FC-D4A85A350D0A}"/>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e</a:t>
                  </a:r>
                  <a:endParaRPr lang="en-US" sz="2000" kern="0" dirty="0">
                    <a:solidFill>
                      <a:srgbClr val="000000"/>
                    </a:solidFill>
                  </a:endParaRPr>
                </a:p>
              </p:txBody>
            </p:sp>
          </p:grpSp>
        </p:grpSp>
        <p:grpSp>
          <p:nvGrpSpPr>
            <p:cNvPr id="286" name="Group 285">
              <a:extLst>
                <a:ext uri="{FF2B5EF4-FFF2-40B4-BE49-F238E27FC236}">
                  <a16:creationId xmlns:a16="http://schemas.microsoft.com/office/drawing/2014/main" id="{B9D4EE61-1CC1-6D4C-822D-300C73469B48}"/>
                </a:ext>
              </a:extLst>
            </p:cNvPr>
            <p:cNvGrpSpPr/>
            <p:nvPr/>
          </p:nvGrpSpPr>
          <p:grpSpPr>
            <a:xfrm>
              <a:off x="8197315" y="5805271"/>
              <a:ext cx="531821" cy="369069"/>
              <a:chOff x="1348328" y="2507397"/>
              <a:chExt cx="603916" cy="419100"/>
            </a:xfrm>
          </p:grpSpPr>
          <p:grpSp>
            <p:nvGrpSpPr>
              <p:cNvPr id="287" name="Group 286">
                <a:extLst>
                  <a:ext uri="{FF2B5EF4-FFF2-40B4-BE49-F238E27FC236}">
                    <a16:creationId xmlns:a16="http://schemas.microsoft.com/office/drawing/2014/main" id="{75D4F492-E56A-6541-9F9D-1D85B09999F3}"/>
                  </a:ext>
                </a:extLst>
              </p:cNvPr>
              <p:cNvGrpSpPr/>
              <p:nvPr/>
            </p:nvGrpSpPr>
            <p:grpSpPr>
              <a:xfrm>
                <a:off x="1348328" y="2555748"/>
                <a:ext cx="603916" cy="308999"/>
                <a:chOff x="5278570" y="2983486"/>
                <a:chExt cx="501650" cy="233363"/>
              </a:xfrm>
            </p:grpSpPr>
            <p:sp>
              <p:nvSpPr>
                <p:cNvPr id="291" name="Oval 5">
                  <a:extLst>
                    <a:ext uri="{FF2B5EF4-FFF2-40B4-BE49-F238E27FC236}">
                      <a16:creationId xmlns:a16="http://schemas.microsoft.com/office/drawing/2014/main" id="{190A087A-A659-3E4D-B4FE-1EA13D56BE4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2" name="Line 6">
                  <a:extLst>
                    <a:ext uri="{FF2B5EF4-FFF2-40B4-BE49-F238E27FC236}">
                      <a16:creationId xmlns:a16="http://schemas.microsoft.com/office/drawing/2014/main" id="{E7E9FE4A-5449-D244-A5A8-DEB5E1D8494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3" name="Line 7">
                  <a:extLst>
                    <a:ext uri="{FF2B5EF4-FFF2-40B4-BE49-F238E27FC236}">
                      <a16:creationId xmlns:a16="http://schemas.microsoft.com/office/drawing/2014/main" id="{8C243F83-93B5-2C49-9D61-2E8E8652A48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4" name="Rectangle 8">
                  <a:extLst>
                    <a:ext uri="{FF2B5EF4-FFF2-40B4-BE49-F238E27FC236}">
                      <a16:creationId xmlns:a16="http://schemas.microsoft.com/office/drawing/2014/main" id="{B0B61A2E-99AA-324F-8224-CB0B3B44042C}"/>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95" name="Oval 9">
                  <a:extLst>
                    <a:ext uri="{FF2B5EF4-FFF2-40B4-BE49-F238E27FC236}">
                      <a16:creationId xmlns:a16="http://schemas.microsoft.com/office/drawing/2014/main" id="{2F485C77-8179-0B4E-B93A-E5C91296B443}"/>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88" name="Group 44">
                <a:extLst>
                  <a:ext uri="{FF2B5EF4-FFF2-40B4-BE49-F238E27FC236}">
                    <a16:creationId xmlns:a16="http://schemas.microsoft.com/office/drawing/2014/main" id="{0826EA6F-730D-8C47-8DDA-2C65DD6716BA}"/>
                  </a:ext>
                </a:extLst>
              </p:cNvPr>
              <p:cNvGrpSpPr>
                <a:grpSpLocks/>
              </p:cNvGrpSpPr>
              <p:nvPr/>
            </p:nvGrpSpPr>
            <p:grpSpPr bwMode="auto">
              <a:xfrm>
                <a:off x="1492372" y="2507397"/>
                <a:ext cx="283194" cy="419100"/>
                <a:chOff x="2967" y="2425"/>
                <a:chExt cx="181" cy="264"/>
              </a:xfrm>
            </p:grpSpPr>
            <p:sp>
              <p:nvSpPr>
                <p:cNvPr id="289" name="Rectangle 45">
                  <a:extLst>
                    <a:ext uri="{FF2B5EF4-FFF2-40B4-BE49-F238E27FC236}">
                      <a16:creationId xmlns:a16="http://schemas.microsoft.com/office/drawing/2014/main" id="{C3E85E15-4F40-FF40-89C4-0E851470FA4F}"/>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0" name="Text Box 46">
                  <a:extLst>
                    <a:ext uri="{FF2B5EF4-FFF2-40B4-BE49-F238E27FC236}">
                      <a16:creationId xmlns:a16="http://schemas.microsoft.com/office/drawing/2014/main" id="{1905E332-CD71-E748-AE06-2A274A0D7B18}"/>
                    </a:ext>
                  </a:extLst>
                </p:cNvPr>
                <p:cNvSpPr txBox="1">
                  <a:spLocks noChangeArrowheads="1"/>
                </p:cNvSpPr>
                <p:nvPr/>
              </p:nvSpPr>
              <p:spPr bwMode="auto">
                <a:xfrm>
                  <a:off x="2967" y="2425"/>
                  <a:ext cx="18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f</a:t>
                  </a:r>
                  <a:endParaRPr lang="en-US" sz="2000" kern="0" dirty="0">
                    <a:solidFill>
                      <a:srgbClr val="000000"/>
                    </a:solidFill>
                  </a:endParaRPr>
                </a:p>
              </p:txBody>
            </p:sp>
          </p:grpSp>
        </p:grpSp>
      </p:grpSp>
      <p:grpSp>
        <p:nvGrpSpPr>
          <p:cNvPr id="314" name="Group 313">
            <a:extLst>
              <a:ext uri="{FF2B5EF4-FFF2-40B4-BE49-F238E27FC236}">
                <a16:creationId xmlns:a16="http://schemas.microsoft.com/office/drawing/2014/main" id="{917871C2-1731-FE43-944D-6364CCE85DA9}"/>
              </a:ext>
            </a:extLst>
          </p:cNvPr>
          <p:cNvGrpSpPr/>
          <p:nvPr/>
        </p:nvGrpSpPr>
        <p:grpSpPr>
          <a:xfrm>
            <a:off x="4333785" y="1906063"/>
            <a:ext cx="4395351" cy="404576"/>
            <a:chOff x="4333785" y="5772213"/>
            <a:chExt cx="4395351" cy="404576"/>
          </a:xfrm>
        </p:grpSpPr>
        <p:grpSp>
          <p:nvGrpSpPr>
            <p:cNvPr id="315" name="Group 314">
              <a:extLst>
                <a:ext uri="{FF2B5EF4-FFF2-40B4-BE49-F238E27FC236}">
                  <a16:creationId xmlns:a16="http://schemas.microsoft.com/office/drawing/2014/main" id="{68E7B419-D4D3-3A4B-86E1-D40C76B2BB2C}"/>
                </a:ext>
              </a:extLst>
            </p:cNvPr>
            <p:cNvGrpSpPr/>
            <p:nvPr/>
          </p:nvGrpSpPr>
          <p:grpSpPr>
            <a:xfrm>
              <a:off x="4333785" y="5772213"/>
              <a:ext cx="531821" cy="369069"/>
              <a:chOff x="1348328" y="2475647"/>
              <a:chExt cx="603916" cy="419100"/>
            </a:xfrm>
          </p:grpSpPr>
          <p:grpSp>
            <p:nvGrpSpPr>
              <p:cNvPr id="336" name="Group 335">
                <a:extLst>
                  <a:ext uri="{FF2B5EF4-FFF2-40B4-BE49-F238E27FC236}">
                    <a16:creationId xmlns:a16="http://schemas.microsoft.com/office/drawing/2014/main" id="{93705575-DDBD-3D44-B843-C77E28CEAAD2}"/>
                  </a:ext>
                </a:extLst>
              </p:cNvPr>
              <p:cNvGrpSpPr/>
              <p:nvPr/>
            </p:nvGrpSpPr>
            <p:grpSpPr>
              <a:xfrm>
                <a:off x="1348328" y="2555748"/>
                <a:ext cx="603916" cy="308999"/>
                <a:chOff x="5278570" y="2983486"/>
                <a:chExt cx="501650" cy="233363"/>
              </a:xfrm>
            </p:grpSpPr>
            <p:sp>
              <p:nvSpPr>
                <p:cNvPr id="340" name="Oval 5">
                  <a:extLst>
                    <a:ext uri="{FF2B5EF4-FFF2-40B4-BE49-F238E27FC236}">
                      <a16:creationId xmlns:a16="http://schemas.microsoft.com/office/drawing/2014/main" id="{AF888CEF-6837-CD45-809F-91550C92C80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1" name="Line 6">
                  <a:extLst>
                    <a:ext uri="{FF2B5EF4-FFF2-40B4-BE49-F238E27FC236}">
                      <a16:creationId xmlns:a16="http://schemas.microsoft.com/office/drawing/2014/main" id="{4535759C-A65E-D84B-9508-03E1DC0B824C}"/>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2" name="Line 7">
                  <a:extLst>
                    <a:ext uri="{FF2B5EF4-FFF2-40B4-BE49-F238E27FC236}">
                      <a16:creationId xmlns:a16="http://schemas.microsoft.com/office/drawing/2014/main" id="{FFA7BAB7-E53C-EC41-ACE7-66FCD862969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3" name="Rectangle 8">
                  <a:extLst>
                    <a:ext uri="{FF2B5EF4-FFF2-40B4-BE49-F238E27FC236}">
                      <a16:creationId xmlns:a16="http://schemas.microsoft.com/office/drawing/2014/main" id="{69E05203-3EC0-6447-8988-D4F7C2150FA6}"/>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44" name="Oval 9">
                  <a:extLst>
                    <a:ext uri="{FF2B5EF4-FFF2-40B4-BE49-F238E27FC236}">
                      <a16:creationId xmlns:a16="http://schemas.microsoft.com/office/drawing/2014/main" id="{D9043B05-A159-7D41-90D4-718D621EA02B}"/>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37" name="Group 44">
                <a:extLst>
                  <a:ext uri="{FF2B5EF4-FFF2-40B4-BE49-F238E27FC236}">
                    <a16:creationId xmlns:a16="http://schemas.microsoft.com/office/drawing/2014/main" id="{230264F8-C92F-C344-8341-A92C3D105F2A}"/>
                  </a:ext>
                </a:extLst>
              </p:cNvPr>
              <p:cNvGrpSpPr>
                <a:grpSpLocks/>
              </p:cNvGrpSpPr>
              <p:nvPr/>
            </p:nvGrpSpPr>
            <p:grpSpPr bwMode="auto">
              <a:xfrm>
                <a:off x="1456374" y="2475647"/>
                <a:ext cx="355165" cy="419100"/>
                <a:chOff x="2944" y="2405"/>
                <a:chExt cx="227" cy="264"/>
              </a:xfrm>
            </p:grpSpPr>
            <p:sp>
              <p:nvSpPr>
                <p:cNvPr id="338" name="Rectangle 45">
                  <a:extLst>
                    <a:ext uri="{FF2B5EF4-FFF2-40B4-BE49-F238E27FC236}">
                      <a16:creationId xmlns:a16="http://schemas.microsoft.com/office/drawing/2014/main" id="{F2B81453-DE5E-984D-B97A-6884B0BDD35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9" name="Text Box 46">
                  <a:extLst>
                    <a:ext uri="{FF2B5EF4-FFF2-40B4-BE49-F238E27FC236}">
                      <a16:creationId xmlns:a16="http://schemas.microsoft.com/office/drawing/2014/main" id="{35E945F9-D699-744B-ACB7-587B2AA668D3}"/>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a</a:t>
                  </a:r>
                  <a:endParaRPr lang="en-US" sz="2000" kern="0" dirty="0">
                    <a:solidFill>
                      <a:srgbClr val="000000"/>
                    </a:solidFill>
                  </a:endParaRPr>
                </a:p>
              </p:txBody>
            </p:sp>
          </p:grpSp>
        </p:grpSp>
        <p:grpSp>
          <p:nvGrpSpPr>
            <p:cNvPr id="316" name="Group 315">
              <a:extLst>
                <a:ext uri="{FF2B5EF4-FFF2-40B4-BE49-F238E27FC236}">
                  <a16:creationId xmlns:a16="http://schemas.microsoft.com/office/drawing/2014/main" id="{1CE7BA36-0E22-4F41-B503-121F0E8FF751}"/>
                </a:ext>
              </a:extLst>
            </p:cNvPr>
            <p:cNvGrpSpPr/>
            <p:nvPr/>
          </p:nvGrpSpPr>
          <p:grpSpPr>
            <a:xfrm>
              <a:off x="6263949" y="5807720"/>
              <a:ext cx="531821" cy="369069"/>
              <a:chOff x="1348328" y="2507397"/>
              <a:chExt cx="603916" cy="419100"/>
            </a:xfrm>
          </p:grpSpPr>
          <p:grpSp>
            <p:nvGrpSpPr>
              <p:cNvPr id="327" name="Group 326">
                <a:extLst>
                  <a:ext uri="{FF2B5EF4-FFF2-40B4-BE49-F238E27FC236}">
                    <a16:creationId xmlns:a16="http://schemas.microsoft.com/office/drawing/2014/main" id="{ABA31A37-F3CD-1746-9C86-0557D36C5404}"/>
                  </a:ext>
                </a:extLst>
              </p:cNvPr>
              <p:cNvGrpSpPr/>
              <p:nvPr/>
            </p:nvGrpSpPr>
            <p:grpSpPr>
              <a:xfrm>
                <a:off x="1348328" y="2555748"/>
                <a:ext cx="603916" cy="308999"/>
                <a:chOff x="5278570" y="2983486"/>
                <a:chExt cx="501650" cy="233363"/>
              </a:xfrm>
            </p:grpSpPr>
            <p:sp>
              <p:nvSpPr>
                <p:cNvPr id="331" name="Oval 5">
                  <a:extLst>
                    <a:ext uri="{FF2B5EF4-FFF2-40B4-BE49-F238E27FC236}">
                      <a16:creationId xmlns:a16="http://schemas.microsoft.com/office/drawing/2014/main" id="{39C9919B-E459-6946-BAB3-A266303D27E7}"/>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2" name="Line 6">
                  <a:extLst>
                    <a:ext uri="{FF2B5EF4-FFF2-40B4-BE49-F238E27FC236}">
                      <a16:creationId xmlns:a16="http://schemas.microsoft.com/office/drawing/2014/main" id="{61A62C09-3017-A541-9429-460C1A7F6B50}"/>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3" name="Line 7">
                  <a:extLst>
                    <a:ext uri="{FF2B5EF4-FFF2-40B4-BE49-F238E27FC236}">
                      <a16:creationId xmlns:a16="http://schemas.microsoft.com/office/drawing/2014/main" id="{86063EB7-D2C3-3447-B2FD-57FC1E74D327}"/>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4" name="Rectangle 8">
                  <a:extLst>
                    <a:ext uri="{FF2B5EF4-FFF2-40B4-BE49-F238E27FC236}">
                      <a16:creationId xmlns:a16="http://schemas.microsoft.com/office/drawing/2014/main" id="{BD5BCC42-3550-DF4A-BB55-F643AEBFD9AD}"/>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35" name="Oval 9">
                  <a:extLst>
                    <a:ext uri="{FF2B5EF4-FFF2-40B4-BE49-F238E27FC236}">
                      <a16:creationId xmlns:a16="http://schemas.microsoft.com/office/drawing/2014/main" id="{74611398-E647-494F-A7BD-186BB5CB5454}"/>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28" name="Group 44">
                <a:extLst>
                  <a:ext uri="{FF2B5EF4-FFF2-40B4-BE49-F238E27FC236}">
                    <a16:creationId xmlns:a16="http://schemas.microsoft.com/office/drawing/2014/main" id="{B57BC638-F090-114B-B8BF-7E2F4A6CC8F0}"/>
                  </a:ext>
                </a:extLst>
              </p:cNvPr>
              <p:cNvGrpSpPr>
                <a:grpSpLocks/>
              </p:cNvGrpSpPr>
              <p:nvPr/>
            </p:nvGrpSpPr>
            <p:grpSpPr bwMode="auto">
              <a:xfrm>
                <a:off x="1456374" y="2507397"/>
                <a:ext cx="355165" cy="419100"/>
                <a:chOff x="2944" y="2425"/>
                <a:chExt cx="227" cy="264"/>
              </a:xfrm>
            </p:grpSpPr>
            <p:sp>
              <p:nvSpPr>
                <p:cNvPr id="329" name="Rectangle 45">
                  <a:extLst>
                    <a:ext uri="{FF2B5EF4-FFF2-40B4-BE49-F238E27FC236}">
                      <a16:creationId xmlns:a16="http://schemas.microsoft.com/office/drawing/2014/main" id="{0F91A427-A1B7-A54C-8320-A92F425DFC7E}"/>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0" name="Text Box 46">
                  <a:extLst>
                    <a:ext uri="{FF2B5EF4-FFF2-40B4-BE49-F238E27FC236}">
                      <a16:creationId xmlns:a16="http://schemas.microsoft.com/office/drawing/2014/main" id="{E600E15A-04DE-4F44-AD3B-D284039393AF}"/>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b</a:t>
                  </a:r>
                  <a:endParaRPr lang="en-US" sz="2000" kern="0" dirty="0">
                    <a:solidFill>
                      <a:srgbClr val="000000"/>
                    </a:solidFill>
                  </a:endParaRPr>
                </a:p>
              </p:txBody>
            </p:sp>
          </p:grpSp>
        </p:grpSp>
        <p:grpSp>
          <p:nvGrpSpPr>
            <p:cNvPr id="317" name="Group 316">
              <a:extLst>
                <a:ext uri="{FF2B5EF4-FFF2-40B4-BE49-F238E27FC236}">
                  <a16:creationId xmlns:a16="http://schemas.microsoft.com/office/drawing/2014/main" id="{2EB87748-B820-0349-A8AC-FE8BBD55B257}"/>
                </a:ext>
              </a:extLst>
            </p:cNvPr>
            <p:cNvGrpSpPr/>
            <p:nvPr/>
          </p:nvGrpSpPr>
          <p:grpSpPr>
            <a:xfrm>
              <a:off x="8197315" y="5805271"/>
              <a:ext cx="531821" cy="369069"/>
              <a:chOff x="1348328" y="2507397"/>
              <a:chExt cx="603916" cy="419100"/>
            </a:xfrm>
          </p:grpSpPr>
          <p:grpSp>
            <p:nvGrpSpPr>
              <p:cNvPr id="318" name="Group 317">
                <a:extLst>
                  <a:ext uri="{FF2B5EF4-FFF2-40B4-BE49-F238E27FC236}">
                    <a16:creationId xmlns:a16="http://schemas.microsoft.com/office/drawing/2014/main" id="{EB6E4C7D-CDAA-7F47-A797-1E5FB2A80494}"/>
                  </a:ext>
                </a:extLst>
              </p:cNvPr>
              <p:cNvGrpSpPr/>
              <p:nvPr/>
            </p:nvGrpSpPr>
            <p:grpSpPr>
              <a:xfrm>
                <a:off x="1348328" y="2555748"/>
                <a:ext cx="603916" cy="308999"/>
                <a:chOff x="5278570" y="2983486"/>
                <a:chExt cx="501650" cy="233363"/>
              </a:xfrm>
            </p:grpSpPr>
            <p:sp>
              <p:nvSpPr>
                <p:cNvPr id="322" name="Oval 5">
                  <a:extLst>
                    <a:ext uri="{FF2B5EF4-FFF2-40B4-BE49-F238E27FC236}">
                      <a16:creationId xmlns:a16="http://schemas.microsoft.com/office/drawing/2014/main" id="{F9943B67-FB21-3647-869F-669BE6A721C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3" name="Line 6">
                  <a:extLst>
                    <a:ext uri="{FF2B5EF4-FFF2-40B4-BE49-F238E27FC236}">
                      <a16:creationId xmlns:a16="http://schemas.microsoft.com/office/drawing/2014/main" id="{57CCD935-17C4-B04B-B482-9A946E848EC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4" name="Line 7">
                  <a:extLst>
                    <a:ext uri="{FF2B5EF4-FFF2-40B4-BE49-F238E27FC236}">
                      <a16:creationId xmlns:a16="http://schemas.microsoft.com/office/drawing/2014/main" id="{2FE8EAFF-CC53-364C-974F-2F913B960D6B}"/>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5" name="Rectangle 8">
                  <a:extLst>
                    <a:ext uri="{FF2B5EF4-FFF2-40B4-BE49-F238E27FC236}">
                      <a16:creationId xmlns:a16="http://schemas.microsoft.com/office/drawing/2014/main" id="{B25B691E-9E1D-1E4F-9419-9156013814CE}"/>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26" name="Oval 9">
                  <a:extLst>
                    <a:ext uri="{FF2B5EF4-FFF2-40B4-BE49-F238E27FC236}">
                      <a16:creationId xmlns:a16="http://schemas.microsoft.com/office/drawing/2014/main" id="{9CB3B73F-9E39-EC4E-83F7-FBE10697408E}"/>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19" name="Group 44">
                <a:extLst>
                  <a:ext uri="{FF2B5EF4-FFF2-40B4-BE49-F238E27FC236}">
                    <a16:creationId xmlns:a16="http://schemas.microsoft.com/office/drawing/2014/main" id="{0F42679C-ED56-BC45-8C82-597609DBD4D2}"/>
                  </a:ext>
                </a:extLst>
              </p:cNvPr>
              <p:cNvGrpSpPr>
                <a:grpSpLocks/>
              </p:cNvGrpSpPr>
              <p:nvPr/>
            </p:nvGrpSpPr>
            <p:grpSpPr bwMode="auto">
              <a:xfrm>
                <a:off x="1464202" y="2507397"/>
                <a:ext cx="341084" cy="419100"/>
                <a:chOff x="2949" y="2425"/>
                <a:chExt cx="218" cy="264"/>
              </a:xfrm>
            </p:grpSpPr>
            <p:sp>
              <p:nvSpPr>
                <p:cNvPr id="320" name="Rectangle 45">
                  <a:extLst>
                    <a:ext uri="{FF2B5EF4-FFF2-40B4-BE49-F238E27FC236}">
                      <a16:creationId xmlns:a16="http://schemas.microsoft.com/office/drawing/2014/main" id="{CF557465-1C6C-1245-9762-D6D2D9F891F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1" name="Text Box 46">
                  <a:extLst>
                    <a:ext uri="{FF2B5EF4-FFF2-40B4-BE49-F238E27FC236}">
                      <a16:creationId xmlns:a16="http://schemas.microsoft.com/office/drawing/2014/main" id="{CEEF1658-9381-E84D-81A0-1A501484FB8A}"/>
                    </a:ext>
                  </a:extLst>
                </p:cNvPr>
                <p:cNvSpPr txBox="1">
                  <a:spLocks noChangeArrowheads="1"/>
                </p:cNvSpPr>
                <p:nvPr/>
              </p:nvSpPr>
              <p:spPr bwMode="auto">
                <a:xfrm>
                  <a:off x="2949" y="2425"/>
                  <a:ext cx="218"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c</a:t>
                  </a:r>
                  <a:endParaRPr lang="en-US" sz="2000" kern="0" dirty="0">
                    <a:solidFill>
                      <a:srgbClr val="000000"/>
                    </a:solidFill>
                  </a:endParaRPr>
                </a:p>
              </p:txBody>
            </p:sp>
          </p:grpSp>
        </p:grpSp>
      </p:grpSp>
      <p:sp>
        <p:nvSpPr>
          <p:cNvPr id="346" name="Right Arrow 345">
            <a:extLst>
              <a:ext uri="{FF2B5EF4-FFF2-40B4-BE49-F238E27FC236}">
                <a16:creationId xmlns:a16="http://schemas.microsoft.com/office/drawing/2014/main" id="{042BFE25-0F60-794A-B634-E33D42BAAD21}"/>
              </a:ext>
            </a:extLst>
          </p:cNvPr>
          <p:cNvSpPr/>
          <p:nvPr/>
        </p:nvSpPr>
        <p:spPr>
          <a:xfrm rot="10800000">
            <a:off x="5660017" y="5843033"/>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47" name="Right Arrow 346">
            <a:extLst>
              <a:ext uri="{FF2B5EF4-FFF2-40B4-BE49-F238E27FC236}">
                <a16:creationId xmlns:a16="http://schemas.microsoft.com/office/drawing/2014/main" id="{E9AE3BA5-DCA8-5D4F-A6D6-75EF46834F58}"/>
              </a:ext>
            </a:extLst>
          </p:cNvPr>
          <p:cNvSpPr/>
          <p:nvPr/>
        </p:nvSpPr>
        <p:spPr>
          <a:xfrm>
            <a:off x="4897326" y="5847950"/>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48" name="Right Arrow 347">
            <a:extLst>
              <a:ext uri="{FF2B5EF4-FFF2-40B4-BE49-F238E27FC236}">
                <a16:creationId xmlns:a16="http://schemas.microsoft.com/office/drawing/2014/main" id="{80E704B5-3D0B-2A41-AF24-0F438DFF3159}"/>
              </a:ext>
            </a:extLst>
          </p:cNvPr>
          <p:cNvSpPr/>
          <p:nvPr/>
        </p:nvSpPr>
        <p:spPr>
          <a:xfrm rot="10800000">
            <a:off x="5651998" y="3904611"/>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49" name="Right Arrow 348">
            <a:extLst>
              <a:ext uri="{FF2B5EF4-FFF2-40B4-BE49-F238E27FC236}">
                <a16:creationId xmlns:a16="http://schemas.microsoft.com/office/drawing/2014/main" id="{D96C2F6A-C449-3E42-9B4A-5B9F8178C165}"/>
              </a:ext>
            </a:extLst>
          </p:cNvPr>
          <p:cNvSpPr/>
          <p:nvPr/>
        </p:nvSpPr>
        <p:spPr>
          <a:xfrm>
            <a:off x="4905348" y="3909528"/>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0" name="Right Arrow 349">
            <a:extLst>
              <a:ext uri="{FF2B5EF4-FFF2-40B4-BE49-F238E27FC236}">
                <a16:creationId xmlns:a16="http://schemas.microsoft.com/office/drawing/2014/main" id="{39F8950B-5EB1-4B4E-A0EF-73943A219C7C}"/>
              </a:ext>
            </a:extLst>
          </p:cNvPr>
          <p:cNvSpPr/>
          <p:nvPr/>
        </p:nvSpPr>
        <p:spPr>
          <a:xfrm rot="10800000">
            <a:off x="5660020" y="1966189"/>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1" name="Right Arrow 350">
            <a:extLst>
              <a:ext uri="{FF2B5EF4-FFF2-40B4-BE49-F238E27FC236}">
                <a16:creationId xmlns:a16="http://schemas.microsoft.com/office/drawing/2014/main" id="{DF406DB6-2900-7C44-9860-A0ADA23E2211}"/>
              </a:ext>
            </a:extLst>
          </p:cNvPr>
          <p:cNvSpPr/>
          <p:nvPr/>
        </p:nvSpPr>
        <p:spPr>
          <a:xfrm>
            <a:off x="4924064" y="1987147"/>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2" name="Right Arrow 351">
            <a:extLst>
              <a:ext uri="{FF2B5EF4-FFF2-40B4-BE49-F238E27FC236}">
                <a16:creationId xmlns:a16="http://schemas.microsoft.com/office/drawing/2014/main" id="{EE34E15B-D663-B047-93CF-9B1CD724C0A5}"/>
              </a:ext>
            </a:extLst>
          </p:cNvPr>
          <p:cNvSpPr/>
          <p:nvPr/>
        </p:nvSpPr>
        <p:spPr>
          <a:xfrm rot="10800000">
            <a:off x="7582399" y="1968862"/>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3" name="Right Arrow 352">
            <a:extLst>
              <a:ext uri="{FF2B5EF4-FFF2-40B4-BE49-F238E27FC236}">
                <a16:creationId xmlns:a16="http://schemas.microsoft.com/office/drawing/2014/main" id="{C5E35028-9133-1F45-82D3-DD70357904CF}"/>
              </a:ext>
            </a:extLst>
          </p:cNvPr>
          <p:cNvSpPr/>
          <p:nvPr/>
        </p:nvSpPr>
        <p:spPr>
          <a:xfrm>
            <a:off x="6819708" y="1973779"/>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4" name="Right Arrow 353">
            <a:extLst>
              <a:ext uri="{FF2B5EF4-FFF2-40B4-BE49-F238E27FC236}">
                <a16:creationId xmlns:a16="http://schemas.microsoft.com/office/drawing/2014/main" id="{F9910D40-9F0B-7C47-BDEC-508FFA6BCFDB}"/>
              </a:ext>
            </a:extLst>
          </p:cNvPr>
          <p:cNvSpPr/>
          <p:nvPr/>
        </p:nvSpPr>
        <p:spPr>
          <a:xfrm rot="10800000">
            <a:off x="7595769" y="3907283"/>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5" name="Right Arrow 354">
            <a:extLst>
              <a:ext uri="{FF2B5EF4-FFF2-40B4-BE49-F238E27FC236}">
                <a16:creationId xmlns:a16="http://schemas.microsoft.com/office/drawing/2014/main" id="{EBB9FB89-D51A-8145-8D43-15C959806E3C}"/>
              </a:ext>
            </a:extLst>
          </p:cNvPr>
          <p:cNvSpPr/>
          <p:nvPr/>
        </p:nvSpPr>
        <p:spPr>
          <a:xfrm>
            <a:off x="6833078" y="3912200"/>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58" name="TextBox 157">
            <a:extLst>
              <a:ext uri="{FF2B5EF4-FFF2-40B4-BE49-F238E27FC236}">
                <a16:creationId xmlns:a16="http://schemas.microsoft.com/office/drawing/2014/main" id="{766038ED-ED2A-EA48-9435-9C5569CA63F0}"/>
              </a:ext>
            </a:extLst>
          </p:cNvPr>
          <p:cNvSpPr txBox="1"/>
          <p:nvPr/>
        </p:nvSpPr>
        <p:spPr>
          <a:xfrm flipH="1">
            <a:off x="476445" y="3078991"/>
            <a:ext cx="2195814" cy="2585323"/>
          </a:xfrm>
          <a:prstGeom prst="rect">
            <a:avLst/>
          </a:prstGeom>
          <a:noFill/>
        </p:spPr>
        <p:txBody>
          <a:bodyPr wrap="square" rtlCol="0">
            <a:spAutoFit/>
          </a:bodyPr>
          <a:lstStyle/>
          <a:p>
            <a:pPr>
              <a:lnSpc>
                <a:spcPct val="90000"/>
              </a:lnSpc>
              <a:buClr>
                <a:srgbClr val="0000A8"/>
              </a:buClr>
            </a:pPr>
            <a:r>
              <a:rPr lang="en-US" dirty="0">
                <a:solidFill>
                  <a:prstClr val="black"/>
                </a:solidFill>
              </a:rPr>
              <a:t>All nodes:</a:t>
            </a:r>
          </a:p>
          <a:p>
            <a:pPr marL="174625" indent="-174625">
              <a:lnSpc>
                <a:spcPct val="90000"/>
              </a:lnSpc>
              <a:buClr>
                <a:prstClr val="white">
                  <a:lumMod val="75000"/>
                </a:prstClr>
              </a:buClr>
              <a:buFont typeface="Wingdings" pitchFamily="2" charset="2"/>
              <a:buChar char="§"/>
            </a:pPr>
            <a:r>
              <a:rPr lang="en-US" dirty="0">
                <a:solidFill>
                  <a:prstClr val="white">
                    <a:lumMod val="75000"/>
                  </a:prstClr>
                </a:solidFill>
              </a:rPr>
              <a:t>receive distance vectors from neighbors</a:t>
            </a:r>
          </a:p>
          <a:p>
            <a:pPr marL="174625" indent="-174625">
              <a:lnSpc>
                <a:spcPct val="90000"/>
              </a:lnSpc>
              <a:buClr>
                <a:prstClr val="white">
                  <a:lumMod val="75000"/>
                </a:prstClr>
              </a:buClr>
              <a:buFont typeface="Wingdings" pitchFamily="2" charset="2"/>
              <a:buChar char="§"/>
            </a:pPr>
            <a:r>
              <a:rPr lang="en-US" dirty="0">
                <a:solidFill>
                  <a:prstClr val="white">
                    <a:lumMod val="75000"/>
                  </a:prstClr>
                </a:solidFill>
              </a:rPr>
              <a:t>compute their new local  distance vector</a:t>
            </a:r>
          </a:p>
          <a:p>
            <a:pPr marL="174625" indent="-174625">
              <a:lnSpc>
                <a:spcPct val="90000"/>
              </a:lnSpc>
              <a:buClr>
                <a:srgbClr val="0000A8"/>
              </a:buClr>
              <a:buFont typeface="Wingdings" pitchFamily="2" charset="2"/>
              <a:buChar char="§"/>
            </a:pPr>
            <a:r>
              <a:rPr lang="en-US" dirty="0">
                <a:solidFill>
                  <a:prstClr val="black"/>
                </a:solidFill>
              </a:rPr>
              <a:t>send their new local distance vector to neighbors</a:t>
            </a:r>
          </a:p>
        </p:txBody>
      </p:sp>
      <p:grpSp>
        <p:nvGrpSpPr>
          <p:cNvPr id="159" name="Group 158">
            <a:extLst>
              <a:ext uri="{FF2B5EF4-FFF2-40B4-BE49-F238E27FC236}">
                <a16:creationId xmlns:a16="http://schemas.microsoft.com/office/drawing/2014/main" id="{4AAED925-F16C-8F45-B5D7-47EABDB0B993}"/>
              </a:ext>
            </a:extLst>
          </p:cNvPr>
          <p:cNvGrpSpPr/>
          <p:nvPr/>
        </p:nvGrpSpPr>
        <p:grpSpPr>
          <a:xfrm>
            <a:off x="584365" y="1859143"/>
            <a:ext cx="736099" cy="1229581"/>
            <a:chOff x="10030307" y="3444875"/>
            <a:chExt cx="736099" cy="1229581"/>
          </a:xfrm>
        </p:grpSpPr>
        <p:sp>
          <p:nvSpPr>
            <p:cNvPr id="160" name="TextBox 159">
              <a:extLst>
                <a:ext uri="{FF2B5EF4-FFF2-40B4-BE49-F238E27FC236}">
                  <a16:creationId xmlns:a16="http://schemas.microsoft.com/office/drawing/2014/main" id="{6655EB12-A2B9-9D4A-A0A9-F9958BDB0106}"/>
                </a:ext>
              </a:extLst>
            </p:cNvPr>
            <p:cNvSpPr txBox="1"/>
            <p:nvPr/>
          </p:nvSpPr>
          <p:spPr>
            <a:xfrm>
              <a:off x="10030307" y="4089681"/>
              <a:ext cx="736099" cy="584775"/>
            </a:xfrm>
            <a:prstGeom prst="rect">
              <a:avLst/>
            </a:prstGeom>
            <a:noFill/>
          </p:spPr>
          <p:txBody>
            <a:bodyPr wrap="none" rtlCol="0">
              <a:spAutoFit/>
            </a:bodyPr>
            <a:lstStyle/>
            <a:p>
              <a:r>
                <a:rPr lang="en-US" sz="3200" dirty="0">
                  <a:solidFill>
                    <a:prstClr val="black"/>
                  </a:solidFill>
                </a:rPr>
                <a:t>t=1</a:t>
              </a:r>
            </a:p>
          </p:txBody>
        </p:sp>
        <p:grpSp>
          <p:nvGrpSpPr>
            <p:cNvPr id="161" name="Group 160">
              <a:extLst>
                <a:ext uri="{FF2B5EF4-FFF2-40B4-BE49-F238E27FC236}">
                  <a16:creationId xmlns:a16="http://schemas.microsoft.com/office/drawing/2014/main" id="{0523D739-F413-264B-A745-A38C62E06D3B}"/>
                </a:ext>
              </a:extLst>
            </p:cNvPr>
            <p:cNvGrpSpPr/>
            <p:nvPr/>
          </p:nvGrpSpPr>
          <p:grpSpPr>
            <a:xfrm>
              <a:off x="10034588" y="3444875"/>
              <a:ext cx="682627" cy="682625"/>
              <a:chOff x="10034588" y="3444875"/>
              <a:chExt cx="682627" cy="682625"/>
            </a:xfrm>
          </p:grpSpPr>
          <p:sp>
            <p:nvSpPr>
              <p:cNvPr id="162" name="Oval 161">
                <a:extLst>
                  <a:ext uri="{FF2B5EF4-FFF2-40B4-BE49-F238E27FC236}">
                    <a16:creationId xmlns:a16="http://schemas.microsoft.com/office/drawing/2014/main" id="{CB814881-01DB-0E43-BA2F-B64D7EA26896}"/>
                  </a:ext>
                </a:extLst>
              </p:cNvPr>
              <p:cNvSpPr/>
              <p:nvPr/>
            </p:nvSpPr>
            <p:spPr>
              <a:xfrm>
                <a:off x="10039551" y="3449256"/>
                <a:ext cx="671332" cy="671332"/>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163" name="Straight Connector 162">
                <a:extLst>
                  <a:ext uri="{FF2B5EF4-FFF2-40B4-BE49-F238E27FC236}">
                    <a16:creationId xmlns:a16="http://schemas.microsoft.com/office/drawing/2014/main" id="{08775389-41CA-4740-B083-4D54E5FAECED}"/>
                  </a:ext>
                </a:extLst>
              </p:cNvPr>
              <p:cNvCxnSpPr/>
              <p:nvPr/>
            </p:nvCxnSpPr>
            <p:spPr>
              <a:xfrm>
                <a:off x="10372725" y="34448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3E6B6CB9-512E-6343-AD8B-BBAB6CE819A4}"/>
                  </a:ext>
                </a:extLst>
              </p:cNvPr>
              <p:cNvCxnSpPr/>
              <p:nvPr/>
            </p:nvCxnSpPr>
            <p:spPr>
              <a:xfrm>
                <a:off x="10372725" y="40671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6B84002D-08B3-2041-9EB9-DE4D7AA96DC7}"/>
                  </a:ext>
                </a:extLst>
              </p:cNvPr>
              <p:cNvCxnSpPr>
                <a:cxnSpLocks/>
              </p:cNvCxnSpPr>
              <p:nvPr/>
            </p:nvCxnSpPr>
            <p:spPr>
              <a:xfrm rot="16200000">
                <a:off x="10064751"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10AF67D-3C60-074D-85D9-BB7F3C22BA6E}"/>
                  </a:ext>
                </a:extLst>
              </p:cNvPr>
              <p:cNvCxnSpPr>
                <a:cxnSpLocks/>
              </p:cNvCxnSpPr>
              <p:nvPr/>
            </p:nvCxnSpPr>
            <p:spPr>
              <a:xfrm rot="16200000">
                <a:off x="10687053"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D7001C9A-A249-5941-879B-C26FFA2151F7}"/>
                  </a:ext>
                </a:extLst>
              </p:cNvPr>
              <p:cNvCxnSpPr>
                <a:cxnSpLocks/>
              </p:cNvCxnSpPr>
              <p:nvPr/>
            </p:nvCxnSpPr>
            <p:spPr>
              <a:xfrm>
                <a:off x="10523542" y="40370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F6CFD6FA-4D66-9F4F-9565-82515FD78B17}"/>
                  </a:ext>
                </a:extLst>
              </p:cNvPr>
              <p:cNvCxnSpPr>
                <a:cxnSpLocks/>
              </p:cNvCxnSpPr>
              <p:nvPr/>
            </p:nvCxnSpPr>
            <p:spPr>
              <a:xfrm>
                <a:off x="10202867" y="34909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3AF8B4F1-6823-4E49-BDC2-8B3DFF75FC97}"/>
                  </a:ext>
                </a:extLst>
              </p:cNvPr>
              <p:cNvCxnSpPr>
                <a:cxnSpLocks/>
              </p:cNvCxnSpPr>
              <p:nvPr/>
            </p:nvCxnSpPr>
            <p:spPr>
              <a:xfrm flipH="1">
                <a:off x="10196517" y="40338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A8A30E75-242F-B744-AD86-D5121CF798F7}"/>
                  </a:ext>
                </a:extLst>
              </p:cNvPr>
              <p:cNvCxnSpPr>
                <a:cxnSpLocks/>
              </p:cNvCxnSpPr>
              <p:nvPr/>
            </p:nvCxnSpPr>
            <p:spPr>
              <a:xfrm flipH="1">
                <a:off x="10517192" y="34877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CA6C8979-7ABA-2548-A690-DBB79A1510E8}"/>
                  </a:ext>
                </a:extLst>
              </p:cNvPr>
              <p:cNvCxnSpPr>
                <a:cxnSpLocks/>
              </p:cNvCxnSpPr>
              <p:nvPr/>
            </p:nvCxnSpPr>
            <p:spPr>
              <a:xfrm flipH="1">
                <a:off x="10631493" y="36115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9D0B68AA-F684-FE43-A969-18E51C1C177F}"/>
                  </a:ext>
                </a:extLst>
              </p:cNvPr>
              <p:cNvCxnSpPr>
                <a:cxnSpLocks/>
              </p:cNvCxnSpPr>
              <p:nvPr/>
            </p:nvCxnSpPr>
            <p:spPr>
              <a:xfrm flipH="1">
                <a:off x="10085393" y="39290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5419F84A-0D3B-EF47-949B-02A63FAFFC86}"/>
                  </a:ext>
                </a:extLst>
              </p:cNvPr>
              <p:cNvCxnSpPr>
                <a:cxnSpLocks/>
              </p:cNvCxnSpPr>
              <p:nvPr/>
            </p:nvCxnSpPr>
            <p:spPr>
              <a:xfrm flipH="1" flipV="1">
                <a:off x="10094918" y="36147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FDC9525E-B8EE-704E-94A9-DA434054CDB0}"/>
                  </a:ext>
                </a:extLst>
              </p:cNvPr>
              <p:cNvCxnSpPr>
                <a:cxnSpLocks/>
              </p:cNvCxnSpPr>
              <p:nvPr/>
            </p:nvCxnSpPr>
            <p:spPr>
              <a:xfrm flipH="1" flipV="1">
                <a:off x="10631493" y="39322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175" name="Oval 174">
                <a:extLst>
                  <a:ext uri="{FF2B5EF4-FFF2-40B4-BE49-F238E27FC236}">
                    <a16:creationId xmlns:a16="http://schemas.microsoft.com/office/drawing/2014/main" id="{1326D6D5-4368-3242-940E-7E5978F1247E}"/>
                  </a:ext>
                </a:extLst>
              </p:cNvPr>
              <p:cNvSpPr/>
              <p:nvPr/>
            </p:nvSpPr>
            <p:spPr>
              <a:xfrm>
                <a:off x="10331450" y="3743325"/>
                <a:ext cx="82550" cy="87136"/>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cxnSp>
        <p:nvCxnSpPr>
          <p:cNvPr id="153" name="Straight Connector 152">
            <a:extLst>
              <a:ext uri="{FF2B5EF4-FFF2-40B4-BE49-F238E27FC236}">
                <a16:creationId xmlns:a16="http://schemas.microsoft.com/office/drawing/2014/main" id="{1BDF6761-A298-0649-AD22-E32D353E085B}"/>
              </a:ext>
            </a:extLst>
          </p:cNvPr>
          <p:cNvCxnSpPr>
            <a:cxnSpLocks/>
          </p:cNvCxnSpPr>
          <p:nvPr/>
        </p:nvCxnSpPr>
        <p:spPr>
          <a:xfrm flipH="1">
            <a:off x="908583" y="1975104"/>
            <a:ext cx="148463" cy="246136"/>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875853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1032"/>
                                        </p:tgtEl>
                                        <p:attrNameLst>
                                          <p:attrName>style.visibility</p:attrName>
                                        </p:attrNameLst>
                                      </p:cBhvr>
                                      <p:to>
                                        <p:strVal val="visible"/>
                                      </p:to>
                                    </p:set>
                                    <p:animEffect transition="in" filter="wipe(up)">
                                      <p:cBhvr>
                                        <p:cTn id="7" dur="1000"/>
                                        <p:tgtEl>
                                          <p:spTgt spid="1032"/>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351"/>
                                        </p:tgtEl>
                                        <p:attrNameLst>
                                          <p:attrName>style.visibility</p:attrName>
                                        </p:attrNameLst>
                                      </p:cBhvr>
                                      <p:to>
                                        <p:strVal val="visible"/>
                                      </p:to>
                                    </p:set>
                                    <p:animEffect transition="in" filter="wipe(left)">
                                      <p:cBhvr>
                                        <p:cTn id="10" dur="1000"/>
                                        <p:tgtEl>
                                          <p:spTgt spid="351"/>
                                        </p:tgtEl>
                                      </p:cBhvr>
                                    </p:animEffect>
                                  </p:childTnLst>
                                </p:cTn>
                              </p:par>
                              <p:par>
                                <p:cTn id="11" presetID="22" presetClass="entr" presetSubtype="2" fill="hold" grpId="0" nodeType="withEffect">
                                  <p:stCondLst>
                                    <p:cond delay="0"/>
                                  </p:stCondLst>
                                  <p:childTnLst>
                                    <p:set>
                                      <p:cBhvr>
                                        <p:cTn id="12" dur="1" fill="hold">
                                          <p:stCondLst>
                                            <p:cond delay="0"/>
                                          </p:stCondLst>
                                        </p:cTn>
                                        <p:tgtEl>
                                          <p:spTgt spid="350"/>
                                        </p:tgtEl>
                                        <p:attrNameLst>
                                          <p:attrName>style.visibility</p:attrName>
                                        </p:attrNameLst>
                                      </p:cBhvr>
                                      <p:to>
                                        <p:strVal val="visible"/>
                                      </p:to>
                                    </p:set>
                                    <p:animEffect transition="in" filter="wipe(right)">
                                      <p:cBhvr>
                                        <p:cTn id="13" dur="1000"/>
                                        <p:tgtEl>
                                          <p:spTgt spid="350"/>
                                        </p:tgtEl>
                                      </p:cBhvr>
                                    </p:animEffect>
                                  </p:childTnLst>
                                </p:cTn>
                              </p:par>
                              <p:par>
                                <p:cTn id="14" presetID="22" presetClass="entr" presetSubtype="1" fill="hold" grpId="0" nodeType="withEffect">
                                  <p:stCondLst>
                                    <p:cond delay="0"/>
                                  </p:stCondLst>
                                  <p:childTnLst>
                                    <p:set>
                                      <p:cBhvr>
                                        <p:cTn id="15" dur="1" fill="hold">
                                          <p:stCondLst>
                                            <p:cond delay="0"/>
                                          </p:stCondLst>
                                        </p:cTn>
                                        <p:tgtEl>
                                          <p:spTgt spid="268"/>
                                        </p:tgtEl>
                                        <p:attrNameLst>
                                          <p:attrName>style.visibility</p:attrName>
                                        </p:attrNameLst>
                                      </p:cBhvr>
                                      <p:to>
                                        <p:strVal val="visible"/>
                                      </p:to>
                                    </p:set>
                                    <p:animEffect transition="in" filter="wipe(up)">
                                      <p:cBhvr>
                                        <p:cTn id="16" dur="1000"/>
                                        <p:tgtEl>
                                          <p:spTgt spid="268"/>
                                        </p:tgtEl>
                                      </p:cBhvr>
                                    </p:animEffect>
                                  </p:childTnLst>
                                </p:cTn>
                              </p:par>
                              <p:par>
                                <p:cTn id="17" presetID="22" presetClass="entr" presetSubtype="8" fill="hold" grpId="0" nodeType="withEffect">
                                  <p:stCondLst>
                                    <p:cond delay="0"/>
                                  </p:stCondLst>
                                  <p:childTnLst>
                                    <p:set>
                                      <p:cBhvr>
                                        <p:cTn id="18" dur="1" fill="hold">
                                          <p:stCondLst>
                                            <p:cond delay="0"/>
                                          </p:stCondLst>
                                        </p:cTn>
                                        <p:tgtEl>
                                          <p:spTgt spid="353"/>
                                        </p:tgtEl>
                                        <p:attrNameLst>
                                          <p:attrName>style.visibility</p:attrName>
                                        </p:attrNameLst>
                                      </p:cBhvr>
                                      <p:to>
                                        <p:strVal val="visible"/>
                                      </p:to>
                                    </p:set>
                                    <p:animEffect transition="in" filter="wipe(left)">
                                      <p:cBhvr>
                                        <p:cTn id="19" dur="1000"/>
                                        <p:tgtEl>
                                          <p:spTgt spid="353"/>
                                        </p:tgtEl>
                                      </p:cBhvr>
                                    </p:animEffect>
                                  </p:childTnLst>
                                </p:cTn>
                              </p:par>
                              <p:par>
                                <p:cTn id="20" presetID="22" presetClass="entr" presetSubtype="2" fill="hold" grpId="0" nodeType="withEffect">
                                  <p:stCondLst>
                                    <p:cond delay="0"/>
                                  </p:stCondLst>
                                  <p:childTnLst>
                                    <p:set>
                                      <p:cBhvr>
                                        <p:cTn id="21" dur="1" fill="hold">
                                          <p:stCondLst>
                                            <p:cond delay="0"/>
                                          </p:stCondLst>
                                        </p:cTn>
                                        <p:tgtEl>
                                          <p:spTgt spid="352"/>
                                        </p:tgtEl>
                                        <p:attrNameLst>
                                          <p:attrName>style.visibility</p:attrName>
                                        </p:attrNameLst>
                                      </p:cBhvr>
                                      <p:to>
                                        <p:strVal val="visible"/>
                                      </p:to>
                                    </p:set>
                                    <p:animEffect transition="in" filter="wipe(right)">
                                      <p:cBhvr>
                                        <p:cTn id="22" dur="1000"/>
                                        <p:tgtEl>
                                          <p:spTgt spid="352"/>
                                        </p:tgtEl>
                                      </p:cBhvr>
                                    </p:animEffect>
                                  </p:childTnLst>
                                </p:cTn>
                              </p:par>
                              <p:par>
                                <p:cTn id="23" presetID="22" presetClass="entr" presetSubtype="4" fill="hold" grpId="0" nodeType="withEffect">
                                  <p:stCondLst>
                                    <p:cond delay="0"/>
                                  </p:stCondLst>
                                  <p:childTnLst>
                                    <p:set>
                                      <p:cBhvr>
                                        <p:cTn id="24" dur="1" fill="hold">
                                          <p:stCondLst>
                                            <p:cond delay="0"/>
                                          </p:stCondLst>
                                        </p:cTn>
                                        <p:tgtEl>
                                          <p:spTgt spid="267"/>
                                        </p:tgtEl>
                                        <p:attrNameLst>
                                          <p:attrName>style.visibility</p:attrName>
                                        </p:attrNameLst>
                                      </p:cBhvr>
                                      <p:to>
                                        <p:strVal val="visible"/>
                                      </p:to>
                                    </p:set>
                                    <p:animEffect transition="in" filter="wipe(down)">
                                      <p:cBhvr>
                                        <p:cTn id="25" dur="1000"/>
                                        <p:tgtEl>
                                          <p:spTgt spid="267"/>
                                        </p:tgtEl>
                                      </p:cBhvr>
                                    </p:animEffect>
                                  </p:childTnLst>
                                </p:cTn>
                              </p:par>
                              <p:par>
                                <p:cTn id="26" presetID="22" presetClass="entr" presetSubtype="8" fill="hold" grpId="0" nodeType="withEffect">
                                  <p:stCondLst>
                                    <p:cond delay="0"/>
                                  </p:stCondLst>
                                  <p:childTnLst>
                                    <p:set>
                                      <p:cBhvr>
                                        <p:cTn id="27" dur="1" fill="hold">
                                          <p:stCondLst>
                                            <p:cond delay="0"/>
                                          </p:stCondLst>
                                        </p:cTn>
                                        <p:tgtEl>
                                          <p:spTgt spid="349"/>
                                        </p:tgtEl>
                                        <p:attrNameLst>
                                          <p:attrName>style.visibility</p:attrName>
                                        </p:attrNameLst>
                                      </p:cBhvr>
                                      <p:to>
                                        <p:strVal val="visible"/>
                                      </p:to>
                                    </p:set>
                                    <p:animEffect transition="in" filter="wipe(left)">
                                      <p:cBhvr>
                                        <p:cTn id="28" dur="1000"/>
                                        <p:tgtEl>
                                          <p:spTgt spid="349"/>
                                        </p:tgtEl>
                                      </p:cBhvr>
                                    </p:animEffect>
                                  </p:childTnLst>
                                </p:cTn>
                              </p:par>
                              <p:par>
                                <p:cTn id="29" presetID="22" presetClass="entr" presetSubtype="1" fill="hold" grpId="0" nodeType="withEffect">
                                  <p:stCondLst>
                                    <p:cond delay="0"/>
                                  </p:stCondLst>
                                  <p:childTnLst>
                                    <p:set>
                                      <p:cBhvr>
                                        <p:cTn id="30" dur="1" fill="hold">
                                          <p:stCondLst>
                                            <p:cond delay="0"/>
                                          </p:stCondLst>
                                        </p:cTn>
                                        <p:tgtEl>
                                          <p:spTgt spid="270"/>
                                        </p:tgtEl>
                                        <p:attrNameLst>
                                          <p:attrName>style.visibility</p:attrName>
                                        </p:attrNameLst>
                                      </p:cBhvr>
                                      <p:to>
                                        <p:strVal val="visible"/>
                                      </p:to>
                                    </p:set>
                                    <p:animEffect transition="in" filter="wipe(up)">
                                      <p:cBhvr>
                                        <p:cTn id="31" dur="1000"/>
                                        <p:tgtEl>
                                          <p:spTgt spid="270"/>
                                        </p:tgtEl>
                                      </p:cBhvr>
                                    </p:animEffect>
                                  </p:childTnLst>
                                </p:cTn>
                              </p:par>
                              <p:par>
                                <p:cTn id="32" presetID="22" presetClass="entr" presetSubtype="2" fill="hold" grpId="0" nodeType="withEffect">
                                  <p:stCondLst>
                                    <p:cond delay="0"/>
                                  </p:stCondLst>
                                  <p:childTnLst>
                                    <p:set>
                                      <p:cBhvr>
                                        <p:cTn id="33" dur="1" fill="hold">
                                          <p:stCondLst>
                                            <p:cond delay="0"/>
                                          </p:stCondLst>
                                        </p:cTn>
                                        <p:tgtEl>
                                          <p:spTgt spid="348"/>
                                        </p:tgtEl>
                                        <p:attrNameLst>
                                          <p:attrName>style.visibility</p:attrName>
                                        </p:attrNameLst>
                                      </p:cBhvr>
                                      <p:to>
                                        <p:strVal val="visible"/>
                                      </p:to>
                                    </p:set>
                                    <p:animEffect transition="in" filter="wipe(right)">
                                      <p:cBhvr>
                                        <p:cTn id="34" dur="1000"/>
                                        <p:tgtEl>
                                          <p:spTgt spid="348"/>
                                        </p:tgtEl>
                                      </p:cBhvr>
                                    </p:animEffect>
                                  </p:childTnLst>
                                </p:cTn>
                              </p:par>
                              <p:par>
                                <p:cTn id="35" presetID="22" presetClass="entr" presetSubtype="4" fill="hold" grpId="0" nodeType="withEffect">
                                  <p:stCondLst>
                                    <p:cond delay="0"/>
                                  </p:stCondLst>
                                  <p:childTnLst>
                                    <p:set>
                                      <p:cBhvr>
                                        <p:cTn id="36" dur="1" fill="hold">
                                          <p:stCondLst>
                                            <p:cond delay="0"/>
                                          </p:stCondLst>
                                        </p:cTn>
                                        <p:tgtEl>
                                          <p:spTgt spid="269"/>
                                        </p:tgtEl>
                                        <p:attrNameLst>
                                          <p:attrName>style.visibility</p:attrName>
                                        </p:attrNameLst>
                                      </p:cBhvr>
                                      <p:to>
                                        <p:strVal val="visible"/>
                                      </p:to>
                                    </p:set>
                                    <p:animEffect transition="in" filter="wipe(down)">
                                      <p:cBhvr>
                                        <p:cTn id="37" dur="1000"/>
                                        <p:tgtEl>
                                          <p:spTgt spid="269"/>
                                        </p:tgtEl>
                                      </p:cBhvr>
                                    </p:animEffect>
                                  </p:childTnLst>
                                </p:cTn>
                              </p:par>
                              <p:par>
                                <p:cTn id="38" presetID="22" presetClass="entr" presetSubtype="8" fill="hold" grpId="0" nodeType="withEffect">
                                  <p:stCondLst>
                                    <p:cond delay="0"/>
                                  </p:stCondLst>
                                  <p:childTnLst>
                                    <p:set>
                                      <p:cBhvr>
                                        <p:cTn id="39" dur="1" fill="hold">
                                          <p:stCondLst>
                                            <p:cond delay="0"/>
                                          </p:stCondLst>
                                        </p:cTn>
                                        <p:tgtEl>
                                          <p:spTgt spid="355"/>
                                        </p:tgtEl>
                                        <p:attrNameLst>
                                          <p:attrName>style.visibility</p:attrName>
                                        </p:attrNameLst>
                                      </p:cBhvr>
                                      <p:to>
                                        <p:strVal val="visible"/>
                                      </p:to>
                                    </p:set>
                                    <p:animEffect transition="in" filter="wipe(left)">
                                      <p:cBhvr>
                                        <p:cTn id="40" dur="1000"/>
                                        <p:tgtEl>
                                          <p:spTgt spid="355"/>
                                        </p:tgtEl>
                                      </p:cBhvr>
                                    </p:animEffect>
                                  </p:childTnLst>
                                </p:cTn>
                              </p:par>
                              <p:par>
                                <p:cTn id="41" presetID="22" presetClass="entr" presetSubtype="1" fill="hold" grpId="0" nodeType="withEffect">
                                  <p:stCondLst>
                                    <p:cond delay="0"/>
                                  </p:stCondLst>
                                  <p:childTnLst>
                                    <p:set>
                                      <p:cBhvr>
                                        <p:cTn id="42" dur="1" fill="hold">
                                          <p:stCondLst>
                                            <p:cond delay="0"/>
                                          </p:stCondLst>
                                        </p:cTn>
                                        <p:tgtEl>
                                          <p:spTgt spid="272"/>
                                        </p:tgtEl>
                                        <p:attrNameLst>
                                          <p:attrName>style.visibility</p:attrName>
                                        </p:attrNameLst>
                                      </p:cBhvr>
                                      <p:to>
                                        <p:strVal val="visible"/>
                                      </p:to>
                                    </p:set>
                                    <p:animEffect transition="in" filter="wipe(up)">
                                      <p:cBhvr>
                                        <p:cTn id="43" dur="1000"/>
                                        <p:tgtEl>
                                          <p:spTgt spid="272"/>
                                        </p:tgtEl>
                                      </p:cBhvr>
                                    </p:animEffect>
                                  </p:childTnLst>
                                </p:cTn>
                              </p:par>
                              <p:par>
                                <p:cTn id="44" presetID="22" presetClass="entr" presetSubtype="2" fill="hold" grpId="0" nodeType="withEffect">
                                  <p:stCondLst>
                                    <p:cond delay="0"/>
                                  </p:stCondLst>
                                  <p:childTnLst>
                                    <p:set>
                                      <p:cBhvr>
                                        <p:cTn id="45" dur="1" fill="hold">
                                          <p:stCondLst>
                                            <p:cond delay="0"/>
                                          </p:stCondLst>
                                        </p:cTn>
                                        <p:tgtEl>
                                          <p:spTgt spid="354"/>
                                        </p:tgtEl>
                                        <p:attrNameLst>
                                          <p:attrName>style.visibility</p:attrName>
                                        </p:attrNameLst>
                                      </p:cBhvr>
                                      <p:to>
                                        <p:strVal val="visible"/>
                                      </p:to>
                                    </p:set>
                                    <p:animEffect transition="in" filter="wipe(right)">
                                      <p:cBhvr>
                                        <p:cTn id="46" dur="1000"/>
                                        <p:tgtEl>
                                          <p:spTgt spid="354"/>
                                        </p:tgtEl>
                                      </p:cBhvr>
                                    </p:animEffect>
                                  </p:childTnLst>
                                </p:cTn>
                              </p:par>
                              <p:par>
                                <p:cTn id="47" presetID="22" presetClass="entr" presetSubtype="1" fill="hold" grpId="0" nodeType="withEffect">
                                  <p:stCondLst>
                                    <p:cond delay="0"/>
                                  </p:stCondLst>
                                  <p:childTnLst>
                                    <p:set>
                                      <p:cBhvr>
                                        <p:cTn id="48" dur="1" fill="hold">
                                          <p:stCondLst>
                                            <p:cond delay="0"/>
                                          </p:stCondLst>
                                        </p:cTn>
                                        <p:tgtEl>
                                          <p:spTgt spid="274"/>
                                        </p:tgtEl>
                                        <p:attrNameLst>
                                          <p:attrName>style.visibility</p:attrName>
                                        </p:attrNameLst>
                                      </p:cBhvr>
                                      <p:to>
                                        <p:strVal val="visible"/>
                                      </p:to>
                                    </p:set>
                                    <p:animEffect transition="in" filter="wipe(up)">
                                      <p:cBhvr>
                                        <p:cTn id="49" dur="1000"/>
                                        <p:tgtEl>
                                          <p:spTgt spid="274"/>
                                        </p:tgtEl>
                                      </p:cBhvr>
                                    </p:animEffect>
                                  </p:childTnLst>
                                </p:cTn>
                              </p:par>
                              <p:par>
                                <p:cTn id="50" presetID="22" presetClass="entr" presetSubtype="4" fill="hold" grpId="0" nodeType="withEffect">
                                  <p:stCondLst>
                                    <p:cond delay="0"/>
                                  </p:stCondLst>
                                  <p:childTnLst>
                                    <p:set>
                                      <p:cBhvr>
                                        <p:cTn id="51" dur="1" fill="hold">
                                          <p:stCondLst>
                                            <p:cond delay="0"/>
                                          </p:stCondLst>
                                        </p:cTn>
                                        <p:tgtEl>
                                          <p:spTgt spid="271"/>
                                        </p:tgtEl>
                                        <p:attrNameLst>
                                          <p:attrName>style.visibility</p:attrName>
                                        </p:attrNameLst>
                                      </p:cBhvr>
                                      <p:to>
                                        <p:strVal val="visible"/>
                                      </p:to>
                                    </p:set>
                                    <p:animEffect transition="in" filter="wipe(down)">
                                      <p:cBhvr>
                                        <p:cTn id="52" dur="1000"/>
                                        <p:tgtEl>
                                          <p:spTgt spid="271"/>
                                        </p:tgtEl>
                                      </p:cBhvr>
                                    </p:animEffect>
                                  </p:childTnLst>
                                </p:cTn>
                              </p:par>
                              <p:par>
                                <p:cTn id="53" presetID="22" presetClass="entr" presetSubtype="8" fill="hold" grpId="0" nodeType="withEffect">
                                  <p:stCondLst>
                                    <p:cond delay="0"/>
                                  </p:stCondLst>
                                  <p:childTnLst>
                                    <p:set>
                                      <p:cBhvr>
                                        <p:cTn id="54" dur="1" fill="hold">
                                          <p:stCondLst>
                                            <p:cond delay="0"/>
                                          </p:stCondLst>
                                        </p:cTn>
                                        <p:tgtEl>
                                          <p:spTgt spid="347"/>
                                        </p:tgtEl>
                                        <p:attrNameLst>
                                          <p:attrName>style.visibility</p:attrName>
                                        </p:attrNameLst>
                                      </p:cBhvr>
                                      <p:to>
                                        <p:strVal val="visible"/>
                                      </p:to>
                                    </p:set>
                                    <p:animEffect transition="in" filter="wipe(left)">
                                      <p:cBhvr>
                                        <p:cTn id="55" dur="1000"/>
                                        <p:tgtEl>
                                          <p:spTgt spid="347"/>
                                        </p:tgtEl>
                                      </p:cBhvr>
                                    </p:animEffect>
                                  </p:childTnLst>
                                </p:cTn>
                              </p:par>
                              <p:par>
                                <p:cTn id="56" presetID="22" presetClass="entr" presetSubtype="2" fill="hold" grpId="0" nodeType="withEffect">
                                  <p:stCondLst>
                                    <p:cond delay="0"/>
                                  </p:stCondLst>
                                  <p:childTnLst>
                                    <p:set>
                                      <p:cBhvr>
                                        <p:cTn id="57" dur="1" fill="hold">
                                          <p:stCondLst>
                                            <p:cond delay="0"/>
                                          </p:stCondLst>
                                        </p:cTn>
                                        <p:tgtEl>
                                          <p:spTgt spid="346"/>
                                        </p:tgtEl>
                                        <p:attrNameLst>
                                          <p:attrName>style.visibility</p:attrName>
                                        </p:attrNameLst>
                                      </p:cBhvr>
                                      <p:to>
                                        <p:strVal val="visible"/>
                                      </p:to>
                                    </p:set>
                                    <p:animEffect transition="in" filter="wipe(right)">
                                      <p:cBhvr>
                                        <p:cTn id="58" dur="1000"/>
                                        <p:tgtEl>
                                          <p:spTgt spid="346"/>
                                        </p:tgtEl>
                                      </p:cBhvr>
                                    </p:animEffect>
                                  </p:childTnLst>
                                </p:cTn>
                              </p:par>
                              <p:par>
                                <p:cTn id="59" presetID="22" presetClass="entr" presetSubtype="4" fill="hold" grpId="0" nodeType="withEffect">
                                  <p:stCondLst>
                                    <p:cond delay="0"/>
                                  </p:stCondLst>
                                  <p:childTnLst>
                                    <p:set>
                                      <p:cBhvr>
                                        <p:cTn id="60" dur="1" fill="hold">
                                          <p:stCondLst>
                                            <p:cond delay="0"/>
                                          </p:stCondLst>
                                        </p:cTn>
                                        <p:tgtEl>
                                          <p:spTgt spid="273"/>
                                        </p:tgtEl>
                                        <p:attrNameLst>
                                          <p:attrName>style.visibility</p:attrName>
                                        </p:attrNameLst>
                                      </p:cBhvr>
                                      <p:to>
                                        <p:strVal val="visible"/>
                                      </p:to>
                                    </p:set>
                                    <p:animEffect transition="in" filter="wipe(down)">
                                      <p:cBhvr>
                                        <p:cTn id="61" dur="1000"/>
                                        <p:tgtEl>
                                          <p:spTgt spid="273"/>
                                        </p:tgtEl>
                                      </p:cBhvr>
                                    </p:animEffect>
                                  </p:childTnLst>
                                </p:cTn>
                              </p:par>
                              <p:par>
                                <p:cTn id="62" presetID="22" presetClass="entr" presetSubtype="8" fill="hold" grpId="0" nodeType="withEffect">
                                  <p:stCondLst>
                                    <p:cond delay="0"/>
                                  </p:stCondLst>
                                  <p:childTnLst>
                                    <p:set>
                                      <p:cBhvr>
                                        <p:cTn id="63" dur="1" fill="hold">
                                          <p:stCondLst>
                                            <p:cond delay="0"/>
                                          </p:stCondLst>
                                        </p:cTn>
                                        <p:tgtEl>
                                          <p:spTgt spid="280"/>
                                        </p:tgtEl>
                                        <p:attrNameLst>
                                          <p:attrName>style.visibility</p:attrName>
                                        </p:attrNameLst>
                                      </p:cBhvr>
                                      <p:to>
                                        <p:strVal val="visible"/>
                                      </p:to>
                                    </p:set>
                                    <p:animEffect transition="in" filter="wipe(left)">
                                      <p:cBhvr>
                                        <p:cTn id="64" dur="1000"/>
                                        <p:tgtEl>
                                          <p:spTgt spid="280"/>
                                        </p:tgtEl>
                                      </p:cBhvr>
                                    </p:animEffect>
                                  </p:childTnLst>
                                </p:cTn>
                              </p:par>
                              <p:par>
                                <p:cTn id="65" presetID="22" presetClass="entr" presetSubtype="2" fill="hold" grpId="0" nodeType="withEffect">
                                  <p:stCondLst>
                                    <p:cond delay="0"/>
                                  </p:stCondLst>
                                  <p:childTnLst>
                                    <p:set>
                                      <p:cBhvr>
                                        <p:cTn id="66" dur="1" fill="hold">
                                          <p:stCondLst>
                                            <p:cond delay="0"/>
                                          </p:stCondLst>
                                        </p:cTn>
                                        <p:tgtEl>
                                          <p:spTgt spid="279"/>
                                        </p:tgtEl>
                                        <p:attrNameLst>
                                          <p:attrName>style.visibility</p:attrName>
                                        </p:attrNameLst>
                                      </p:cBhvr>
                                      <p:to>
                                        <p:strVal val="visible"/>
                                      </p:to>
                                    </p:set>
                                    <p:animEffect transition="in" filter="wipe(right)">
                                      <p:cBhvr>
                                        <p:cTn id="67" dur="1000"/>
                                        <p:tgtEl>
                                          <p:spTgt spid="279"/>
                                        </p:tgtEl>
                                      </p:cBhvr>
                                    </p:animEffect>
                                  </p:childTnLst>
                                </p:cTn>
                              </p:par>
                              <p:par>
                                <p:cTn id="68" presetID="22" presetClass="entr" presetSubtype="4" fill="hold" grpId="0" nodeType="withEffect">
                                  <p:stCondLst>
                                    <p:cond delay="0"/>
                                  </p:stCondLst>
                                  <p:childTnLst>
                                    <p:set>
                                      <p:cBhvr>
                                        <p:cTn id="69" dur="1" fill="hold">
                                          <p:stCondLst>
                                            <p:cond delay="0"/>
                                          </p:stCondLst>
                                        </p:cTn>
                                        <p:tgtEl>
                                          <p:spTgt spid="275"/>
                                        </p:tgtEl>
                                        <p:attrNameLst>
                                          <p:attrName>style.visibility</p:attrName>
                                        </p:attrNameLst>
                                      </p:cBhvr>
                                      <p:to>
                                        <p:strVal val="visible"/>
                                      </p:to>
                                    </p:set>
                                    <p:animEffect transition="in" filter="wipe(down)">
                                      <p:cBhvr>
                                        <p:cTn id="70" dur="1000"/>
                                        <p:tgtEl>
                                          <p:spTgt spid="2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2" grpId="0" animBg="1"/>
      <p:bldP spid="267" grpId="0" animBg="1"/>
      <p:bldP spid="268" grpId="0" animBg="1"/>
      <p:bldP spid="269" grpId="0" animBg="1"/>
      <p:bldP spid="270" grpId="0" animBg="1"/>
      <p:bldP spid="271" grpId="0" animBg="1"/>
      <p:bldP spid="272" grpId="0" animBg="1"/>
      <p:bldP spid="273" grpId="0" animBg="1"/>
      <p:bldP spid="274" grpId="0" animBg="1"/>
      <p:bldP spid="275" grpId="0" animBg="1"/>
      <p:bldP spid="279" grpId="0" animBg="1"/>
      <p:bldP spid="280" grpId="0" animBg="1"/>
      <p:bldP spid="346" grpId="0" animBg="1"/>
      <p:bldP spid="347" grpId="0" animBg="1"/>
      <p:bldP spid="348" grpId="0" animBg="1"/>
      <p:bldP spid="349" grpId="0" animBg="1"/>
      <p:bldP spid="350" grpId="0" animBg="1"/>
      <p:bldP spid="351" grpId="0" animBg="1"/>
      <p:bldP spid="352" grpId="0" animBg="1"/>
      <p:bldP spid="353" grpId="0" animBg="1"/>
      <p:bldP spid="354" grpId="0" animBg="1"/>
      <p:bldP spid="355"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2B9189-7CDF-0741-9858-A79357149B7C}"/>
              </a:ext>
            </a:extLst>
          </p:cNvPr>
          <p:cNvSpPr>
            <a:spLocks noGrp="1"/>
          </p:cNvSpPr>
          <p:nvPr>
            <p:ph type="title"/>
          </p:nvPr>
        </p:nvSpPr>
        <p:spPr>
          <a:xfrm>
            <a:off x="826625" y="174028"/>
            <a:ext cx="10515600" cy="894622"/>
          </a:xfrm>
        </p:spPr>
        <p:txBody>
          <a:bodyPr/>
          <a:lstStyle/>
          <a:p>
            <a:r>
              <a:rPr lang="en-US" dirty="0">
                <a:solidFill>
                  <a:srgbClr val="0000A8"/>
                </a:solidFill>
              </a:rPr>
              <a:t>Distance vector example: iteration</a:t>
            </a:r>
          </a:p>
        </p:txBody>
      </p:sp>
      <p:sp>
        <p:nvSpPr>
          <p:cNvPr id="5" name="Slide Number Placeholder 4">
            <a:extLst>
              <a:ext uri="{FF2B5EF4-FFF2-40B4-BE49-F238E27FC236}">
                <a16:creationId xmlns:a16="http://schemas.microsoft.com/office/drawing/2014/main" id="{98E05715-B0AC-CF47-B242-18018B71339C}"/>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56</a:t>
            </a:fld>
            <a:endParaRPr lang="en-US" dirty="0">
              <a:solidFill>
                <a:prstClr val="white">
                  <a:lumMod val="50000"/>
                </a:prstClr>
              </a:solidFill>
            </a:endParaRPr>
          </a:p>
        </p:txBody>
      </p:sp>
      <p:cxnSp>
        <p:nvCxnSpPr>
          <p:cNvPr id="82" name="Straight Connector 81">
            <a:extLst>
              <a:ext uri="{FF2B5EF4-FFF2-40B4-BE49-F238E27FC236}">
                <a16:creationId xmlns:a16="http://schemas.microsoft.com/office/drawing/2014/main" id="{374B35E8-95B6-B946-8240-59B747B607B3}"/>
              </a:ext>
            </a:extLst>
          </p:cNvPr>
          <p:cNvCxnSpPr>
            <a:cxnSpLocks/>
            <a:stCxn id="76" idx="2"/>
            <a:endCxn id="76" idx="0"/>
          </p:cNvCxnSpPr>
          <p:nvPr/>
        </p:nvCxnSpPr>
        <p:spPr>
          <a:xfrm flipV="1">
            <a:off x="6530326" y="2129120"/>
            <a:ext cx="0" cy="38631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DE34EA38-AB93-704A-ACF2-764D62663226}"/>
              </a:ext>
            </a:extLst>
          </p:cNvPr>
          <p:cNvCxnSpPr>
            <a:cxnSpLocks/>
            <a:stCxn id="76" idx="1"/>
            <a:endCxn id="76" idx="3"/>
          </p:cNvCxnSpPr>
          <p:nvPr/>
        </p:nvCxnSpPr>
        <p:spPr>
          <a:xfrm>
            <a:off x="4598770" y="4060675"/>
            <a:ext cx="386311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Rectangle 75">
            <a:extLst>
              <a:ext uri="{FF2B5EF4-FFF2-40B4-BE49-F238E27FC236}">
                <a16:creationId xmlns:a16="http://schemas.microsoft.com/office/drawing/2014/main" id="{A169888C-5E10-3E40-BC1D-A5D0DB850712}"/>
              </a:ext>
            </a:extLst>
          </p:cNvPr>
          <p:cNvSpPr/>
          <p:nvPr/>
        </p:nvSpPr>
        <p:spPr>
          <a:xfrm>
            <a:off x="4598770" y="2129120"/>
            <a:ext cx="3863111" cy="3863111"/>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sp>
        <p:nvSpPr>
          <p:cNvPr id="150" name="Rectangle 149">
            <a:extLst>
              <a:ext uri="{FF2B5EF4-FFF2-40B4-BE49-F238E27FC236}">
                <a16:creationId xmlns:a16="http://schemas.microsoft.com/office/drawing/2014/main" id="{CB39BACF-E4D1-6641-8B8C-0274EDEFA113}"/>
              </a:ext>
            </a:extLst>
          </p:cNvPr>
          <p:cNvSpPr/>
          <p:nvPr/>
        </p:nvSpPr>
        <p:spPr>
          <a:xfrm>
            <a:off x="8380337" y="2200470"/>
            <a:ext cx="132508" cy="185510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grpSp>
        <p:nvGrpSpPr>
          <p:cNvPr id="1034" name="Group 1033">
            <a:extLst>
              <a:ext uri="{FF2B5EF4-FFF2-40B4-BE49-F238E27FC236}">
                <a16:creationId xmlns:a16="http://schemas.microsoft.com/office/drawing/2014/main" id="{B4BFA757-E5EA-9A42-8A16-AA2091E708C8}"/>
              </a:ext>
            </a:extLst>
          </p:cNvPr>
          <p:cNvGrpSpPr/>
          <p:nvPr/>
        </p:nvGrpSpPr>
        <p:grpSpPr>
          <a:xfrm>
            <a:off x="4333785" y="5772213"/>
            <a:ext cx="4395351" cy="404576"/>
            <a:chOff x="4333785" y="5772213"/>
            <a:chExt cx="4395351" cy="404576"/>
          </a:xfrm>
        </p:grpSpPr>
        <p:grpSp>
          <p:nvGrpSpPr>
            <p:cNvPr id="184" name="Group 183">
              <a:extLst>
                <a:ext uri="{FF2B5EF4-FFF2-40B4-BE49-F238E27FC236}">
                  <a16:creationId xmlns:a16="http://schemas.microsoft.com/office/drawing/2014/main" id="{600795BD-C1B6-1748-B28A-001A8505BE86}"/>
                </a:ext>
              </a:extLst>
            </p:cNvPr>
            <p:cNvGrpSpPr/>
            <p:nvPr/>
          </p:nvGrpSpPr>
          <p:grpSpPr>
            <a:xfrm>
              <a:off x="4333785" y="5772213"/>
              <a:ext cx="531821" cy="369069"/>
              <a:chOff x="1348328" y="2475647"/>
              <a:chExt cx="603916" cy="419100"/>
            </a:xfrm>
          </p:grpSpPr>
          <p:grpSp>
            <p:nvGrpSpPr>
              <p:cNvPr id="205" name="Group 204">
                <a:extLst>
                  <a:ext uri="{FF2B5EF4-FFF2-40B4-BE49-F238E27FC236}">
                    <a16:creationId xmlns:a16="http://schemas.microsoft.com/office/drawing/2014/main" id="{CE81AFB3-2346-434C-A463-93F9C295562A}"/>
                  </a:ext>
                </a:extLst>
              </p:cNvPr>
              <p:cNvGrpSpPr/>
              <p:nvPr/>
            </p:nvGrpSpPr>
            <p:grpSpPr>
              <a:xfrm>
                <a:off x="1348328" y="2555748"/>
                <a:ext cx="603916" cy="308999"/>
                <a:chOff x="5278570" y="2983486"/>
                <a:chExt cx="501650" cy="233363"/>
              </a:xfrm>
            </p:grpSpPr>
            <p:sp>
              <p:nvSpPr>
                <p:cNvPr id="209" name="Oval 5">
                  <a:extLst>
                    <a:ext uri="{FF2B5EF4-FFF2-40B4-BE49-F238E27FC236}">
                      <a16:creationId xmlns:a16="http://schemas.microsoft.com/office/drawing/2014/main" id="{7918ED2E-E380-6C4E-86AA-0BF9D7614418}"/>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0" name="Line 6">
                  <a:extLst>
                    <a:ext uri="{FF2B5EF4-FFF2-40B4-BE49-F238E27FC236}">
                      <a16:creationId xmlns:a16="http://schemas.microsoft.com/office/drawing/2014/main" id="{45F96407-8127-654C-9C52-5B6269075623}"/>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1" name="Line 7">
                  <a:extLst>
                    <a:ext uri="{FF2B5EF4-FFF2-40B4-BE49-F238E27FC236}">
                      <a16:creationId xmlns:a16="http://schemas.microsoft.com/office/drawing/2014/main" id="{F1C01DA2-272A-CD4F-87F1-779C30F35559}"/>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2" name="Rectangle 8">
                  <a:extLst>
                    <a:ext uri="{FF2B5EF4-FFF2-40B4-BE49-F238E27FC236}">
                      <a16:creationId xmlns:a16="http://schemas.microsoft.com/office/drawing/2014/main" id="{7969C970-9697-A847-B375-82D629934D59}"/>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13" name="Oval 9">
                  <a:extLst>
                    <a:ext uri="{FF2B5EF4-FFF2-40B4-BE49-F238E27FC236}">
                      <a16:creationId xmlns:a16="http://schemas.microsoft.com/office/drawing/2014/main" id="{F8D02D26-0EA1-FD40-AD1F-E4E8635F47CA}"/>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06" name="Group 44">
                <a:extLst>
                  <a:ext uri="{FF2B5EF4-FFF2-40B4-BE49-F238E27FC236}">
                    <a16:creationId xmlns:a16="http://schemas.microsoft.com/office/drawing/2014/main" id="{02C0B744-445A-A04E-812A-2D60476C1521}"/>
                  </a:ext>
                </a:extLst>
              </p:cNvPr>
              <p:cNvGrpSpPr>
                <a:grpSpLocks/>
              </p:cNvGrpSpPr>
              <p:nvPr/>
            </p:nvGrpSpPr>
            <p:grpSpPr bwMode="auto">
              <a:xfrm>
                <a:off x="1456374" y="2475647"/>
                <a:ext cx="355165" cy="419100"/>
                <a:chOff x="2944" y="2405"/>
                <a:chExt cx="227" cy="264"/>
              </a:xfrm>
            </p:grpSpPr>
            <p:sp>
              <p:nvSpPr>
                <p:cNvPr id="207" name="Rectangle 45">
                  <a:extLst>
                    <a:ext uri="{FF2B5EF4-FFF2-40B4-BE49-F238E27FC236}">
                      <a16:creationId xmlns:a16="http://schemas.microsoft.com/office/drawing/2014/main" id="{83E6E4B2-940F-B749-91D8-19B033341D50}"/>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8" name="Text Box 46">
                  <a:extLst>
                    <a:ext uri="{FF2B5EF4-FFF2-40B4-BE49-F238E27FC236}">
                      <a16:creationId xmlns:a16="http://schemas.microsoft.com/office/drawing/2014/main" id="{16D546E0-A23E-174D-8F0D-BFB691AF1D6C}"/>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g</a:t>
                  </a:r>
                  <a:endParaRPr lang="en-US" sz="2000" kern="0" dirty="0">
                    <a:solidFill>
                      <a:srgbClr val="000000"/>
                    </a:solidFill>
                  </a:endParaRPr>
                </a:p>
              </p:txBody>
            </p:sp>
          </p:grpSp>
        </p:grpSp>
        <p:grpSp>
          <p:nvGrpSpPr>
            <p:cNvPr id="185" name="Group 184">
              <a:extLst>
                <a:ext uri="{FF2B5EF4-FFF2-40B4-BE49-F238E27FC236}">
                  <a16:creationId xmlns:a16="http://schemas.microsoft.com/office/drawing/2014/main" id="{34A0F8A7-FCD0-9A45-80B9-24CC78B561FE}"/>
                </a:ext>
              </a:extLst>
            </p:cNvPr>
            <p:cNvGrpSpPr/>
            <p:nvPr/>
          </p:nvGrpSpPr>
          <p:grpSpPr>
            <a:xfrm>
              <a:off x="6263949" y="5807720"/>
              <a:ext cx="531821" cy="369069"/>
              <a:chOff x="1348328" y="2507397"/>
              <a:chExt cx="603916" cy="419100"/>
            </a:xfrm>
          </p:grpSpPr>
          <p:grpSp>
            <p:nvGrpSpPr>
              <p:cNvPr id="196" name="Group 195">
                <a:extLst>
                  <a:ext uri="{FF2B5EF4-FFF2-40B4-BE49-F238E27FC236}">
                    <a16:creationId xmlns:a16="http://schemas.microsoft.com/office/drawing/2014/main" id="{18AECA76-7F06-F84A-928B-C13839D9F43F}"/>
                  </a:ext>
                </a:extLst>
              </p:cNvPr>
              <p:cNvGrpSpPr/>
              <p:nvPr/>
            </p:nvGrpSpPr>
            <p:grpSpPr>
              <a:xfrm>
                <a:off x="1348328" y="2555748"/>
                <a:ext cx="603916" cy="308999"/>
                <a:chOff x="5278570" y="2983486"/>
                <a:chExt cx="501650" cy="233363"/>
              </a:xfrm>
            </p:grpSpPr>
            <p:sp>
              <p:nvSpPr>
                <p:cNvPr id="200" name="Oval 5">
                  <a:extLst>
                    <a:ext uri="{FF2B5EF4-FFF2-40B4-BE49-F238E27FC236}">
                      <a16:creationId xmlns:a16="http://schemas.microsoft.com/office/drawing/2014/main" id="{04917013-CC10-D043-8A71-34F24813049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1" name="Line 6">
                  <a:extLst>
                    <a:ext uri="{FF2B5EF4-FFF2-40B4-BE49-F238E27FC236}">
                      <a16:creationId xmlns:a16="http://schemas.microsoft.com/office/drawing/2014/main" id="{7E7DEF49-D295-8547-9FE7-8CBB42CEB81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2" name="Line 7">
                  <a:extLst>
                    <a:ext uri="{FF2B5EF4-FFF2-40B4-BE49-F238E27FC236}">
                      <a16:creationId xmlns:a16="http://schemas.microsoft.com/office/drawing/2014/main" id="{5633B25D-6786-5A4A-A44E-E4A1EE3575B2}"/>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3" name="Rectangle 8">
                  <a:extLst>
                    <a:ext uri="{FF2B5EF4-FFF2-40B4-BE49-F238E27FC236}">
                      <a16:creationId xmlns:a16="http://schemas.microsoft.com/office/drawing/2014/main" id="{968E012E-E513-8340-9324-11A79B223E28}"/>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04" name="Oval 9">
                  <a:extLst>
                    <a:ext uri="{FF2B5EF4-FFF2-40B4-BE49-F238E27FC236}">
                      <a16:creationId xmlns:a16="http://schemas.microsoft.com/office/drawing/2014/main" id="{7AFB2A7E-90B7-454F-BABB-E2A39AC7C95C}"/>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97" name="Group 44">
                <a:extLst>
                  <a:ext uri="{FF2B5EF4-FFF2-40B4-BE49-F238E27FC236}">
                    <a16:creationId xmlns:a16="http://schemas.microsoft.com/office/drawing/2014/main" id="{5567606D-D82D-2A4D-A3C8-A7D0703B3CC5}"/>
                  </a:ext>
                </a:extLst>
              </p:cNvPr>
              <p:cNvGrpSpPr>
                <a:grpSpLocks/>
              </p:cNvGrpSpPr>
              <p:nvPr/>
            </p:nvGrpSpPr>
            <p:grpSpPr bwMode="auto">
              <a:xfrm>
                <a:off x="1456374" y="2507397"/>
                <a:ext cx="355165" cy="419100"/>
                <a:chOff x="2944" y="2425"/>
                <a:chExt cx="227" cy="264"/>
              </a:xfrm>
            </p:grpSpPr>
            <p:sp>
              <p:nvSpPr>
                <p:cNvPr id="198" name="Rectangle 45">
                  <a:extLst>
                    <a:ext uri="{FF2B5EF4-FFF2-40B4-BE49-F238E27FC236}">
                      <a16:creationId xmlns:a16="http://schemas.microsoft.com/office/drawing/2014/main" id="{39206D20-AD6D-3242-8865-2C6680CB410C}"/>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9" name="Text Box 46">
                  <a:extLst>
                    <a:ext uri="{FF2B5EF4-FFF2-40B4-BE49-F238E27FC236}">
                      <a16:creationId xmlns:a16="http://schemas.microsoft.com/office/drawing/2014/main" id="{E3BB3556-A335-984F-978A-FECE515B6702}"/>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h</a:t>
                  </a:r>
                  <a:endParaRPr lang="en-US" sz="2000" kern="0" dirty="0">
                    <a:solidFill>
                      <a:srgbClr val="000000"/>
                    </a:solidFill>
                  </a:endParaRPr>
                </a:p>
              </p:txBody>
            </p:sp>
          </p:grpSp>
        </p:grpSp>
        <p:grpSp>
          <p:nvGrpSpPr>
            <p:cNvPr id="186" name="Group 185">
              <a:extLst>
                <a:ext uri="{FF2B5EF4-FFF2-40B4-BE49-F238E27FC236}">
                  <a16:creationId xmlns:a16="http://schemas.microsoft.com/office/drawing/2014/main" id="{3B620D34-7BA8-EF49-AC1C-93F5BBC84AEC}"/>
                </a:ext>
              </a:extLst>
            </p:cNvPr>
            <p:cNvGrpSpPr/>
            <p:nvPr/>
          </p:nvGrpSpPr>
          <p:grpSpPr>
            <a:xfrm>
              <a:off x="8197315" y="5805271"/>
              <a:ext cx="531821" cy="369069"/>
              <a:chOff x="1348328" y="2507397"/>
              <a:chExt cx="603916" cy="419100"/>
            </a:xfrm>
          </p:grpSpPr>
          <p:grpSp>
            <p:nvGrpSpPr>
              <p:cNvPr id="187" name="Group 186">
                <a:extLst>
                  <a:ext uri="{FF2B5EF4-FFF2-40B4-BE49-F238E27FC236}">
                    <a16:creationId xmlns:a16="http://schemas.microsoft.com/office/drawing/2014/main" id="{A6C2F80D-43A1-5746-B518-C0C4F1A20ACD}"/>
                  </a:ext>
                </a:extLst>
              </p:cNvPr>
              <p:cNvGrpSpPr/>
              <p:nvPr/>
            </p:nvGrpSpPr>
            <p:grpSpPr>
              <a:xfrm>
                <a:off x="1348328" y="2555748"/>
                <a:ext cx="603916" cy="308999"/>
                <a:chOff x="5278570" y="2983486"/>
                <a:chExt cx="501650" cy="233363"/>
              </a:xfrm>
            </p:grpSpPr>
            <p:sp>
              <p:nvSpPr>
                <p:cNvPr id="191" name="Oval 5">
                  <a:extLst>
                    <a:ext uri="{FF2B5EF4-FFF2-40B4-BE49-F238E27FC236}">
                      <a16:creationId xmlns:a16="http://schemas.microsoft.com/office/drawing/2014/main" id="{442E1AFF-BC2C-C849-85D1-13E42B701CE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2" name="Line 6">
                  <a:extLst>
                    <a:ext uri="{FF2B5EF4-FFF2-40B4-BE49-F238E27FC236}">
                      <a16:creationId xmlns:a16="http://schemas.microsoft.com/office/drawing/2014/main" id="{C2994154-DB6D-E247-8511-C6FE8D9665F8}"/>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3" name="Line 7">
                  <a:extLst>
                    <a:ext uri="{FF2B5EF4-FFF2-40B4-BE49-F238E27FC236}">
                      <a16:creationId xmlns:a16="http://schemas.microsoft.com/office/drawing/2014/main" id="{C730A3ED-5222-5348-831E-092DE7D6CEE3}"/>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4" name="Rectangle 8">
                  <a:extLst>
                    <a:ext uri="{FF2B5EF4-FFF2-40B4-BE49-F238E27FC236}">
                      <a16:creationId xmlns:a16="http://schemas.microsoft.com/office/drawing/2014/main" id="{BED424F7-1928-5F41-831D-417161F220B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195" name="Oval 9">
                  <a:extLst>
                    <a:ext uri="{FF2B5EF4-FFF2-40B4-BE49-F238E27FC236}">
                      <a16:creationId xmlns:a16="http://schemas.microsoft.com/office/drawing/2014/main" id="{76DDF5F9-ACB7-E642-ACEA-223EE2F5F418}"/>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88" name="Group 44">
                <a:extLst>
                  <a:ext uri="{FF2B5EF4-FFF2-40B4-BE49-F238E27FC236}">
                    <a16:creationId xmlns:a16="http://schemas.microsoft.com/office/drawing/2014/main" id="{495DC56F-8C0E-6549-849D-6D43F4F8BC0A}"/>
                  </a:ext>
                </a:extLst>
              </p:cNvPr>
              <p:cNvGrpSpPr>
                <a:grpSpLocks/>
              </p:cNvGrpSpPr>
              <p:nvPr/>
            </p:nvGrpSpPr>
            <p:grpSpPr bwMode="auto">
              <a:xfrm>
                <a:off x="1500196" y="2507397"/>
                <a:ext cx="267548" cy="419100"/>
                <a:chOff x="2972" y="2425"/>
                <a:chExt cx="171" cy="264"/>
              </a:xfrm>
            </p:grpSpPr>
            <p:sp>
              <p:nvSpPr>
                <p:cNvPr id="189" name="Rectangle 45">
                  <a:extLst>
                    <a:ext uri="{FF2B5EF4-FFF2-40B4-BE49-F238E27FC236}">
                      <a16:creationId xmlns:a16="http://schemas.microsoft.com/office/drawing/2014/main" id="{892DBBAB-E011-FD4A-BA7E-105CEF9075A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0" name="Text Box 46">
                  <a:extLst>
                    <a:ext uri="{FF2B5EF4-FFF2-40B4-BE49-F238E27FC236}">
                      <a16:creationId xmlns:a16="http://schemas.microsoft.com/office/drawing/2014/main" id="{173A4036-1DC3-BD4D-9E66-D9BC48C58BA0}"/>
                    </a:ext>
                  </a:extLst>
                </p:cNvPr>
                <p:cNvSpPr txBox="1">
                  <a:spLocks noChangeArrowheads="1"/>
                </p:cNvSpPr>
                <p:nvPr/>
              </p:nvSpPr>
              <p:spPr bwMode="auto">
                <a:xfrm>
                  <a:off x="2972" y="2425"/>
                  <a:ext cx="17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i</a:t>
                  </a:r>
                  <a:endParaRPr lang="en-US" sz="2000" kern="0" dirty="0">
                    <a:solidFill>
                      <a:srgbClr val="000000"/>
                    </a:solidFill>
                  </a:endParaRPr>
                </a:p>
              </p:txBody>
            </p:sp>
          </p:grpSp>
        </p:grpSp>
      </p:grpSp>
      <p:sp>
        <p:nvSpPr>
          <p:cNvPr id="215" name="TextBox 214">
            <a:extLst>
              <a:ext uri="{FF2B5EF4-FFF2-40B4-BE49-F238E27FC236}">
                <a16:creationId xmlns:a16="http://schemas.microsoft.com/office/drawing/2014/main" id="{74A89238-377F-A840-BB03-52D53CBBC3F3}"/>
              </a:ext>
            </a:extLst>
          </p:cNvPr>
          <p:cNvSpPr txBox="1"/>
          <p:nvPr/>
        </p:nvSpPr>
        <p:spPr>
          <a:xfrm>
            <a:off x="4305782" y="2870522"/>
            <a:ext cx="301686" cy="338554"/>
          </a:xfrm>
          <a:prstGeom prst="rect">
            <a:avLst/>
          </a:prstGeom>
          <a:noFill/>
        </p:spPr>
        <p:txBody>
          <a:bodyPr wrap="square" rtlCol="0">
            <a:spAutoFit/>
          </a:bodyPr>
          <a:lstStyle/>
          <a:p>
            <a:r>
              <a:rPr lang="en-US" sz="1600" dirty="0">
                <a:solidFill>
                  <a:prstClr val="black"/>
                </a:solidFill>
              </a:rPr>
              <a:t>1</a:t>
            </a:r>
          </a:p>
        </p:txBody>
      </p:sp>
      <p:sp>
        <p:nvSpPr>
          <p:cNvPr id="216" name="TextBox 215">
            <a:extLst>
              <a:ext uri="{FF2B5EF4-FFF2-40B4-BE49-F238E27FC236}">
                <a16:creationId xmlns:a16="http://schemas.microsoft.com/office/drawing/2014/main" id="{3D3F7215-9DE8-0542-8CCA-A9CEDC8717E2}"/>
              </a:ext>
            </a:extLst>
          </p:cNvPr>
          <p:cNvSpPr txBox="1"/>
          <p:nvPr/>
        </p:nvSpPr>
        <p:spPr>
          <a:xfrm>
            <a:off x="6217534" y="2860877"/>
            <a:ext cx="288862" cy="338554"/>
          </a:xfrm>
          <a:prstGeom prst="rect">
            <a:avLst/>
          </a:prstGeom>
          <a:noFill/>
        </p:spPr>
        <p:txBody>
          <a:bodyPr wrap="none" rtlCol="0">
            <a:spAutoFit/>
          </a:bodyPr>
          <a:lstStyle/>
          <a:p>
            <a:r>
              <a:rPr lang="en-US" sz="1600" dirty="0">
                <a:solidFill>
                  <a:prstClr val="black"/>
                </a:solidFill>
              </a:rPr>
              <a:t>1</a:t>
            </a:r>
          </a:p>
        </p:txBody>
      </p:sp>
      <p:sp>
        <p:nvSpPr>
          <p:cNvPr id="217" name="TextBox 216">
            <a:extLst>
              <a:ext uri="{FF2B5EF4-FFF2-40B4-BE49-F238E27FC236}">
                <a16:creationId xmlns:a16="http://schemas.microsoft.com/office/drawing/2014/main" id="{FC342D48-14A2-BA4E-A191-060C4177F678}"/>
              </a:ext>
            </a:extLst>
          </p:cNvPr>
          <p:cNvSpPr txBox="1"/>
          <p:nvPr/>
        </p:nvSpPr>
        <p:spPr>
          <a:xfrm>
            <a:off x="4296138" y="4886446"/>
            <a:ext cx="301686" cy="338554"/>
          </a:xfrm>
          <a:prstGeom prst="rect">
            <a:avLst/>
          </a:prstGeom>
          <a:noFill/>
        </p:spPr>
        <p:txBody>
          <a:bodyPr wrap="square" rtlCol="0">
            <a:spAutoFit/>
          </a:bodyPr>
          <a:lstStyle/>
          <a:p>
            <a:r>
              <a:rPr lang="en-US" sz="1600" dirty="0">
                <a:solidFill>
                  <a:prstClr val="black"/>
                </a:solidFill>
              </a:rPr>
              <a:t>1</a:t>
            </a:r>
          </a:p>
        </p:txBody>
      </p:sp>
      <p:sp>
        <p:nvSpPr>
          <p:cNvPr id="218" name="TextBox 217">
            <a:extLst>
              <a:ext uri="{FF2B5EF4-FFF2-40B4-BE49-F238E27FC236}">
                <a16:creationId xmlns:a16="http://schemas.microsoft.com/office/drawing/2014/main" id="{C9336A94-9BC9-8F41-95A7-69E18360DF3D}"/>
              </a:ext>
            </a:extLst>
          </p:cNvPr>
          <p:cNvSpPr txBox="1"/>
          <p:nvPr/>
        </p:nvSpPr>
        <p:spPr>
          <a:xfrm>
            <a:off x="6231040" y="4888376"/>
            <a:ext cx="288862" cy="338554"/>
          </a:xfrm>
          <a:prstGeom prst="rect">
            <a:avLst/>
          </a:prstGeom>
          <a:noFill/>
        </p:spPr>
        <p:txBody>
          <a:bodyPr wrap="none" rtlCol="0">
            <a:spAutoFit/>
          </a:bodyPr>
          <a:lstStyle/>
          <a:p>
            <a:r>
              <a:rPr lang="en-US" sz="1600" dirty="0">
                <a:solidFill>
                  <a:prstClr val="black"/>
                </a:solidFill>
              </a:rPr>
              <a:t>1</a:t>
            </a:r>
          </a:p>
        </p:txBody>
      </p:sp>
      <p:sp>
        <p:nvSpPr>
          <p:cNvPr id="219" name="TextBox 218">
            <a:extLst>
              <a:ext uri="{FF2B5EF4-FFF2-40B4-BE49-F238E27FC236}">
                <a16:creationId xmlns:a16="http://schemas.microsoft.com/office/drawing/2014/main" id="{E11EFAA3-3025-6E40-9F7B-8AEC8E44C52D}"/>
              </a:ext>
            </a:extLst>
          </p:cNvPr>
          <p:cNvSpPr txBox="1"/>
          <p:nvPr/>
        </p:nvSpPr>
        <p:spPr>
          <a:xfrm>
            <a:off x="8154365" y="4890306"/>
            <a:ext cx="288862" cy="338554"/>
          </a:xfrm>
          <a:prstGeom prst="rect">
            <a:avLst/>
          </a:prstGeom>
          <a:noFill/>
        </p:spPr>
        <p:txBody>
          <a:bodyPr wrap="none" rtlCol="0">
            <a:spAutoFit/>
          </a:bodyPr>
          <a:lstStyle/>
          <a:p>
            <a:r>
              <a:rPr lang="en-US" sz="1600" dirty="0">
                <a:solidFill>
                  <a:prstClr val="black"/>
                </a:solidFill>
              </a:rPr>
              <a:t>1</a:t>
            </a:r>
          </a:p>
        </p:txBody>
      </p:sp>
      <p:sp>
        <p:nvSpPr>
          <p:cNvPr id="221" name="TextBox 220">
            <a:extLst>
              <a:ext uri="{FF2B5EF4-FFF2-40B4-BE49-F238E27FC236}">
                <a16:creationId xmlns:a16="http://schemas.microsoft.com/office/drawing/2014/main" id="{EECDCBF1-5ACC-CF43-B981-907337945BA2}"/>
              </a:ext>
            </a:extLst>
          </p:cNvPr>
          <p:cNvSpPr txBox="1"/>
          <p:nvPr/>
        </p:nvSpPr>
        <p:spPr>
          <a:xfrm>
            <a:off x="5442030" y="4029920"/>
            <a:ext cx="301686" cy="338554"/>
          </a:xfrm>
          <a:prstGeom prst="rect">
            <a:avLst/>
          </a:prstGeom>
          <a:noFill/>
        </p:spPr>
        <p:txBody>
          <a:bodyPr wrap="square" rtlCol="0">
            <a:spAutoFit/>
          </a:bodyPr>
          <a:lstStyle/>
          <a:p>
            <a:r>
              <a:rPr lang="en-US" sz="1600" dirty="0">
                <a:solidFill>
                  <a:prstClr val="black"/>
                </a:solidFill>
              </a:rPr>
              <a:t>1</a:t>
            </a:r>
          </a:p>
        </p:txBody>
      </p:sp>
      <p:sp>
        <p:nvSpPr>
          <p:cNvPr id="222" name="TextBox 221">
            <a:extLst>
              <a:ext uri="{FF2B5EF4-FFF2-40B4-BE49-F238E27FC236}">
                <a16:creationId xmlns:a16="http://schemas.microsoft.com/office/drawing/2014/main" id="{2DD32315-0DAF-354B-ADE2-76F406D6A871}"/>
              </a:ext>
            </a:extLst>
          </p:cNvPr>
          <p:cNvSpPr txBox="1"/>
          <p:nvPr/>
        </p:nvSpPr>
        <p:spPr>
          <a:xfrm>
            <a:off x="7353782" y="4020275"/>
            <a:ext cx="288862" cy="338554"/>
          </a:xfrm>
          <a:prstGeom prst="rect">
            <a:avLst/>
          </a:prstGeom>
          <a:noFill/>
        </p:spPr>
        <p:txBody>
          <a:bodyPr wrap="none" rtlCol="0">
            <a:spAutoFit/>
          </a:bodyPr>
          <a:lstStyle/>
          <a:p>
            <a:r>
              <a:rPr lang="en-US" sz="1600" dirty="0">
                <a:solidFill>
                  <a:prstClr val="black"/>
                </a:solidFill>
              </a:rPr>
              <a:t>1</a:t>
            </a:r>
          </a:p>
        </p:txBody>
      </p:sp>
      <p:sp>
        <p:nvSpPr>
          <p:cNvPr id="223" name="TextBox 222">
            <a:extLst>
              <a:ext uri="{FF2B5EF4-FFF2-40B4-BE49-F238E27FC236}">
                <a16:creationId xmlns:a16="http://schemas.microsoft.com/office/drawing/2014/main" id="{25B3E8DA-82E1-B746-9524-A8B47546C7B7}"/>
              </a:ext>
            </a:extLst>
          </p:cNvPr>
          <p:cNvSpPr txBox="1"/>
          <p:nvPr/>
        </p:nvSpPr>
        <p:spPr>
          <a:xfrm>
            <a:off x="5443958" y="5953247"/>
            <a:ext cx="301686" cy="338554"/>
          </a:xfrm>
          <a:prstGeom prst="rect">
            <a:avLst/>
          </a:prstGeom>
          <a:noFill/>
        </p:spPr>
        <p:txBody>
          <a:bodyPr wrap="square" rtlCol="0">
            <a:spAutoFit/>
          </a:bodyPr>
          <a:lstStyle/>
          <a:p>
            <a:r>
              <a:rPr lang="en-US" sz="1600" dirty="0">
                <a:solidFill>
                  <a:prstClr val="black"/>
                </a:solidFill>
              </a:rPr>
              <a:t>1</a:t>
            </a:r>
          </a:p>
        </p:txBody>
      </p:sp>
      <p:sp>
        <p:nvSpPr>
          <p:cNvPr id="224" name="TextBox 223">
            <a:extLst>
              <a:ext uri="{FF2B5EF4-FFF2-40B4-BE49-F238E27FC236}">
                <a16:creationId xmlns:a16="http://schemas.microsoft.com/office/drawing/2014/main" id="{51516E14-40A2-B34F-B880-05B80B68D6FC}"/>
              </a:ext>
            </a:extLst>
          </p:cNvPr>
          <p:cNvSpPr txBox="1"/>
          <p:nvPr/>
        </p:nvSpPr>
        <p:spPr>
          <a:xfrm>
            <a:off x="7355710" y="5943602"/>
            <a:ext cx="288862" cy="338554"/>
          </a:xfrm>
          <a:prstGeom prst="rect">
            <a:avLst/>
          </a:prstGeom>
          <a:noFill/>
        </p:spPr>
        <p:txBody>
          <a:bodyPr wrap="none" rtlCol="0">
            <a:spAutoFit/>
          </a:bodyPr>
          <a:lstStyle/>
          <a:p>
            <a:r>
              <a:rPr lang="en-US" sz="1600" dirty="0">
                <a:solidFill>
                  <a:prstClr val="black"/>
                </a:solidFill>
              </a:rPr>
              <a:t>1</a:t>
            </a:r>
          </a:p>
        </p:txBody>
      </p:sp>
      <p:sp>
        <p:nvSpPr>
          <p:cNvPr id="225" name="TextBox 224">
            <a:extLst>
              <a:ext uri="{FF2B5EF4-FFF2-40B4-BE49-F238E27FC236}">
                <a16:creationId xmlns:a16="http://schemas.microsoft.com/office/drawing/2014/main" id="{9174059A-E895-E740-9A26-AA7943E4A64F}"/>
              </a:ext>
            </a:extLst>
          </p:cNvPr>
          <p:cNvSpPr txBox="1"/>
          <p:nvPr/>
        </p:nvSpPr>
        <p:spPr>
          <a:xfrm>
            <a:off x="5445886" y="2123956"/>
            <a:ext cx="301686" cy="338554"/>
          </a:xfrm>
          <a:prstGeom prst="rect">
            <a:avLst/>
          </a:prstGeom>
          <a:noFill/>
        </p:spPr>
        <p:txBody>
          <a:bodyPr wrap="square" rtlCol="0">
            <a:spAutoFit/>
          </a:bodyPr>
          <a:lstStyle/>
          <a:p>
            <a:r>
              <a:rPr lang="en-US" sz="1600" dirty="0">
                <a:solidFill>
                  <a:prstClr val="black"/>
                </a:solidFill>
              </a:rPr>
              <a:t>8</a:t>
            </a:r>
          </a:p>
        </p:txBody>
      </p:sp>
      <p:sp>
        <p:nvSpPr>
          <p:cNvPr id="226" name="TextBox 225">
            <a:extLst>
              <a:ext uri="{FF2B5EF4-FFF2-40B4-BE49-F238E27FC236}">
                <a16:creationId xmlns:a16="http://schemas.microsoft.com/office/drawing/2014/main" id="{F7510488-7C59-7449-A4EE-C5A32BFCB3A5}"/>
              </a:ext>
            </a:extLst>
          </p:cNvPr>
          <p:cNvSpPr txBox="1"/>
          <p:nvPr/>
        </p:nvSpPr>
        <p:spPr>
          <a:xfrm>
            <a:off x="7357638" y="2114311"/>
            <a:ext cx="288862" cy="338554"/>
          </a:xfrm>
          <a:prstGeom prst="rect">
            <a:avLst/>
          </a:prstGeom>
          <a:noFill/>
        </p:spPr>
        <p:txBody>
          <a:bodyPr wrap="none" rtlCol="0">
            <a:spAutoFit/>
          </a:bodyPr>
          <a:lstStyle/>
          <a:p>
            <a:r>
              <a:rPr lang="en-US" sz="1600" dirty="0">
                <a:solidFill>
                  <a:prstClr val="black"/>
                </a:solidFill>
              </a:rPr>
              <a:t>1</a:t>
            </a:r>
          </a:p>
        </p:txBody>
      </p:sp>
      <p:sp>
        <p:nvSpPr>
          <p:cNvPr id="1032" name="Right Arrow 1031">
            <a:extLst>
              <a:ext uri="{FF2B5EF4-FFF2-40B4-BE49-F238E27FC236}">
                <a16:creationId xmlns:a16="http://schemas.microsoft.com/office/drawing/2014/main" id="{48701230-5EB3-4E4B-BEE9-CAD81136ECFC}"/>
              </a:ext>
            </a:extLst>
          </p:cNvPr>
          <p:cNvSpPr/>
          <p:nvPr/>
        </p:nvSpPr>
        <p:spPr>
          <a:xfrm rot="16200000" flipV="1">
            <a:off x="4399933" y="256130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67" name="Right Arrow 266">
            <a:extLst>
              <a:ext uri="{FF2B5EF4-FFF2-40B4-BE49-F238E27FC236}">
                <a16:creationId xmlns:a16="http://schemas.microsoft.com/office/drawing/2014/main" id="{39C7E016-9840-8340-9D5C-7C9BC5953296}"/>
              </a:ext>
            </a:extLst>
          </p:cNvPr>
          <p:cNvSpPr/>
          <p:nvPr/>
        </p:nvSpPr>
        <p:spPr>
          <a:xfrm rot="5400000" flipV="1">
            <a:off x="4395017" y="3470788"/>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68" name="Right Arrow 267">
            <a:extLst>
              <a:ext uri="{FF2B5EF4-FFF2-40B4-BE49-F238E27FC236}">
                <a16:creationId xmlns:a16="http://schemas.microsoft.com/office/drawing/2014/main" id="{0E4D6E8C-7EAB-9E44-AEFC-4FA875BCA32C}"/>
              </a:ext>
            </a:extLst>
          </p:cNvPr>
          <p:cNvSpPr/>
          <p:nvPr/>
        </p:nvSpPr>
        <p:spPr>
          <a:xfrm rot="16200000" flipV="1">
            <a:off x="6302474" y="2546557"/>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69" name="Right Arrow 268">
            <a:extLst>
              <a:ext uri="{FF2B5EF4-FFF2-40B4-BE49-F238E27FC236}">
                <a16:creationId xmlns:a16="http://schemas.microsoft.com/office/drawing/2014/main" id="{F17D421F-D0A1-B94A-8B49-27953D5C8366}"/>
              </a:ext>
            </a:extLst>
          </p:cNvPr>
          <p:cNvSpPr/>
          <p:nvPr/>
        </p:nvSpPr>
        <p:spPr>
          <a:xfrm rot="5400000" flipV="1">
            <a:off x="6297558" y="3456041"/>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0" name="Right Arrow 269">
            <a:extLst>
              <a:ext uri="{FF2B5EF4-FFF2-40B4-BE49-F238E27FC236}">
                <a16:creationId xmlns:a16="http://schemas.microsoft.com/office/drawing/2014/main" id="{C0BFDAF2-0356-354B-8B44-188593FB5A37}"/>
              </a:ext>
            </a:extLst>
          </p:cNvPr>
          <p:cNvSpPr/>
          <p:nvPr/>
        </p:nvSpPr>
        <p:spPr>
          <a:xfrm rot="16200000" flipV="1">
            <a:off x="4370435" y="445893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1" name="Right Arrow 270">
            <a:extLst>
              <a:ext uri="{FF2B5EF4-FFF2-40B4-BE49-F238E27FC236}">
                <a16:creationId xmlns:a16="http://schemas.microsoft.com/office/drawing/2014/main" id="{112F6083-F42A-6740-A147-C25BA92606DD}"/>
              </a:ext>
            </a:extLst>
          </p:cNvPr>
          <p:cNvSpPr/>
          <p:nvPr/>
        </p:nvSpPr>
        <p:spPr>
          <a:xfrm rot="5400000" flipV="1">
            <a:off x="4365519" y="5368418"/>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2" name="Right Arrow 271">
            <a:extLst>
              <a:ext uri="{FF2B5EF4-FFF2-40B4-BE49-F238E27FC236}">
                <a16:creationId xmlns:a16="http://schemas.microsoft.com/office/drawing/2014/main" id="{D340F2D5-4C4A-D441-99F4-FD489A89E6ED}"/>
              </a:ext>
            </a:extLst>
          </p:cNvPr>
          <p:cNvSpPr/>
          <p:nvPr/>
        </p:nvSpPr>
        <p:spPr>
          <a:xfrm rot="16200000" flipV="1">
            <a:off x="6312308" y="4454022"/>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3" name="Right Arrow 272">
            <a:extLst>
              <a:ext uri="{FF2B5EF4-FFF2-40B4-BE49-F238E27FC236}">
                <a16:creationId xmlns:a16="http://schemas.microsoft.com/office/drawing/2014/main" id="{487BF544-1248-5D4C-B9E4-2B3ACA80EA1C}"/>
              </a:ext>
            </a:extLst>
          </p:cNvPr>
          <p:cNvSpPr/>
          <p:nvPr/>
        </p:nvSpPr>
        <p:spPr>
          <a:xfrm rot="5400000" flipV="1">
            <a:off x="6307392" y="5363506"/>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4" name="Right Arrow 273">
            <a:extLst>
              <a:ext uri="{FF2B5EF4-FFF2-40B4-BE49-F238E27FC236}">
                <a16:creationId xmlns:a16="http://schemas.microsoft.com/office/drawing/2014/main" id="{0DF6A182-C1F7-C14D-900B-3242DA6B4D96}"/>
              </a:ext>
            </a:extLst>
          </p:cNvPr>
          <p:cNvSpPr/>
          <p:nvPr/>
        </p:nvSpPr>
        <p:spPr>
          <a:xfrm rot="16200000" flipV="1">
            <a:off x="8254181" y="4449110"/>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5" name="Right Arrow 274">
            <a:extLst>
              <a:ext uri="{FF2B5EF4-FFF2-40B4-BE49-F238E27FC236}">
                <a16:creationId xmlns:a16="http://schemas.microsoft.com/office/drawing/2014/main" id="{EEAD3E84-70CC-2A46-87CC-F69A6D50ED35}"/>
              </a:ext>
            </a:extLst>
          </p:cNvPr>
          <p:cNvSpPr/>
          <p:nvPr/>
        </p:nvSpPr>
        <p:spPr>
          <a:xfrm rot="5400000" flipV="1">
            <a:off x="8249265" y="535859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9" name="Right Arrow 278">
            <a:extLst>
              <a:ext uri="{FF2B5EF4-FFF2-40B4-BE49-F238E27FC236}">
                <a16:creationId xmlns:a16="http://schemas.microsoft.com/office/drawing/2014/main" id="{A7B19411-E5F9-AC49-9C67-23093CF98D95}"/>
              </a:ext>
            </a:extLst>
          </p:cNvPr>
          <p:cNvSpPr/>
          <p:nvPr/>
        </p:nvSpPr>
        <p:spPr>
          <a:xfrm rot="10800000" flipH="1">
            <a:off x="7582395" y="5829665"/>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80" name="Right Arrow 279">
            <a:extLst>
              <a:ext uri="{FF2B5EF4-FFF2-40B4-BE49-F238E27FC236}">
                <a16:creationId xmlns:a16="http://schemas.microsoft.com/office/drawing/2014/main" id="{19CD2293-67D5-3048-9FAC-78E0AEE8C310}"/>
              </a:ext>
            </a:extLst>
          </p:cNvPr>
          <p:cNvSpPr/>
          <p:nvPr/>
        </p:nvSpPr>
        <p:spPr>
          <a:xfrm flipH="1">
            <a:off x="6819704" y="5834582"/>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83" name="Group 282">
            <a:extLst>
              <a:ext uri="{FF2B5EF4-FFF2-40B4-BE49-F238E27FC236}">
                <a16:creationId xmlns:a16="http://schemas.microsoft.com/office/drawing/2014/main" id="{A665C0C8-7FDD-0A42-80A3-CC602804C042}"/>
              </a:ext>
            </a:extLst>
          </p:cNvPr>
          <p:cNvGrpSpPr/>
          <p:nvPr/>
        </p:nvGrpSpPr>
        <p:grpSpPr>
          <a:xfrm>
            <a:off x="4336458" y="3833790"/>
            <a:ext cx="4395351" cy="404576"/>
            <a:chOff x="4333785" y="5772213"/>
            <a:chExt cx="4395351" cy="404576"/>
          </a:xfrm>
        </p:grpSpPr>
        <p:grpSp>
          <p:nvGrpSpPr>
            <p:cNvPr id="284" name="Group 283">
              <a:extLst>
                <a:ext uri="{FF2B5EF4-FFF2-40B4-BE49-F238E27FC236}">
                  <a16:creationId xmlns:a16="http://schemas.microsoft.com/office/drawing/2014/main" id="{4C02DC92-2A83-AC4D-B9F0-2BCDE917BDBC}"/>
                </a:ext>
              </a:extLst>
            </p:cNvPr>
            <p:cNvGrpSpPr/>
            <p:nvPr/>
          </p:nvGrpSpPr>
          <p:grpSpPr>
            <a:xfrm>
              <a:off x="4333785" y="5772213"/>
              <a:ext cx="531821" cy="369069"/>
              <a:chOff x="1348328" y="2475647"/>
              <a:chExt cx="603916" cy="419100"/>
            </a:xfrm>
          </p:grpSpPr>
          <p:grpSp>
            <p:nvGrpSpPr>
              <p:cNvPr id="305" name="Group 304">
                <a:extLst>
                  <a:ext uri="{FF2B5EF4-FFF2-40B4-BE49-F238E27FC236}">
                    <a16:creationId xmlns:a16="http://schemas.microsoft.com/office/drawing/2014/main" id="{F01EB862-010E-A34F-8D39-25BC2BED2A63}"/>
                  </a:ext>
                </a:extLst>
              </p:cNvPr>
              <p:cNvGrpSpPr/>
              <p:nvPr/>
            </p:nvGrpSpPr>
            <p:grpSpPr>
              <a:xfrm>
                <a:off x="1348328" y="2555748"/>
                <a:ext cx="603916" cy="308999"/>
                <a:chOff x="5278570" y="2983486"/>
                <a:chExt cx="501650" cy="233363"/>
              </a:xfrm>
            </p:grpSpPr>
            <p:sp>
              <p:nvSpPr>
                <p:cNvPr id="309" name="Oval 5">
                  <a:extLst>
                    <a:ext uri="{FF2B5EF4-FFF2-40B4-BE49-F238E27FC236}">
                      <a16:creationId xmlns:a16="http://schemas.microsoft.com/office/drawing/2014/main" id="{C2A61603-05BC-1E4D-99AA-0AB1CC49473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0" name="Line 6">
                  <a:extLst>
                    <a:ext uri="{FF2B5EF4-FFF2-40B4-BE49-F238E27FC236}">
                      <a16:creationId xmlns:a16="http://schemas.microsoft.com/office/drawing/2014/main" id="{7043DA0E-702D-CD4E-BA28-9341275851D9}"/>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1" name="Line 7">
                  <a:extLst>
                    <a:ext uri="{FF2B5EF4-FFF2-40B4-BE49-F238E27FC236}">
                      <a16:creationId xmlns:a16="http://schemas.microsoft.com/office/drawing/2014/main" id="{CE93F761-782C-C640-B2B6-8CA7492B28BC}"/>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2" name="Rectangle 8">
                  <a:extLst>
                    <a:ext uri="{FF2B5EF4-FFF2-40B4-BE49-F238E27FC236}">
                      <a16:creationId xmlns:a16="http://schemas.microsoft.com/office/drawing/2014/main" id="{723858D6-68CF-1C4E-A28B-A9FF5D728F2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13" name="Oval 9">
                  <a:extLst>
                    <a:ext uri="{FF2B5EF4-FFF2-40B4-BE49-F238E27FC236}">
                      <a16:creationId xmlns:a16="http://schemas.microsoft.com/office/drawing/2014/main" id="{70A7292E-FC97-924B-9010-8079BEC6219F}"/>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06" name="Group 44">
                <a:extLst>
                  <a:ext uri="{FF2B5EF4-FFF2-40B4-BE49-F238E27FC236}">
                    <a16:creationId xmlns:a16="http://schemas.microsoft.com/office/drawing/2014/main" id="{DA3B2173-D171-E340-B704-06A3FE481C71}"/>
                  </a:ext>
                </a:extLst>
              </p:cNvPr>
              <p:cNvGrpSpPr>
                <a:grpSpLocks/>
              </p:cNvGrpSpPr>
              <p:nvPr/>
            </p:nvGrpSpPr>
            <p:grpSpPr bwMode="auto">
              <a:xfrm>
                <a:off x="1456374" y="2475647"/>
                <a:ext cx="355165" cy="419100"/>
                <a:chOff x="2944" y="2405"/>
                <a:chExt cx="227" cy="264"/>
              </a:xfrm>
            </p:grpSpPr>
            <p:sp>
              <p:nvSpPr>
                <p:cNvPr id="307" name="Rectangle 45">
                  <a:extLst>
                    <a:ext uri="{FF2B5EF4-FFF2-40B4-BE49-F238E27FC236}">
                      <a16:creationId xmlns:a16="http://schemas.microsoft.com/office/drawing/2014/main" id="{A7CA85B6-08AA-4840-AE2B-A3321A49B6FA}"/>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8" name="Text Box 46">
                  <a:extLst>
                    <a:ext uri="{FF2B5EF4-FFF2-40B4-BE49-F238E27FC236}">
                      <a16:creationId xmlns:a16="http://schemas.microsoft.com/office/drawing/2014/main" id="{68812F5E-7A92-7B45-BBDE-2068A3A134D0}"/>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d</a:t>
                  </a:r>
                  <a:endParaRPr lang="en-US" sz="2000" kern="0" dirty="0">
                    <a:solidFill>
                      <a:srgbClr val="000000"/>
                    </a:solidFill>
                  </a:endParaRPr>
                </a:p>
              </p:txBody>
            </p:sp>
          </p:grpSp>
        </p:grpSp>
        <p:grpSp>
          <p:nvGrpSpPr>
            <p:cNvPr id="285" name="Group 284">
              <a:extLst>
                <a:ext uri="{FF2B5EF4-FFF2-40B4-BE49-F238E27FC236}">
                  <a16:creationId xmlns:a16="http://schemas.microsoft.com/office/drawing/2014/main" id="{5E3B07EB-D89E-C542-85F0-D68A3698AEC4}"/>
                </a:ext>
              </a:extLst>
            </p:cNvPr>
            <p:cNvGrpSpPr/>
            <p:nvPr/>
          </p:nvGrpSpPr>
          <p:grpSpPr>
            <a:xfrm>
              <a:off x="6263949" y="5807720"/>
              <a:ext cx="531821" cy="369069"/>
              <a:chOff x="1348328" y="2507397"/>
              <a:chExt cx="603916" cy="419100"/>
            </a:xfrm>
          </p:grpSpPr>
          <p:grpSp>
            <p:nvGrpSpPr>
              <p:cNvPr id="296" name="Group 295">
                <a:extLst>
                  <a:ext uri="{FF2B5EF4-FFF2-40B4-BE49-F238E27FC236}">
                    <a16:creationId xmlns:a16="http://schemas.microsoft.com/office/drawing/2014/main" id="{CE2D511A-9878-0E42-B4E3-97548A8A67A3}"/>
                  </a:ext>
                </a:extLst>
              </p:cNvPr>
              <p:cNvGrpSpPr/>
              <p:nvPr/>
            </p:nvGrpSpPr>
            <p:grpSpPr>
              <a:xfrm>
                <a:off x="1348328" y="2555748"/>
                <a:ext cx="603916" cy="308999"/>
                <a:chOff x="5278570" y="2983486"/>
                <a:chExt cx="501650" cy="233363"/>
              </a:xfrm>
            </p:grpSpPr>
            <p:sp>
              <p:nvSpPr>
                <p:cNvPr id="300" name="Oval 5">
                  <a:extLst>
                    <a:ext uri="{FF2B5EF4-FFF2-40B4-BE49-F238E27FC236}">
                      <a16:creationId xmlns:a16="http://schemas.microsoft.com/office/drawing/2014/main" id="{C66E96DA-F1B1-9A41-8B0D-2F21B3B7ACBA}"/>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1" name="Line 6">
                  <a:extLst>
                    <a:ext uri="{FF2B5EF4-FFF2-40B4-BE49-F238E27FC236}">
                      <a16:creationId xmlns:a16="http://schemas.microsoft.com/office/drawing/2014/main" id="{A2387D1F-7EF0-9443-8128-6FF284EC9AF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2" name="Line 7">
                  <a:extLst>
                    <a:ext uri="{FF2B5EF4-FFF2-40B4-BE49-F238E27FC236}">
                      <a16:creationId xmlns:a16="http://schemas.microsoft.com/office/drawing/2014/main" id="{4B183F70-EB28-A94F-BF31-54B939F6B75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3" name="Rectangle 8">
                  <a:extLst>
                    <a:ext uri="{FF2B5EF4-FFF2-40B4-BE49-F238E27FC236}">
                      <a16:creationId xmlns:a16="http://schemas.microsoft.com/office/drawing/2014/main" id="{84BE29FD-A805-D348-99C3-8D3C650618E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04" name="Oval 9">
                  <a:extLst>
                    <a:ext uri="{FF2B5EF4-FFF2-40B4-BE49-F238E27FC236}">
                      <a16:creationId xmlns:a16="http://schemas.microsoft.com/office/drawing/2014/main" id="{BF5D685A-16D6-5B40-9EEF-970D3CDCE370}"/>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97" name="Group 44">
                <a:extLst>
                  <a:ext uri="{FF2B5EF4-FFF2-40B4-BE49-F238E27FC236}">
                    <a16:creationId xmlns:a16="http://schemas.microsoft.com/office/drawing/2014/main" id="{058B095B-B9C0-F84A-B78C-FE9DCA729C71}"/>
                  </a:ext>
                </a:extLst>
              </p:cNvPr>
              <p:cNvGrpSpPr>
                <a:grpSpLocks/>
              </p:cNvGrpSpPr>
              <p:nvPr/>
            </p:nvGrpSpPr>
            <p:grpSpPr bwMode="auto">
              <a:xfrm>
                <a:off x="1456374" y="2507397"/>
                <a:ext cx="355165" cy="419100"/>
                <a:chOff x="2944" y="2425"/>
                <a:chExt cx="227" cy="264"/>
              </a:xfrm>
            </p:grpSpPr>
            <p:sp>
              <p:nvSpPr>
                <p:cNvPr id="298" name="Rectangle 45">
                  <a:extLst>
                    <a:ext uri="{FF2B5EF4-FFF2-40B4-BE49-F238E27FC236}">
                      <a16:creationId xmlns:a16="http://schemas.microsoft.com/office/drawing/2014/main" id="{7FBA9119-2A14-E84A-A39B-55E9D6AE939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9" name="Text Box 46">
                  <a:extLst>
                    <a:ext uri="{FF2B5EF4-FFF2-40B4-BE49-F238E27FC236}">
                      <a16:creationId xmlns:a16="http://schemas.microsoft.com/office/drawing/2014/main" id="{2944FA12-D5D2-E241-A9FC-D4A85A350D0A}"/>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e</a:t>
                  </a:r>
                  <a:endParaRPr lang="en-US" sz="2000" kern="0" dirty="0">
                    <a:solidFill>
                      <a:srgbClr val="000000"/>
                    </a:solidFill>
                  </a:endParaRPr>
                </a:p>
              </p:txBody>
            </p:sp>
          </p:grpSp>
        </p:grpSp>
        <p:grpSp>
          <p:nvGrpSpPr>
            <p:cNvPr id="286" name="Group 285">
              <a:extLst>
                <a:ext uri="{FF2B5EF4-FFF2-40B4-BE49-F238E27FC236}">
                  <a16:creationId xmlns:a16="http://schemas.microsoft.com/office/drawing/2014/main" id="{B9D4EE61-1CC1-6D4C-822D-300C73469B48}"/>
                </a:ext>
              </a:extLst>
            </p:cNvPr>
            <p:cNvGrpSpPr/>
            <p:nvPr/>
          </p:nvGrpSpPr>
          <p:grpSpPr>
            <a:xfrm>
              <a:off x="8197315" y="5805271"/>
              <a:ext cx="531821" cy="369069"/>
              <a:chOff x="1348328" y="2507397"/>
              <a:chExt cx="603916" cy="419100"/>
            </a:xfrm>
          </p:grpSpPr>
          <p:grpSp>
            <p:nvGrpSpPr>
              <p:cNvPr id="287" name="Group 286">
                <a:extLst>
                  <a:ext uri="{FF2B5EF4-FFF2-40B4-BE49-F238E27FC236}">
                    <a16:creationId xmlns:a16="http://schemas.microsoft.com/office/drawing/2014/main" id="{75D4F492-E56A-6541-9F9D-1D85B09999F3}"/>
                  </a:ext>
                </a:extLst>
              </p:cNvPr>
              <p:cNvGrpSpPr/>
              <p:nvPr/>
            </p:nvGrpSpPr>
            <p:grpSpPr>
              <a:xfrm>
                <a:off x="1348328" y="2555748"/>
                <a:ext cx="603916" cy="308999"/>
                <a:chOff x="5278570" y="2983486"/>
                <a:chExt cx="501650" cy="233363"/>
              </a:xfrm>
            </p:grpSpPr>
            <p:sp>
              <p:nvSpPr>
                <p:cNvPr id="291" name="Oval 5">
                  <a:extLst>
                    <a:ext uri="{FF2B5EF4-FFF2-40B4-BE49-F238E27FC236}">
                      <a16:creationId xmlns:a16="http://schemas.microsoft.com/office/drawing/2014/main" id="{190A087A-A659-3E4D-B4FE-1EA13D56BE4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2" name="Line 6">
                  <a:extLst>
                    <a:ext uri="{FF2B5EF4-FFF2-40B4-BE49-F238E27FC236}">
                      <a16:creationId xmlns:a16="http://schemas.microsoft.com/office/drawing/2014/main" id="{E7E9FE4A-5449-D244-A5A8-DEB5E1D8494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3" name="Line 7">
                  <a:extLst>
                    <a:ext uri="{FF2B5EF4-FFF2-40B4-BE49-F238E27FC236}">
                      <a16:creationId xmlns:a16="http://schemas.microsoft.com/office/drawing/2014/main" id="{8C243F83-93B5-2C49-9D61-2E8E8652A48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4" name="Rectangle 8">
                  <a:extLst>
                    <a:ext uri="{FF2B5EF4-FFF2-40B4-BE49-F238E27FC236}">
                      <a16:creationId xmlns:a16="http://schemas.microsoft.com/office/drawing/2014/main" id="{B0B61A2E-99AA-324F-8224-CB0B3B44042C}"/>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95" name="Oval 9">
                  <a:extLst>
                    <a:ext uri="{FF2B5EF4-FFF2-40B4-BE49-F238E27FC236}">
                      <a16:creationId xmlns:a16="http://schemas.microsoft.com/office/drawing/2014/main" id="{2F485C77-8179-0B4E-B93A-E5C91296B443}"/>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88" name="Group 44">
                <a:extLst>
                  <a:ext uri="{FF2B5EF4-FFF2-40B4-BE49-F238E27FC236}">
                    <a16:creationId xmlns:a16="http://schemas.microsoft.com/office/drawing/2014/main" id="{0826EA6F-730D-8C47-8DDA-2C65DD6716BA}"/>
                  </a:ext>
                </a:extLst>
              </p:cNvPr>
              <p:cNvGrpSpPr>
                <a:grpSpLocks/>
              </p:cNvGrpSpPr>
              <p:nvPr/>
            </p:nvGrpSpPr>
            <p:grpSpPr bwMode="auto">
              <a:xfrm>
                <a:off x="1492372" y="2507397"/>
                <a:ext cx="283194" cy="419100"/>
                <a:chOff x="2967" y="2425"/>
                <a:chExt cx="181" cy="264"/>
              </a:xfrm>
            </p:grpSpPr>
            <p:sp>
              <p:nvSpPr>
                <p:cNvPr id="289" name="Rectangle 45">
                  <a:extLst>
                    <a:ext uri="{FF2B5EF4-FFF2-40B4-BE49-F238E27FC236}">
                      <a16:creationId xmlns:a16="http://schemas.microsoft.com/office/drawing/2014/main" id="{C3E85E15-4F40-FF40-89C4-0E851470FA4F}"/>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0" name="Text Box 46">
                  <a:extLst>
                    <a:ext uri="{FF2B5EF4-FFF2-40B4-BE49-F238E27FC236}">
                      <a16:creationId xmlns:a16="http://schemas.microsoft.com/office/drawing/2014/main" id="{1905E332-CD71-E748-AE06-2A274A0D7B18}"/>
                    </a:ext>
                  </a:extLst>
                </p:cNvPr>
                <p:cNvSpPr txBox="1">
                  <a:spLocks noChangeArrowheads="1"/>
                </p:cNvSpPr>
                <p:nvPr/>
              </p:nvSpPr>
              <p:spPr bwMode="auto">
                <a:xfrm>
                  <a:off x="2967" y="2425"/>
                  <a:ext cx="18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f</a:t>
                  </a:r>
                  <a:endParaRPr lang="en-US" sz="2000" kern="0" dirty="0">
                    <a:solidFill>
                      <a:srgbClr val="000000"/>
                    </a:solidFill>
                  </a:endParaRPr>
                </a:p>
              </p:txBody>
            </p:sp>
          </p:grpSp>
        </p:grpSp>
      </p:grpSp>
      <p:grpSp>
        <p:nvGrpSpPr>
          <p:cNvPr id="314" name="Group 313">
            <a:extLst>
              <a:ext uri="{FF2B5EF4-FFF2-40B4-BE49-F238E27FC236}">
                <a16:creationId xmlns:a16="http://schemas.microsoft.com/office/drawing/2014/main" id="{917871C2-1731-FE43-944D-6364CCE85DA9}"/>
              </a:ext>
            </a:extLst>
          </p:cNvPr>
          <p:cNvGrpSpPr/>
          <p:nvPr/>
        </p:nvGrpSpPr>
        <p:grpSpPr>
          <a:xfrm>
            <a:off x="4333785" y="1906063"/>
            <a:ext cx="4395351" cy="404576"/>
            <a:chOff x="4333785" y="5772213"/>
            <a:chExt cx="4395351" cy="404576"/>
          </a:xfrm>
        </p:grpSpPr>
        <p:grpSp>
          <p:nvGrpSpPr>
            <p:cNvPr id="315" name="Group 314">
              <a:extLst>
                <a:ext uri="{FF2B5EF4-FFF2-40B4-BE49-F238E27FC236}">
                  <a16:creationId xmlns:a16="http://schemas.microsoft.com/office/drawing/2014/main" id="{68E7B419-D4D3-3A4B-86E1-D40C76B2BB2C}"/>
                </a:ext>
              </a:extLst>
            </p:cNvPr>
            <p:cNvGrpSpPr/>
            <p:nvPr/>
          </p:nvGrpSpPr>
          <p:grpSpPr>
            <a:xfrm>
              <a:off x="4333785" y="5772213"/>
              <a:ext cx="531821" cy="369069"/>
              <a:chOff x="1348328" y="2475647"/>
              <a:chExt cx="603916" cy="419100"/>
            </a:xfrm>
          </p:grpSpPr>
          <p:grpSp>
            <p:nvGrpSpPr>
              <p:cNvPr id="336" name="Group 335">
                <a:extLst>
                  <a:ext uri="{FF2B5EF4-FFF2-40B4-BE49-F238E27FC236}">
                    <a16:creationId xmlns:a16="http://schemas.microsoft.com/office/drawing/2014/main" id="{93705575-DDBD-3D44-B843-C77E28CEAAD2}"/>
                  </a:ext>
                </a:extLst>
              </p:cNvPr>
              <p:cNvGrpSpPr/>
              <p:nvPr/>
            </p:nvGrpSpPr>
            <p:grpSpPr>
              <a:xfrm>
                <a:off x="1348328" y="2555748"/>
                <a:ext cx="603916" cy="308999"/>
                <a:chOff x="5278570" y="2983486"/>
                <a:chExt cx="501650" cy="233363"/>
              </a:xfrm>
            </p:grpSpPr>
            <p:sp>
              <p:nvSpPr>
                <p:cNvPr id="340" name="Oval 5">
                  <a:extLst>
                    <a:ext uri="{FF2B5EF4-FFF2-40B4-BE49-F238E27FC236}">
                      <a16:creationId xmlns:a16="http://schemas.microsoft.com/office/drawing/2014/main" id="{AF888CEF-6837-CD45-809F-91550C92C80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1" name="Line 6">
                  <a:extLst>
                    <a:ext uri="{FF2B5EF4-FFF2-40B4-BE49-F238E27FC236}">
                      <a16:creationId xmlns:a16="http://schemas.microsoft.com/office/drawing/2014/main" id="{4535759C-A65E-D84B-9508-03E1DC0B824C}"/>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2" name="Line 7">
                  <a:extLst>
                    <a:ext uri="{FF2B5EF4-FFF2-40B4-BE49-F238E27FC236}">
                      <a16:creationId xmlns:a16="http://schemas.microsoft.com/office/drawing/2014/main" id="{FFA7BAB7-E53C-EC41-ACE7-66FCD862969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3" name="Rectangle 8">
                  <a:extLst>
                    <a:ext uri="{FF2B5EF4-FFF2-40B4-BE49-F238E27FC236}">
                      <a16:creationId xmlns:a16="http://schemas.microsoft.com/office/drawing/2014/main" id="{69E05203-3EC0-6447-8988-D4F7C2150FA6}"/>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44" name="Oval 9">
                  <a:extLst>
                    <a:ext uri="{FF2B5EF4-FFF2-40B4-BE49-F238E27FC236}">
                      <a16:creationId xmlns:a16="http://schemas.microsoft.com/office/drawing/2014/main" id="{D9043B05-A159-7D41-90D4-718D621EA02B}"/>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37" name="Group 44">
                <a:extLst>
                  <a:ext uri="{FF2B5EF4-FFF2-40B4-BE49-F238E27FC236}">
                    <a16:creationId xmlns:a16="http://schemas.microsoft.com/office/drawing/2014/main" id="{230264F8-C92F-C344-8341-A92C3D105F2A}"/>
                  </a:ext>
                </a:extLst>
              </p:cNvPr>
              <p:cNvGrpSpPr>
                <a:grpSpLocks/>
              </p:cNvGrpSpPr>
              <p:nvPr/>
            </p:nvGrpSpPr>
            <p:grpSpPr bwMode="auto">
              <a:xfrm>
                <a:off x="1456374" y="2475647"/>
                <a:ext cx="355165" cy="419100"/>
                <a:chOff x="2944" y="2405"/>
                <a:chExt cx="227" cy="264"/>
              </a:xfrm>
            </p:grpSpPr>
            <p:sp>
              <p:nvSpPr>
                <p:cNvPr id="338" name="Rectangle 45">
                  <a:extLst>
                    <a:ext uri="{FF2B5EF4-FFF2-40B4-BE49-F238E27FC236}">
                      <a16:creationId xmlns:a16="http://schemas.microsoft.com/office/drawing/2014/main" id="{F2B81453-DE5E-984D-B97A-6884B0BDD35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9" name="Text Box 46">
                  <a:extLst>
                    <a:ext uri="{FF2B5EF4-FFF2-40B4-BE49-F238E27FC236}">
                      <a16:creationId xmlns:a16="http://schemas.microsoft.com/office/drawing/2014/main" id="{35E945F9-D699-744B-ACB7-587B2AA668D3}"/>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a</a:t>
                  </a:r>
                  <a:endParaRPr lang="en-US" sz="2000" kern="0" dirty="0">
                    <a:solidFill>
                      <a:srgbClr val="000000"/>
                    </a:solidFill>
                  </a:endParaRPr>
                </a:p>
              </p:txBody>
            </p:sp>
          </p:grpSp>
        </p:grpSp>
        <p:grpSp>
          <p:nvGrpSpPr>
            <p:cNvPr id="316" name="Group 315">
              <a:extLst>
                <a:ext uri="{FF2B5EF4-FFF2-40B4-BE49-F238E27FC236}">
                  <a16:creationId xmlns:a16="http://schemas.microsoft.com/office/drawing/2014/main" id="{1CE7BA36-0E22-4F41-B503-121F0E8FF751}"/>
                </a:ext>
              </a:extLst>
            </p:cNvPr>
            <p:cNvGrpSpPr/>
            <p:nvPr/>
          </p:nvGrpSpPr>
          <p:grpSpPr>
            <a:xfrm>
              <a:off x="6263949" y="5807720"/>
              <a:ext cx="531821" cy="369069"/>
              <a:chOff x="1348328" y="2507397"/>
              <a:chExt cx="603916" cy="419100"/>
            </a:xfrm>
          </p:grpSpPr>
          <p:grpSp>
            <p:nvGrpSpPr>
              <p:cNvPr id="327" name="Group 326">
                <a:extLst>
                  <a:ext uri="{FF2B5EF4-FFF2-40B4-BE49-F238E27FC236}">
                    <a16:creationId xmlns:a16="http://schemas.microsoft.com/office/drawing/2014/main" id="{ABA31A37-F3CD-1746-9C86-0557D36C5404}"/>
                  </a:ext>
                </a:extLst>
              </p:cNvPr>
              <p:cNvGrpSpPr/>
              <p:nvPr/>
            </p:nvGrpSpPr>
            <p:grpSpPr>
              <a:xfrm>
                <a:off x="1348328" y="2555748"/>
                <a:ext cx="603916" cy="308999"/>
                <a:chOff x="5278570" y="2983486"/>
                <a:chExt cx="501650" cy="233363"/>
              </a:xfrm>
            </p:grpSpPr>
            <p:sp>
              <p:nvSpPr>
                <p:cNvPr id="331" name="Oval 5">
                  <a:extLst>
                    <a:ext uri="{FF2B5EF4-FFF2-40B4-BE49-F238E27FC236}">
                      <a16:creationId xmlns:a16="http://schemas.microsoft.com/office/drawing/2014/main" id="{39C9919B-E459-6946-BAB3-A266303D27E7}"/>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2" name="Line 6">
                  <a:extLst>
                    <a:ext uri="{FF2B5EF4-FFF2-40B4-BE49-F238E27FC236}">
                      <a16:creationId xmlns:a16="http://schemas.microsoft.com/office/drawing/2014/main" id="{61A62C09-3017-A541-9429-460C1A7F6B50}"/>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3" name="Line 7">
                  <a:extLst>
                    <a:ext uri="{FF2B5EF4-FFF2-40B4-BE49-F238E27FC236}">
                      <a16:creationId xmlns:a16="http://schemas.microsoft.com/office/drawing/2014/main" id="{86063EB7-D2C3-3447-B2FD-57FC1E74D327}"/>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4" name="Rectangle 8">
                  <a:extLst>
                    <a:ext uri="{FF2B5EF4-FFF2-40B4-BE49-F238E27FC236}">
                      <a16:creationId xmlns:a16="http://schemas.microsoft.com/office/drawing/2014/main" id="{BD5BCC42-3550-DF4A-BB55-F643AEBFD9AD}"/>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35" name="Oval 9">
                  <a:extLst>
                    <a:ext uri="{FF2B5EF4-FFF2-40B4-BE49-F238E27FC236}">
                      <a16:creationId xmlns:a16="http://schemas.microsoft.com/office/drawing/2014/main" id="{74611398-E647-494F-A7BD-186BB5CB5454}"/>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28" name="Group 44">
                <a:extLst>
                  <a:ext uri="{FF2B5EF4-FFF2-40B4-BE49-F238E27FC236}">
                    <a16:creationId xmlns:a16="http://schemas.microsoft.com/office/drawing/2014/main" id="{B57BC638-F090-114B-B8BF-7E2F4A6CC8F0}"/>
                  </a:ext>
                </a:extLst>
              </p:cNvPr>
              <p:cNvGrpSpPr>
                <a:grpSpLocks/>
              </p:cNvGrpSpPr>
              <p:nvPr/>
            </p:nvGrpSpPr>
            <p:grpSpPr bwMode="auto">
              <a:xfrm>
                <a:off x="1456374" y="2507397"/>
                <a:ext cx="355165" cy="419100"/>
                <a:chOff x="2944" y="2425"/>
                <a:chExt cx="227" cy="264"/>
              </a:xfrm>
            </p:grpSpPr>
            <p:sp>
              <p:nvSpPr>
                <p:cNvPr id="329" name="Rectangle 45">
                  <a:extLst>
                    <a:ext uri="{FF2B5EF4-FFF2-40B4-BE49-F238E27FC236}">
                      <a16:creationId xmlns:a16="http://schemas.microsoft.com/office/drawing/2014/main" id="{0F91A427-A1B7-A54C-8320-A92F425DFC7E}"/>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0" name="Text Box 46">
                  <a:extLst>
                    <a:ext uri="{FF2B5EF4-FFF2-40B4-BE49-F238E27FC236}">
                      <a16:creationId xmlns:a16="http://schemas.microsoft.com/office/drawing/2014/main" id="{E600E15A-04DE-4F44-AD3B-D284039393AF}"/>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b</a:t>
                  </a:r>
                  <a:endParaRPr lang="en-US" sz="2000" kern="0" dirty="0">
                    <a:solidFill>
                      <a:srgbClr val="000000"/>
                    </a:solidFill>
                  </a:endParaRPr>
                </a:p>
              </p:txBody>
            </p:sp>
          </p:grpSp>
        </p:grpSp>
        <p:grpSp>
          <p:nvGrpSpPr>
            <p:cNvPr id="317" name="Group 316">
              <a:extLst>
                <a:ext uri="{FF2B5EF4-FFF2-40B4-BE49-F238E27FC236}">
                  <a16:creationId xmlns:a16="http://schemas.microsoft.com/office/drawing/2014/main" id="{2EB87748-B820-0349-A8AC-FE8BBD55B257}"/>
                </a:ext>
              </a:extLst>
            </p:cNvPr>
            <p:cNvGrpSpPr/>
            <p:nvPr/>
          </p:nvGrpSpPr>
          <p:grpSpPr>
            <a:xfrm>
              <a:off x="8197315" y="5805271"/>
              <a:ext cx="531821" cy="369069"/>
              <a:chOff x="1348328" y="2507397"/>
              <a:chExt cx="603916" cy="419100"/>
            </a:xfrm>
          </p:grpSpPr>
          <p:grpSp>
            <p:nvGrpSpPr>
              <p:cNvPr id="318" name="Group 317">
                <a:extLst>
                  <a:ext uri="{FF2B5EF4-FFF2-40B4-BE49-F238E27FC236}">
                    <a16:creationId xmlns:a16="http://schemas.microsoft.com/office/drawing/2014/main" id="{EB6E4C7D-CDAA-7F47-A797-1E5FB2A80494}"/>
                  </a:ext>
                </a:extLst>
              </p:cNvPr>
              <p:cNvGrpSpPr/>
              <p:nvPr/>
            </p:nvGrpSpPr>
            <p:grpSpPr>
              <a:xfrm>
                <a:off x="1348328" y="2555748"/>
                <a:ext cx="603916" cy="308999"/>
                <a:chOff x="5278570" y="2983486"/>
                <a:chExt cx="501650" cy="233363"/>
              </a:xfrm>
            </p:grpSpPr>
            <p:sp>
              <p:nvSpPr>
                <p:cNvPr id="322" name="Oval 5">
                  <a:extLst>
                    <a:ext uri="{FF2B5EF4-FFF2-40B4-BE49-F238E27FC236}">
                      <a16:creationId xmlns:a16="http://schemas.microsoft.com/office/drawing/2014/main" id="{F9943B67-FB21-3647-869F-669BE6A721C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3" name="Line 6">
                  <a:extLst>
                    <a:ext uri="{FF2B5EF4-FFF2-40B4-BE49-F238E27FC236}">
                      <a16:creationId xmlns:a16="http://schemas.microsoft.com/office/drawing/2014/main" id="{57CCD935-17C4-B04B-B482-9A946E848EC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4" name="Line 7">
                  <a:extLst>
                    <a:ext uri="{FF2B5EF4-FFF2-40B4-BE49-F238E27FC236}">
                      <a16:creationId xmlns:a16="http://schemas.microsoft.com/office/drawing/2014/main" id="{2FE8EAFF-CC53-364C-974F-2F913B960D6B}"/>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5" name="Rectangle 8">
                  <a:extLst>
                    <a:ext uri="{FF2B5EF4-FFF2-40B4-BE49-F238E27FC236}">
                      <a16:creationId xmlns:a16="http://schemas.microsoft.com/office/drawing/2014/main" id="{B25B691E-9E1D-1E4F-9419-9156013814CE}"/>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26" name="Oval 9">
                  <a:extLst>
                    <a:ext uri="{FF2B5EF4-FFF2-40B4-BE49-F238E27FC236}">
                      <a16:creationId xmlns:a16="http://schemas.microsoft.com/office/drawing/2014/main" id="{9CB3B73F-9E39-EC4E-83F7-FBE10697408E}"/>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19" name="Group 44">
                <a:extLst>
                  <a:ext uri="{FF2B5EF4-FFF2-40B4-BE49-F238E27FC236}">
                    <a16:creationId xmlns:a16="http://schemas.microsoft.com/office/drawing/2014/main" id="{0F42679C-ED56-BC45-8C82-597609DBD4D2}"/>
                  </a:ext>
                </a:extLst>
              </p:cNvPr>
              <p:cNvGrpSpPr>
                <a:grpSpLocks/>
              </p:cNvGrpSpPr>
              <p:nvPr/>
            </p:nvGrpSpPr>
            <p:grpSpPr bwMode="auto">
              <a:xfrm>
                <a:off x="1464202" y="2507397"/>
                <a:ext cx="341084" cy="419100"/>
                <a:chOff x="2949" y="2425"/>
                <a:chExt cx="218" cy="264"/>
              </a:xfrm>
            </p:grpSpPr>
            <p:sp>
              <p:nvSpPr>
                <p:cNvPr id="320" name="Rectangle 45">
                  <a:extLst>
                    <a:ext uri="{FF2B5EF4-FFF2-40B4-BE49-F238E27FC236}">
                      <a16:creationId xmlns:a16="http://schemas.microsoft.com/office/drawing/2014/main" id="{CF557465-1C6C-1245-9762-D6D2D9F891F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1" name="Text Box 46">
                  <a:extLst>
                    <a:ext uri="{FF2B5EF4-FFF2-40B4-BE49-F238E27FC236}">
                      <a16:creationId xmlns:a16="http://schemas.microsoft.com/office/drawing/2014/main" id="{CEEF1658-9381-E84D-81A0-1A501484FB8A}"/>
                    </a:ext>
                  </a:extLst>
                </p:cNvPr>
                <p:cNvSpPr txBox="1">
                  <a:spLocks noChangeArrowheads="1"/>
                </p:cNvSpPr>
                <p:nvPr/>
              </p:nvSpPr>
              <p:spPr bwMode="auto">
                <a:xfrm>
                  <a:off x="2949" y="2425"/>
                  <a:ext cx="218"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c</a:t>
                  </a:r>
                  <a:endParaRPr lang="en-US" sz="2000" kern="0" dirty="0">
                    <a:solidFill>
                      <a:srgbClr val="000000"/>
                    </a:solidFill>
                  </a:endParaRPr>
                </a:p>
              </p:txBody>
            </p:sp>
          </p:grpSp>
        </p:grpSp>
      </p:grpSp>
      <p:sp>
        <p:nvSpPr>
          <p:cNvPr id="346" name="Right Arrow 345">
            <a:extLst>
              <a:ext uri="{FF2B5EF4-FFF2-40B4-BE49-F238E27FC236}">
                <a16:creationId xmlns:a16="http://schemas.microsoft.com/office/drawing/2014/main" id="{042BFE25-0F60-794A-B634-E33D42BAAD21}"/>
              </a:ext>
            </a:extLst>
          </p:cNvPr>
          <p:cNvSpPr/>
          <p:nvPr/>
        </p:nvSpPr>
        <p:spPr>
          <a:xfrm rot="10800000" flipH="1">
            <a:off x="5660017" y="5843033"/>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47" name="Right Arrow 346">
            <a:extLst>
              <a:ext uri="{FF2B5EF4-FFF2-40B4-BE49-F238E27FC236}">
                <a16:creationId xmlns:a16="http://schemas.microsoft.com/office/drawing/2014/main" id="{E9AE3BA5-DCA8-5D4F-A6D6-75EF46834F58}"/>
              </a:ext>
            </a:extLst>
          </p:cNvPr>
          <p:cNvSpPr/>
          <p:nvPr/>
        </p:nvSpPr>
        <p:spPr>
          <a:xfrm flipH="1">
            <a:off x="4897326" y="5847950"/>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48" name="Right Arrow 347">
            <a:extLst>
              <a:ext uri="{FF2B5EF4-FFF2-40B4-BE49-F238E27FC236}">
                <a16:creationId xmlns:a16="http://schemas.microsoft.com/office/drawing/2014/main" id="{80E704B5-3D0B-2A41-AF24-0F438DFF3159}"/>
              </a:ext>
            </a:extLst>
          </p:cNvPr>
          <p:cNvSpPr/>
          <p:nvPr/>
        </p:nvSpPr>
        <p:spPr>
          <a:xfrm rot="10800000" flipH="1">
            <a:off x="5651998" y="3904611"/>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49" name="Right Arrow 348">
            <a:extLst>
              <a:ext uri="{FF2B5EF4-FFF2-40B4-BE49-F238E27FC236}">
                <a16:creationId xmlns:a16="http://schemas.microsoft.com/office/drawing/2014/main" id="{D96C2F6A-C449-3E42-9B4A-5B9F8178C165}"/>
              </a:ext>
            </a:extLst>
          </p:cNvPr>
          <p:cNvSpPr/>
          <p:nvPr/>
        </p:nvSpPr>
        <p:spPr>
          <a:xfrm flipH="1">
            <a:off x="4905348" y="3909528"/>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0" name="Right Arrow 349">
            <a:extLst>
              <a:ext uri="{FF2B5EF4-FFF2-40B4-BE49-F238E27FC236}">
                <a16:creationId xmlns:a16="http://schemas.microsoft.com/office/drawing/2014/main" id="{39F8950B-5EB1-4B4E-A0EF-73943A219C7C}"/>
              </a:ext>
            </a:extLst>
          </p:cNvPr>
          <p:cNvSpPr/>
          <p:nvPr/>
        </p:nvSpPr>
        <p:spPr>
          <a:xfrm>
            <a:off x="5660020" y="1966189"/>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1" name="Right Arrow 350">
            <a:extLst>
              <a:ext uri="{FF2B5EF4-FFF2-40B4-BE49-F238E27FC236}">
                <a16:creationId xmlns:a16="http://schemas.microsoft.com/office/drawing/2014/main" id="{DF406DB6-2900-7C44-9860-A0ADA23E2211}"/>
              </a:ext>
            </a:extLst>
          </p:cNvPr>
          <p:cNvSpPr/>
          <p:nvPr/>
        </p:nvSpPr>
        <p:spPr>
          <a:xfrm rot="10800000">
            <a:off x="4924064" y="1987147"/>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2" name="Right Arrow 351">
            <a:extLst>
              <a:ext uri="{FF2B5EF4-FFF2-40B4-BE49-F238E27FC236}">
                <a16:creationId xmlns:a16="http://schemas.microsoft.com/office/drawing/2014/main" id="{EE34E15B-D663-B047-93CF-9B1CD724C0A5}"/>
              </a:ext>
            </a:extLst>
          </p:cNvPr>
          <p:cNvSpPr/>
          <p:nvPr/>
        </p:nvSpPr>
        <p:spPr>
          <a:xfrm rot="10800000" flipH="1">
            <a:off x="7582399" y="1968862"/>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3" name="Right Arrow 352">
            <a:extLst>
              <a:ext uri="{FF2B5EF4-FFF2-40B4-BE49-F238E27FC236}">
                <a16:creationId xmlns:a16="http://schemas.microsoft.com/office/drawing/2014/main" id="{C5E35028-9133-1F45-82D3-DD70357904CF}"/>
              </a:ext>
            </a:extLst>
          </p:cNvPr>
          <p:cNvSpPr/>
          <p:nvPr/>
        </p:nvSpPr>
        <p:spPr>
          <a:xfrm rot="10800000">
            <a:off x="6819708" y="1973779"/>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4" name="Right Arrow 353">
            <a:extLst>
              <a:ext uri="{FF2B5EF4-FFF2-40B4-BE49-F238E27FC236}">
                <a16:creationId xmlns:a16="http://schemas.microsoft.com/office/drawing/2014/main" id="{F9910D40-9F0B-7C47-BDEC-508FFA6BCFDB}"/>
              </a:ext>
            </a:extLst>
          </p:cNvPr>
          <p:cNvSpPr/>
          <p:nvPr/>
        </p:nvSpPr>
        <p:spPr>
          <a:xfrm rot="10800000" flipH="1">
            <a:off x="7595769" y="3907283"/>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5" name="Right Arrow 354">
            <a:extLst>
              <a:ext uri="{FF2B5EF4-FFF2-40B4-BE49-F238E27FC236}">
                <a16:creationId xmlns:a16="http://schemas.microsoft.com/office/drawing/2014/main" id="{EBB9FB89-D51A-8145-8D43-15C959806E3C}"/>
              </a:ext>
            </a:extLst>
          </p:cNvPr>
          <p:cNvSpPr/>
          <p:nvPr/>
        </p:nvSpPr>
        <p:spPr>
          <a:xfrm flipH="1">
            <a:off x="6833078" y="3912200"/>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58" name="TextBox 157">
            <a:extLst>
              <a:ext uri="{FF2B5EF4-FFF2-40B4-BE49-F238E27FC236}">
                <a16:creationId xmlns:a16="http://schemas.microsoft.com/office/drawing/2014/main" id="{B5592DAF-A3B4-9F43-84E1-39575A7F870C}"/>
              </a:ext>
            </a:extLst>
          </p:cNvPr>
          <p:cNvSpPr txBox="1"/>
          <p:nvPr/>
        </p:nvSpPr>
        <p:spPr>
          <a:xfrm flipH="1">
            <a:off x="476445" y="3078991"/>
            <a:ext cx="2195814" cy="2585323"/>
          </a:xfrm>
          <a:prstGeom prst="rect">
            <a:avLst/>
          </a:prstGeom>
          <a:noFill/>
        </p:spPr>
        <p:txBody>
          <a:bodyPr wrap="square" rtlCol="0">
            <a:spAutoFit/>
          </a:bodyPr>
          <a:lstStyle/>
          <a:p>
            <a:pPr>
              <a:lnSpc>
                <a:spcPct val="90000"/>
              </a:lnSpc>
              <a:buClr>
                <a:srgbClr val="0000A8"/>
              </a:buClr>
            </a:pPr>
            <a:r>
              <a:rPr lang="en-US" dirty="0">
                <a:solidFill>
                  <a:prstClr val="black"/>
                </a:solidFill>
              </a:rPr>
              <a:t>All nodes:</a:t>
            </a:r>
          </a:p>
          <a:p>
            <a:pPr marL="174625" indent="-174625">
              <a:lnSpc>
                <a:spcPct val="90000"/>
              </a:lnSpc>
              <a:buClr>
                <a:srgbClr val="0000A8"/>
              </a:buClr>
              <a:buFont typeface="Wingdings" pitchFamily="2" charset="2"/>
              <a:buChar char="§"/>
            </a:pPr>
            <a:r>
              <a:rPr lang="en-US" dirty="0">
                <a:solidFill>
                  <a:prstClr val="black"/>
                </a:solidFill>
              </a:rPr>
              <a:t>receive distance vectors from neighbors</a:t>
            </a:r>
          </a:p>
          <a:p>
            <a:pPr marL="174625" indent="-174625">
              <a:lnSpc>
                <a:spcPct val="90000"/>
              </a:lnSpc>
              <a:buClr>
                <a:prstClr val="white">
                  <a:lumMod val="75000"/>
                </a:prstClr>
              </a:buClr>
              <a:buFont typeface="Wingdings" pitchFamily="2" charset="2"/>
              <a:buChar char="§"/>
            </a:pPr>
            <a:r>
              <a:rPr lang="en-US" dirty="0">
                <a:solidFill>
                  <a:prstClr val="white">
                    <a:lumMod val="75000"/>
                  </a:prstClr>
                </a:solidFill>
              </a:rPr>
              <a:t>compute their new local  distance vector</a:t>
            </a:r>
          </a:p>
          <a:p>
            <a:pPr marL="174625" indent="-174625">
              <a:lnSpc>
                <a:spcPct val="90000"/>
              </a:lnSpc>
              <a:buClr>
                <a:prstClr val="white">
                  <a:lumMod val="75000"/>
                </a:prstClr>
              </a:buClr>
              <a:buFont typeface="Wingdings" pitchFamily="2" charset="2"/>
              <a:buChar char="§"/>
            </a:pPr>
            <a:r>
              <a:rPr lang="en-US" dirty="0">
                <a:solidFill>
                  <a:prstClr val="white">
                    <a:lumMod val="75000"/>
                  </a:prstClr>
                </a:solidFill>
              </a:rPr>
              <a:t>send their new local distance vector to neighbors</a:t>
            </a:r>
          </a:p>
        </p:txBody>
      </p:sp>
      <p:grpSp>
        <p:nvGrpSpPr>
          <p:cNvPr id="159" name="Group 158">
            <a:extLst>
              <a:ext uri="{FF2B5EF4-FFF2-40B4-BE49-F238E27FC236}">
                <a16:creationId xmlns:a16="http://schemas.microsoft.com/office/drawing/2014/main" id="{51D9C22B-8B5F-5C4F-B836-7B225BEBAA34}"/>
              </a:ext>
            </a:extLst>
          </p:cNvPr>
          <p:cNvGrpSpPr/>
          <p:nvPr/>
        </p:nvGrpSpPr>
        <p:grpSpPr>
          <a:xfrm>
            <a:off x="584365" y="1859143"/>
            <a:ext cx="736099" cy="1229581"/>
            <a:chOff x="10030307" y="3444875"/>
            <a:chExt cx="736099" cy="1229581"/>
          </a:xfrm>
        </p:grpSpPr>
        <p:sp>
          <p:nvSpPr>
            <p:cNvPr id="160" name="TextBox 159">
              <a:extLst>
                <a:ext uri="{FF2B5EF4-FFF2-40B4-BE49-F238E27FC236}">
                  <a16:creationId xmlns:a16="http://schemas.microsoft.com/office/drawing/2014/main" id="{8B6727C7-2D65-214B-AC24-3FD638275EC1}"/>
                </a:ext>
              </a:extLst>
            </p:cNvPr>
            <p:cNvSpPr txBox="1"/>
            <p:nvPr/>
          </p:nvSpPr>
          <p:spPr>
            <a:xfrm>
              <a:off x="10030307" y="4089681"/>
              <a:ext cx="736099" cy="584775"/>
            </a:xfrm>
            <a:prstGeom prst="rect">
              <a:avLst/>
            </a:prstGeom>
            <a:noFill/>
          </p:spPr>
          <p:txBody>
            <a:bodyPr wrap="none" rtlCol="0">
              <a:spAutoFit/>
            </a:bodyPr>
            <a:lstStyle/>
            <a:p>
              <a:r>
                <a:rPr lang="en-US" sz="3200" dirty="0">
                  <a:solidFill>
                    <a:prstClr val="black"/>
                  </a:solidFill>
                </a:rPr>
                <a:t>t=2</a:t>
              </a:r>
            </a:p>
          </p:txBody>
        </p:sp>
        <p:grpSp>
          <p:nvGrpSpPr>
            <p:cNvPr id="161" name="Group 160">
              <a:extLst>
                <a:ext uri="{FF2B5EF4-FFF2-40B4-BE49-F238E27FC236}">
                  <a16:creationId xmlns:a16="http://schemas.microsoft.com/office/drawing/2014/main" id="{7CD0CB56-7686-194E-9336-87E7A7D97331}"/>
                </a:ext>
              </a:extLst>
            </p:cNvPr>
            <p:cNvGrpSpPr/>
            <p:nvPr/>
          </p:nvGrpSpPr>
          <p:grpSpPr>
            <a:xfrm>
              <a:off x="10034588" y="3444875"/>
              <a:ext cx="682627" cy="682625"/>
              <a:chOff x="10034588" y="3444875"/>
              <a:chExt cx="682627" cy="682625"/>
            </a:xfrm>
          </p:grpSpPr>
          <p:sp>
            <p:nvSpPr>
              <p:cNvPr id="162" name="Oval 161">
                <a:extLst>
                  <a:ext uri="{FF2B5EF4-FFF2-40B4-BE49-F238E27FC236}">
                    <a16:creationId xmlns:a16="http://schemas.microsoft.com/office/drawing/2014/main" id="{C4B2CF33-A55A-7045-88D1-AF4148705A10}"/>
                  </a:ext>
                </a:extLst>
              </p:cNvPr>
              <p:cNvSpPr/>
              <p:nvPr/>
            </p:nvSpPr>
            <p:spPr>
              <a:xfrm>
                <a:off x="10039551" y="3449256"/>
                <a:ext cx="671332" cy="671332"/>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163" name="Straight Connector 162">
                <a:extLst>
                  <a:ext uri="{FF2B5EF4-FFF2-40B4-BE49-F238E27FC236}">
                    <a16:creationId xmlns:a16="http://schemas.microsoft.com/office/drawing/2014/main" id="{71D12050-6F8E-D441-9EB3-D43C862E2FF7}"/>
                  </a:ext>
                </a:extLst>
              </p:cNvPr>
              <p:cNvCxnSpPr/>
              <p:nvPr/>
            </p:nvCxnSpPr>
            <p:spPr>
              <a:xfrm>
                <a:off x="10372725" y="34448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9039BE19-8C89-2249-9429-12D66FAF87EA}"/>
                  </a:ext>
                </a:extLst>
              </p:cNvPr>
              <p:cNvCxnSpPr/>
              <p:nvPr/>
            </p:nvCxnSpPr>
            <p:spPr>
              <a:xfrm>
                <a:off x="10372725" y="40671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E88497C8-6A73-4341-AC9C-EB6512208F74}"/>
                  </a:ext>
                </a:extLst>
              </p:cNvPr>
              <p:cNvCxnSpPr>
                <a:cxnSpLocks/>
              </p:cNvCxnSpPr>
              <p:nvPr/>
            </p:nvCxnSpPr>
            <p:spPr>
              <a:xfrm rot="16200000">
                <a:off x="10064751"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9E4797E5-1D6F-BE4B-A4F2-9F8C5FC9970D}"/>
                  </a:ext>
                </a:extLst>
              </p:cNvPr>
              <p:cNvCxnSpPr>
                <a:cxnSpLocks/>
              </p:cNvCxnSpPr>
              <p:nvPr/>
            </p:nvCxnSpPr>
            <p:spPr>
              <a:xfrm rot="16200000">
                <a:off x="10687053"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A5E708AC-BFD0-124E-B7DC-30966CA8590E}"/>
                  </a:ext>
                </a:extLst>
              </p:cNvPr>
              <p:cNvCxnSpPr>
                <a:cxnSpLocks/>
              </p:cNvCxnSpPr>
              <p:nvPr/>
            </p:nvCxnSpPr>
            <p:spPr>
              <a:xfrm>
                <a:off x="10523542" y="40370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6DFE5143-74BA-6D49-9376-30F7E9D09956}"/>
                  </a:ext>
                </a:extLst>
              </p:cNvPr>
              <p:cNvCxnSpPr>
                <a:cxnSpLocks/>
              </p:cNvCxnSpPr>
              <p:nvPr/>
            </p:nvCxnSpPr>
            <p:spPr>
              <a:xfrm>
                <a:off x="10202867" y="34909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6B211398-DB9E-FC45-8FDC-6F0E1B1A67F5}"/>
                  </a:ext>
                </a:extLst>
              </p:cNvPr>
              <p:cNvCxnSpPr>
                <a:cxnSpLocks/>
              </p:cNvCxnSpPr>
              <p:nvPr/>
            </p:nvCxnSpPr>
            <p:spPr>
              <a:xfrm flipH="1">
                <a:off x="10196517" y="40338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BF9AF430-A741-DC49-89C7-CC090ABEF1B3}"/>
                  </a:ext>
                </a:extLst>
              </p:cNvPr>
              <p:cNvCxnSpPr>
                <a:cxnSpLocks/>
              </p:cNvCxnSpPr>
              <p:nvPr/>
            </p:nvCxnSpPr>
            <p:spPr>
              <a:xfrm flipH="1">
                <a:off x="10517192" y="34877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EE082992-203D-C64B-9E89-DB664E573851}"/>
                  </a:ext>
                </a:extLst>
              </p:cNvPr>
              <p:cNvCxnSpPr>
                <a:cxnSpLocks/>
              </p:cNvCxnSpPr>
              <p:nvPr/>
            </p:nvCxnSpPr>
            <p:spPr>
              <a:xfrm flipH="1">
                <a:off x="10631493" y="36115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03B2445A-DC24-3247-8057-F3854B08E81A}"/>
                  </a:ext>
                </a:extLst>
              </p:cNvPr>
              <p:cNvCxnSpPr>
                <a:cxnSpLocks/>
              </p:cNvCxnSpPr>
              <p:nvPr/>
            </p:nvCxnSpPr>
            <p:spPr>
              <a:xfrm flipH="1">
                <a:off x="10085393" y="39290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DFE122BB-AC85-9446-ACDF-58E64316BE8D}"/>
                  </a:ext>
                </a:extLst>
              </p:cNvPr>
              <p:cNvCxnSpPr>
                <a:cxnSpLocks/>
              </p:cNvCxnSpPr>
              <p:nvPr/>
            </p:nvCxnSpPr>
            <p:spPr>
              <a:xfrm flipH="1" flipV="1">
                <a:off x="10094918" y="36147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B8F11881-407E-8D46-A809-9BB9CFD37039}"/>
                  </a:ext>
                </a:extLst>
              </p:cNvPr>
              <p:cNvCxnSpPr>
                <a:cxnSpLocks/>
              </p:cNvCxnSpPr>
              <p:nvPr/>
            </p:nvCxnSpPr>
            <p:spPr>
              <a:xfrm flipH="1" flipV="1">
                <a:off x="10631493" y="39322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175" name="Oval 174">
                <a:extLst>
                  <a:ext uri="{FF2B5EF4-FFF2-40B4-BE49-F238E27FC236}">
                    <a16:creationId xmlns:a16="http://schemas.microsoft.com/office/drawing/2014/main" id="{4FEE74AE-C9E3-9243-8316-465947D1AAB3}"/>
                  </a:ext>
                </a:extLst>
              </p:cNvPr>
              <p:cNvSpPr/>
              <p:nvPr/>
            </p:nvSpPr>
            <p:spPr>
              <a:xfrm>
                <a:off x="10331450" y="3743325"/>
                <a:ext cx="82550" cy="87136"/>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176" name="Straight Connector 175">
                <a:extLst>
                  <a:ext uri="{FF2B5EF4-FFF2-40B4-BE49-F238E27FC236}">
                    <a16:creationId xmlns:a16="http://schemas.microsoft.com/office/drawing/2014/main" id="{4DC6920A-A583-934A-B8F7-D01CB5A4F755}"/>
                  </a:ext>
                </a:extLst>
              </p:cNvPr>
              <p:cNvCxnSpPr>
                <a:cxnSpLocks/>
              </p:cNvCxnSpPr>
              <p:nvPr/>
            </p:nvCxnSpPr>
            <p:spPr>
              <a:xfrm flipH="1">
                <a:off x="10365498" y="3656685"/>
                <a:ext cx="240612" cy="121026"/>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2393927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032"/>
                                        </p:tgtEl>
                                        <p:attrNameLst>
                                          <p:attrName>style.visibility</p:attrName>
                                        </p:attrNameLst>
                                      </p:cBhvr>
                                      <p:to>
                                        <p:strVal val="visible"/>
                                      </p:to>
                                    </p:set>
                                    <p:animEffect transition="in" filter="wipe(down)">
                                      <p:cBhvr>
                                        <p:cTn id="7" dur="1000"/>
                                        <p:tgtEl>
                                          <p:spTgt spid="1032"/>
                                        </p:tgtEl>
                                      </p:cBhvr>
                                    </p:animEffect>
                                  </p:childTnLst>
                                </p:cTn>
                              </p:par>
                              <p:par>
                                <p:cTn id="8" presetID="22" presetClass="entr" presetSubtype="2" fill="hold" grpId="0" nodeType="withEffect">
                                  <p:stCondLst>
                                    <p:cond delay="0"/>
                                  </p:stCondLst>
                                  <p:childTnLst>
                                    <p:set>
                                      <p:cBhvr>
                                        <p:cTn id="9" dur="1" fill="hold">
                                          <p:stCondLst>
                                            <p:cond delay="0"/>
                                          </p:stCondLst>
                                        </p:cTn>
                                        <p:tgtEl>
                                          <p:spTgt spid="351"/>
                                        </p:tgtEl>
                                        <p:attrNameLst>
                                          <p:attrName>style.visibility</p:attrName>
                                        </p:attrNameLst>
                                      </p:cBhvr>
                                      <p:to>
                                        <p:strVal val="visible"/>
                                      </p:to>
                                    </p:set>
                                    <p:animEffect transition="in" filter="wipe(right)">
                                      <p:cBhvr>
                                        <p:cTn id="10" dur="1000"/>
                                        <p:tgtEl>
                                          <p:spTgt spid="351"/>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350"/>
                                        </p:tgtEl>
                                        <p:attrNameLst>
                                          <p:attrName>style.visibility</p:attrName>
                                        </p:attrNameLst>
                                      </p:cBhvr>
                                      <p:to>
                                        <p:strVal val="visible"/>
                                      </p:to>
                                    </p:set>
                                    <p:animEffect transition="in" filter="wipe(left)">
                                      <p:cBhvr>
                                        <p:cTn id="13" dur="1000"/>
                                        <p:tgtEl>
                                          <p:spTgt spid="350"/>
                                        </p:tgtEl>
                                      </p:cBhvr>
                                    </p:animEffect>
                                  </p:childTnLst>
                                </p:cTn>
                              </p:par>
                              <p:par>
                                <p:cTn id="14" presetID="22" presetClass="entr" presetSubtype="4" fill="hold" grpId="0" nodeType="withEffect">
                                  <p:stCondLst>
                                    <p:cond delay="0"/>
                                  </p:stCondLst>
                                  <p:childTnLst>
                                    <p:set>
                                      <p:cBhvr>
                                        <p:cTn id="15" dur="1" fill="hold">
                                          <p:stCondLst>
                                            <p:cond delay="0"/>
                                          </p:stCondLst>
                                        </p:cTn>
                                        <p:tgtEl>
                                          <p:spTgt spid="268"/>
                                        </p:tgtEl>
                                        <p:attrNameLst>
                                          <p:attrName>style.visibility</p:attrName>
                                        </p:attrNameLst>
                                      </p:cBhvr>
                                      <p:to>
                                        <p:strVal val="visible"/>
                                      </p:to>
                                    </p:set>
                                    <p:animEffect transition="in" filter="wipe(down)">
                                      <p:cBhvr>
                                        <p:cTn id="16" dur="1000"/>
                                        <p:tgtEl>
                                          <p:spTgt spid="268"/>
                                        </p:tgtEl>
                                      </p:cBhvr>
                                    </p:animEffect>
                                  </p:childTnLst>
                                </p:cTn>
                              </p:par>
                              <p:par>
                                <p:cTn id="17" presetID="22" presetClass="entr" presetSubtype="2" fill="hold" grpId="0" nodeType="withEffect">
                                  <p:stCondLst>
                                    <p:cond delay="0"/>
                                  </p:stCondLst>
                                  <p:childTnLst>
                                    <p:set>
                                      <p:cBhvr>
                                        <p:cTn id="18" dur="1" fill="hold">
                                          <p:stCondLst>
                                            <p:cond delay="0"/>
                                          </p:stCondLst>
                                        </p:cTn>
                                        <p:tgtEl>
                                          <p:spTgt spid="353"/>
                                        </p:tgtEl>
                                        <p:attrNameLst>
                                          <p:attrName>style.visibility</p:attrName>
                                        </p:attrNameLst>
                                      </p:cBhvr>
                                      <p:to>
                                        <p:strVal val="visible"/>
                                      </p:to>
                                    </p:set>
                                    <p:animEffect transition="in" filter="wipe(right)">
                                      <p:cBhvr>
                                        <p:cTn id="19" dur="1000"/>
                                        <p:tgtEl>
                                          <p:spTgt spid="353"/>
                                        </p:tgtEl>
                                      </p:cBhvr>
                                    </p:animEffect>
                                  </p:childTnLst>
                                </p:cTn>
                              </p:par>
                              <p:par>
                                <p:cTn id="20" presetID="22" presetClass="entr" presetSubtype="8" fill="hold" grpId="0" nodeType="withEffect">
                                  <p:stCondLst>
                                    <p:cond delay="0"/>
                                  </p:stCondLst>
                                  <p:childTnLst>
                                    <p:set>
                                      <p:cBhvr>
                                        <p:cTn id="21" dur="1" fill="hold">
                                          <p:stCondLst>
                                            <p:cond delay="0"/>
                                          </p:stCondLst>
                                        </p:cTn>
                                        <p:tgtEl>
                                          <p:spTgt spid="352"/>
                                        </p:tgtEl>
                                        <p:attrNameLst>
                                          <p:attrName>style.visibility</p:attrName>
                                        </p:attrNameLst>
                                      </p:cBhvr>
                                      <p:to>
                                        <p:strVal val="visible"/>
                                      </p:to>
                                    </p:set>
                                    <p:animEffect transition="in" filter="wipe(left)">
                                      <p:cBhvr>
                                        <p:cTn id="22" dur="1000"/>
                                        <p:tgtEl>
                                          <p:spTgt spid="352"/>
                                        </p:tgtEl>
                                      </p:cBhvr>
                                    </p:animEffect>
                                  </p:childTnLst>
                                </p:cTn>
                              </p:par>
                              <p:par>
                                <p:cTn id="23" presetID="22" presetClass="entr" presetSubtype="1" fill="hold" grpId="0" nodeType="withEffect">
                                  <p:stCondLst>
                                    <p:cond delay="0"/>
                                  </p:stCondLst>
                                  <p:childTnLst>
                                    <p:set>
                                      <p:cBhvr>
                                        <p:cTn id="24" dur="1" fill="hold">
                                          <p:stCondLst>
                                            <p:cond delay="0"/>
                                          </p:stCondLst>
                                        </p:cTn>
                                        <p:tgtEl>
                                          <p:spTgt spid="267"/>
                                        </p:tgtEl>
                                        <p:attrNameLst>
                                          <p:attrName>style.visibility</p:attrName>
                                        </p:attrNameLst>
                                      </p:cBhvr>
                                      <p:to>
                                        <p:strVal val="visible"/>
                                      </p:to>
                                    </p:set>
                                    <p:animEffect transition="in" filter="wipe(up)">
                                      <p:cBhvr>
                                        <p:cTn id="25" dur="1000"/>
                                        <p:tgtEl>
                                          <p:spTgt spid="267"/>
                                        </p:tgtEl>
                                      </p:cBhvr>
                                    </p:animEffect>
                                  </p:childTnLst>
                                </p:cTn>
                              </p:par>
                              <p:par>
                                <p:cTn id="26" presetID="22" presetClass="entr" presetSubtype="2" fill="hold" grpId="0" nodeType="withEffect">
                                  <p:stCondLst>
                                    <p:cond delay="0"/>
                                  </p:stCondLst>
                                  <p:childTnLst>
                                    <p:set>
                                      <p:cBhvr>
                                        <p:cTn id="27" dur="1" fill="hold">
                                          <p:stCondLst>
                                            <p:cond delay="0"/>
                                          </p:stCondLst>
                                        </p:cTn>
                                        <p:tgtEl>
                                          <p:spTgt spid="349"/>
                                        </p:tgtEl>
                                        <p:attrNameLst>
                                          <p:attrName>style.visibility</p:attrName>
                                        </p:attrNameLst>
                                      </p:cBhvr>
                                      <p:to>
                                        <p:strVal val="visible"/>
                                      </p:to>
                                    </p:set>
                                    <p:animEffect transition="in" filter="wipe(right)">
                                      <p:cBhvr>
                                        <p:cTn id="28" dur="1000"/>
                                        <p:tgtEl>
                                          <p:spTgt spid="349"/>
                                        </p:tgtEl>
                                      </p:cBhvr>
                                    </p:animEffect>
                                  </p:childTnLst>
                                </p:cTn>
                              </p:par>
                              <p:par>
                                <p:cTn id="29" presetID="22" presetClass="entr" presetSubtype="4" fill="hold" grpId="0" nodeType="withEffect">
                                  <p:stCondLst>
                                    <p:cond delay="0"/>
                                  </p:stCondLst>
                                  <p:childTnLst>
                                    <p:set>
                                      <p:cBhvr>
                                        <p:cTn id="30" dur="1" fill="hold">
                                          <p:stCondLst>
                                            <p:cond delay="0"/>
                                          </p:stCondLst>
                                        </p:cTn>
                                        <p:tgtEl>
                                          <p:spTgt spid="270"/>
                                        </p:tgtEl>
                                        <p:attrNameLst>
                                          <p:attrName>style.visibility</p:attrName>
                                        </p:attrNameLst>
                                      </p:cBhvr>
                                      <p:to>
                                        <p:strVal val="visible"/>
                                      </p:to>
                                    </p:set>
                                    <p:animEffect transition="in" filter="wipe(down)">
                                      <p:cBhvr>
                                        <p:cTn id="31" dur="1000"/>
                                        <p:tgtEl>
                                          <p:spTgt spid="270"/>
                                        </p:tgtEl>
                                      </p:cBhvr>
                                    </p:animEffect>
                                  </p:childTnLst>
                                </p:cTn>
                              </p:par>
                              <p:par>
                                <p:cTn id="32" presetID="22" presetClass="entr" presetSubtype="8" fill="hold" grpId="0" nodeType="withEffect">
                                  <p:stCondLst>
                                    <p:cond delay="0"/>
                                  </p:stCondLst>
                                  <p:childTnLst>
                                    <p:set>
                                      <p:cBhvr>
                                        <p:cTn id="33" dur="1" fill="hold">
                                          <p:stCondLst>
                                            <p:cond delay="0"/>
                                          </p:stCondLst>
                                        </p:cTn>
                                        <p:tgtEl>
                                          <p:spTgt spid="348"/>
                                        </p:tgtEl>
                                        <p:attrNameLst>
                                          <p:attrName>style.visibility</p:attrName>
                                        </p:attrNameLst>
                                      </p:cBhvr>
                                      <p:to>
                                        <p:strVal val="visible"/>
                                      </p:to>
                                    </p:set>
                                    <p:animEffect transition="in" filter="wipe(left)">
                                      <p:cBhvr>
                                        <p:cTn id="34" dur="1000"/>
                                        <p:tgtEl>
                                          <p:spTgt spid="348"/>
                                        </p:tgtEl>
                                      </p:cBhvr>
                                    </p:animEffect>
                                  </p:childTnLst>
                                </p:cTn>
                              </p:par>
                              <p:par>
                                <p:cTn id="35" presetID="22" presetClass="entr" presetSubtype="1" fill="hold" grpId="0" nodeType="withEffect">
                                  <p:stCondLst>
                                    <p:cond delay="0"/>
                                  </p:stCondLst>
                                  <p:childTnLst>
                                    <p:set>
                                      <p:cBhvr>
                                        <p:cTn id="36" dur="1" fill="hold">
                                          <p:stCondLst>
                                            <p:cond delay="0"/>
                                          </p:stCondLst>
                                        </p:cTn>
                                        <p:tgtEl>
                                          <p:spTgt spid="269"/>
                                        </p:tgtEl>
                                        <p:attrNameLst>
                                          <p:attrName>style.visibility</p:attrName>
                                        </p:attrNameLst>
                                      </p:cBhvr>
                                      <p:to>
                                        <p:strVal val="visible"/>
                                      </p:to>
                                    </p:set>
                                    <p:animEffect transition="in" filter="wipe(up)">
                                      <p:cBhvr>
                                        <p:cTn id="37" dur="1000"/>
                                        <p:tgtEl>
                                          <p:spTgt spid="269"/>
                                        </p:tgtEl>
                                      </p:cBhvr>
                                    </p:animEffect>
                                  </p:childTnLst>
                                </p:cTn>
                              </p:par>
                              <p:par>
                                <p:cTn id="38" presetID="22" presetClass="entr" presetSubtype="2" fill="hold" grpId="0" nodeType="withEffect">
                                  <p:stCondLst>
                                    <p:cond delay="0"/>
                                  </p:stCondLst>
                                  <p:childTnLst>
                                    <p:set>
                                      <p:cBhvr>
                                        <p:cTn id="39" dur="1" fill="hold">
                                          <p:stCondLst>
                                            <p:cond delay="0"/>
                                          </p:stCondLst>
                                        </p:cTn>
                                        <p:tgtEl>
                                          <p:spTgt spid="355"/>
                                        </p:tgtEl>
                                        <p:attrNameLst>
                                          <p:attrName>style.visibility</p:attrName>
                                        </p:attrNameLst>
                                      </p:cBhvr>
                                      <p:to>
                                        <p:strVal val="visible"/>
                                      </p:to>
                                    </p:set>
                                    <p:animEffect transition="in" filter="wipe(right)">
                                      <p:cBhvr>
                                        <p:cTn id="40" dur="1000"/>
                                        <p:tgtEl>
                                          <p:spTgt spid="355"/>
                                        </p:tgtEl>
                                      </p:cBhvr>
                                    </p:animEffect>
                                  </p:childTnLst>
                                </p:cTn>
                              </p:par>
                              <p:par>
                                <p:cTn id="41" presetID="22" presetClass="entr" presetSubtype="4" fill="hold" grpId="0" nodeType="withEffect">
                                  <p:stCondLst>
                                    <p:cond delay="0"/>
                                  </p:stCondLst>
                                  <p:childTnLst>
                                    <p:set>
                                      <p:cBhvr>
                                        <p:cTn id="42" dur="1" fill="hold">
                                          <p:stCondLst>
                                            <p:cond delay="0"/>
                                          </p:stCondLst>
                                        </p:cTn>
                                        <p:tgtEl>
                                          <p:spTgt spid="272"/>
                                        </p:tgtEl>
                                        <p:attrNameLst>
                                          <p:attrName>style.visibility</p:attrName>
                                        </p:attrNameLst>
                                      </p:cBhvr>
                                      <p:to>
                                        <p:strVal val="visible"/>
                                      </p:to>
                                    </p:set>
                                    <p:animEffect transition="in" filter="wipe(down)">
                                      <p:cBhvr>
                                        <p:cTn id="43" dur="1000"/>
                                        <p:tgtEl>
                                          <p:spTgt spid="272"/>
                                        </p:tgtEl>
                                      </p:cBhvr>
                                    </p:animEffect>
                                  </p:childTnLst>
                                </p:cTn>
                              </p:par>
                              <p:par>
                                <p:cTn id="44" presetID="22" presetClass="entr" presetSubtype="8" fill="hold" grpId="0" nodeType="withEffect">
                                  <p:stCondLst>
                                    <p:cond delay="0"/>
                                  </p:stCondLst>
                                  <p:childTnLst>
                                    <p:set>
                                      <p:cBhvr>
                                        <p:cTn id="45" dur="1" fill="hold">
                                          <p:stCondLst>
                                            <p:cond delay="0"/>
                                          </p:stCondLst>
                                        </p:cTn>
                                        <p:tgtEl>
                                          <p:spTgt spid="354"/>
                                        </p:tgtEl>
                                        <p:attrNameLst>
                                          <p:attrName>style.visibility</p:attrName>
                                        </p:attrNameLst>
                                      </p:cBhvr>
                                      <p:to>
                                        <p:strVal val="visible"/>
                                      </p:to>
                                    </p:set>
                                    <p:animEffect transition="in" filter="wipe(left)">
                                      <p:cBhvr>
                                        <p:cTn id="46" dur="1000"/>
                                        <p:tgtEl>
                                          <p:spTgt spid="354"/>
                                        </p:tgtEl>
                                      </p:cBhvr>
                                    </p:animEffect>
                                  </p:childTnLst>
                                </p:cTn>
                              </p:par>
                              <p:par>
                                <p:cTn id="47" presetID="22" presetClass="entr" presetSubtype="4" fill="hold" grpId="0" nodeType="withEffect">
                                  <p:stCondLst>
                                    <p:cond delay="0"/>
                                  </p:stCondLst>
                                  <p:childTnLst>
                                    <p:set>
                                      <p:cBhvr>
                                        <p:cTn id="48" dur="1" fill="hold">
                                          <p:stCondLst>
                                            <p:cond delay="0"/>
                                          </p:stCondLst>
                                        </p:cTn>
                                        <p:tgtEl>
                                          <p:spTgt spid="274"/>
                                        </p:tgtEl>
                                        <p:attrNameLst>
                                          <p:attrName>style.visibility</p:attrName>
                                        </p:attrNameLst>
                                      </p:cBhvr>
                                      <p:to>
                                        <p:strVal val="visible"/>
                                      </p:to>
                                    </p:set>
                                    <p:animEffect transition="in" filter="wipe(down)">
                                      <p:cBhvr>
                                        <p:cTn id="49" dur="1000"/>
                                        <p:tgtEl>
                                          <p:spTgt spid="274"/>
                                        </p:tgtEl>
                                      </p:cBhvr>
                                    </p:animEffect>
                                  </p:childTnLst>
                                </p:cTn>
                              </p:par>
                              <p:par>
                                <p:cTn id="50" presetID="22" presetClass="entr" presetSubtype="1" fill="hold" grpId="0" nodeType="withEffect">
                                  <p:stCondLst>
                                    <p:cond delay="0"/>
                                  </p:stCondLst>
                                  <p:childTnLst>
                                    <p:set>
                                      <p:cBhvr>
                                        <p:cTn id="51" dur="1" fill="hold">
                                          <p:stCondLst>
                                            <p:cond delay="0"/>
                                          </p:stCondLst>
                                        </p:cTn>
                                        <p:tgtEl>
                                          <p:spTgt spid="271"/>
                                        </p:tgtEl>
                                        <p:attrNameLst>
                                          <p:attrName>style.visibility</p:attrName>
                                        </p:attrNameLst>
                                      </p:cBhvr>
                                      <p:to>
                                        <p:strVal val="visible"/>
                                      </p:to>
                                    </p:set>
                                    <p:animEffect transition="in" filter="wipe(up)">
                                      <p:cBhvr>
                                        <p:cTn id="52" dur="1000"/>
                                        <p:tgtEl>
                                          <p:spTgt spid="271"/>
                                        </p:tgtEl>
                                      </p:cBhvr>
                                    </p:animEffect>
                                  </p:childTnLst>
                                </p:cTn>
                              </p:par>
                              <p:par>
                                <p:cTn id="53" presetID="22" presetClass="entr" presetSubtype="2" fill="hold" grpId="0" nodeType="withEffect">
                                  <p:stCondLst>
                                    <p:cond delay="0"/>
                                  </p:stCondLst>
                                  <p:childTnLst>
                                    <p:set>
                                      <p:cBhvr>
                                        <p:cTn id="54" dur="1" fill="hold">
                                          <p:stCondLst>
                                            <p:cond delay="0"/>
                                          </p:stCondLst>
                                        </p:cTn>
                                        <p:tgtEl>
                                          <p:spTgt spid="347"/>
                                        </p:tgtEl>
                                        <p:attrNameLst>
                                          <p:attrName>style.visibility</p:attrName>
                                        </p:attrNameLst>
                                      </p:cBhvr>
                                      <p:to>
                                        <p:strVal val="visible"/>
                                      </p:to>
                                    </p:set>
                                    <p:animEffect transition="in" filter="wipe(right)">
                                      <p:cBhvr>
                                        <p:cTn id="55" dur="1000"/>
                                        <p:tgtEl>
                                          <p:spTgt spid="347"/>
                                        </p:tgtEl>
                                      </p:cBhvr>
                                    </p:animEffect>
                                  </p:childTnLst>
                                </p:cTn>
                              </p:par>
                              <p:par>
                                <p:cTn id="56" presetID="22" presetClass="entr" presetSubtype="8" fill="hold" grpId="0" nodeType="withEffect">
                                  <p:stCondLst>
                                    <p:cond delay="0"/>
                                  </p:stCondLst>
                                  <p:childTnLst>
                                    <p:set>
                                      <p:cBhvr>
                                        <p:cTn id="57" dur="1" fill="hold">
                                          <p:stCondLst>
                                            <p:cond delay="0"/>
                                          </p:stCondLst>
                                        </p:cTn>
                                        <p:tgtEl>
                                          <p:spTgt spid="346"/>
                                        </p:tgtEl>
                                        <p:attrNameLst>
                                          <p:attrName>style.visibility</p:attrName>
                                        </p:attrNameLst>
                                      </p:cBhvr>
                                      <p:to>
                                        <p:strVal val="visible"/>
                                      </p:to>
                                    </p:set>
                                    <p:animEffect transition="in" filter="wipe(left)">
                                      <p:cBhvr>
                                        <p:cTn id="58" dur="1000"/>
                                        <p:tgtEl>
                                          <p:spTgt spid="346"/>
                                        </p:tgtEl>
                                      </p:cBhvr>
                                    </p:animEffect>
                                  </p:childTnLst>
                                </p:cTn>
                              </p:par>
                              <p:par>
                                <p:cTn id="59" presetID="22" presetClass="entr" presetSubtype="1" fill="hold" grpId="0" nodeType="withEffect">
                                  <p:stCondLst>
                                    <p:cond delay="0"/>
                                  </p:stCondLst>
                                  <p:childTnLst>
                                    <p:set>
                                      <p:cBhvr>
                                        <p:cTn id="60" dur="1" fill="hold">
                                          <p:stCondLst>
                                            <p:cond delay="0"/>
                                          </p:stCondLst>
                                        </p:cTn>
                                        <p:tgtEl>
                                          <p:spTgt spid="273"/>
                                        </p:tgtEl>
                                        <p:attrNameLst>
                                          <p:attrName>style.visibility</p:attrName>
                                        </p:attrNameLst>
                                      </p:cBhvr>
                                      <p:to>
                                        <p:strVal val="visible"/>
                                      </p:to>
                                    </p:set>
                                    <p:animEffect transition="in" filter="wipe(up)">
                                      <p:cBhvr>
                                        <p:cTn id="61" dur="1000"/>
                                        <p:tgtEl>
                                          <p:spTgt spid="273"/>
                                        </p:tgtEl>
                                      </p:cBhvr>
                                    </p:animEffect>
                                  </p:childTnLst>
                                </p:cTn>
                              </p:par>
                              <p:par>
                                <p:cTn id="62" presetID="22" presetClass="entr" presetSubtype="2" fill="hold" grpId="0" nodeType="withEffect">
                                  <p:stCondLst>
                                    <p:cond delay="0"/>
                                  </p:stCondLst>
                                  <p:childTnLst>
                                    <p:set>
                                      <p:cBhvr>
                                        <p:cTn id="63" dur="1" fill="hold">
                                          <p:stCondLst>
                                            <p:cond delay="0"/>
                                          </p:stCondLst>
                                        </p:cTn>
                                        <p:tgtEl>
                                          <p:spTgt spid="280"/>
                                        </p:tgtEl>
                                        <p:attrNameLst>
                                          <p:attrName>style.visibility</p:attrName>
                                        </p:attrNameLst>
                                      </p:cBhvr>
                                      <p:to>
                                        <p:strVal val="visible"/>
                                      </p:to>
                                    </p:set>
                                    <p:animEffect transition="in" filter="wipe(right)">
                                      <p:cBhvr>
                                        <p:cTn id="64" dur="1000"/>
                                        <p:tgtEl>
                                          <p:spTgt spid="280"/>
                                        </p:tgtEl>
                                      </p:cBhvr>
                                    </p:animEffect>
                                  </p:childTnLst>
                                </p:cTn>
                              </p:par>
                              <p:par>
                                <p:cTn id="65" presetID="22" presetClass="entr" presetSubtype="8" fill="hold" grpId="0" nodeType="withEffect">
                                  <p:stCondLst>
                                    <p:cond delay="0"/>
                                  </p:stCondLst>
                                  <p:childTnLst>
                                    <p:set>
                                      <p:cBhvr>
                                        <p:cTn id="66" dur="1" fill="hold">
                                          <p:stCondLst>
                                            <p:cond delay="0"/>
                                          </p:stCondLst>
                                        </p:cTn>
                                        <p:tgtEl>
                                          <p:spTgt spid="279"/>
                                        </p:tgtEl>
                                        <p:attrNameLst>
                                          <p:attrName>style.visibility</p:attrName>
                                        </p:attrNameLst>
                                      </p:cBhvr>
                                      <p:to>
                                        <p:strVal val="visible"/>
                                      </p:to>
                                    </p:set>
                                    <p:animEffect transition="in" filter="wipe(left)">
                                      <p:cBhvr>
                                        <p:cTn id="67" dur="1000"/>
                                        <p:tgtEl>
                                          <p:spTgt spid="279"/>
                                        </p:tgtEl>
                                      </p:cBhvr>
                                    </p:animEffect>
                                  </p:childTnLst>
                                </p:cTn>
                              </p:par>
                              <p:par>
                                <p:cTn id="68" presetID="22" presetClass="entr" presetSubtype="1" fill="hold" grpId="0" nodeType="withEffect">
                                  <p:stCondLst>
                                    <p:cond delay="0"/>
                                  </p:stCondLst>
                                  <p:childTnLst>
                                    <p:set>
                                      <p:cBhvr>
                                        <p:cTn id="69" dur="1" fill="hold">
                                          <p:stCondLst>
                                            <p:cond delay="0"/>
                                          </p:stCondLst>
                                        </p:cTn>
                                        <p:tgtEl>
                                          <p:spTgt spid="275"/>
                                        </p:tgtEl>
                                        <p:attrNameLst>
                                          <p:attrName>style.visibility</p:attrName>
                                        </p:attrNameLst>
                                      </p:cBhvr>
                                      <p:to>
                                        <p:strVal val="visible"/>
                                      </p:to>
                                    </p:set>
                                    <p:animEffect transition="in" filter="wipe(up)">
                                      <p:cBhvr>
                                        <p:cTn id="70" dur="1000"/>
                                        <p:tgtEl>
                                          <p:spTgt spid="2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2" grpId="0" animBg="1"/>
      <p:bldP spid="267" grpId="0" animBg="1"/>
      <p:bldP spid="268" grpId="0" animBg="1"/>
      <p:bldP spid="269" grpId="0" animBg="1"/>
      <p:bldP spid="270" grpId="0" animBg="1"/>
      <p:bldP spid="271" grpId="0" animBg="1"/>
      <p:bldP spid="272" grpId="0" animBg="1"/>
      <p:bldP spid="273" grpId="0" animBg="1"/>
      <p:bldP spid="274" grpId="0" animBg="1"/>
      <p:bldP spid="275" grpId="0" animBg="1"/>
      <p:bldP spid="279" grpId="0" animBg="1"/>
      <p:bldP spid="280" grpId="0" animBg="1"/>
      <p:bldP spid="346" grpId="0" animBg="1"/>
      <p:bldP spid="347" grpId="0" animBg="1"/>
      <p:bldP spid="348" grpId="0" animBg="1"/>
      <p:bldP spid="349" grpId="0" animBg="1"/>
      <p:bldP spid="350" grpId="0" animBg="1"/>
      <p:bldP spid="351" grpId="0" animBg="1"/>
      <p:bldP spid="352" grpId="0" animBg="1"/>
      <p:bldP spid="353" grpId="0" animBg="1"/>
      <p:bldP spid="354" grpId="0" animBg="1"/>
      <p:bldP spid="355"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2B9189-7CDF-0741-9858-A79357149B7C}"/>
              </a:ext>
            </a:extLst>
          </p:cNvPr>
          <p:cNvSpPr>
            <a:spLocks noGrp="1"/>
          </p:cNvSpPr>
          <p:nvPr>
            <p:ph type="title"/>
          </p:nvPr>
        </p:nvSpPr>
        <p:spPr>
          <a:xfrm>
            <a:off x="826625" y="174028"/>
            <a:ext cx="10515600" cy="894622"/>
          </a:xfrm>
        </p:spPr>
        <p:txBody>
          <a:bodyPr/>
          <a:lstStyle/>
          <a:p>
            <a:r>
              <a:rPr lang="en-US" dirty="0">
                <a:solidFill>
                  <a:srgbClr val="0000A8"/>
                </a:solidFill>
              </a:rPr>
              <a:t>Distance vector example: iteration</a:t>
            </a:r>
          </a:p>
        </p:txBody>
      </p:sp>
      <p:sp>
        <p:nvSpPr>
          <p:cNvPr id="5" name="Slide Number Placeholder 4">
            <a:extLst>
              <a:ext uri="{FF2B5EF4-FFF2-40B4-BE49-F238E27FC236}">
                <a16:creationId xmlns:a16="http://schemas.microsoft.com/office/drawing/2014/main" id="{98E05715-B0AC-CF47-B242-18018B71339C}"/>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57</a:t>
            </a:fld>
            <a:endParaRPr lang="en-US" dirty="0">
              <a:solidFill>
                <a:prstClr val="white">
                  <a:lumMod val="50000"/>
                </a:prstClr>
              </a:solidFill>
            </a:endParaRPr>
          </a:p>
        </p:txBody>
      </p:sp>
      <p:cxnSp>
        <p:nvCxnSpPr>
          <p:cNvPr id="82" name="Straight Connector 81">
            <a:extLst>
              <a:ext uri="{FF2B5EF4-FFF2-40B4-BE49-F238E27FC236}">
                <a16:creationId xmlns:a16="http://schemas.microsoft.com/office/drawing/2014/main" id="{374B35E8-95B6-B946-8240-59B747B607B3}"/>
              </a:ext>
            </a:extLst>
          </p:cNvPr>
          <p:cNvCxnSpPr>
            <a:cxnSpLocks/>
            <a:stCxn id="76" idx="2"/>
            <a:endCxn id="76" idx="0"/>
          </p:cNvCxnSpPr>
          <p:nvPr/>
        </p:nvCxnSpPr>
        <p:spPr>
          <a:xfrm flipV="1">
            <a:off x="6530326" y="2129120"/>
            <a:ext cx="0" cy="38631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DE34EA38-AB93-704A-ACF2-764D62663226}"/>
              </a:ext>
            </a:extLst>
          </p:cNvPr>
          <p:cNvCxnSpPr>
            <a:cxnSpLocks/>
            <a:stCxn id="76" idx="1"/>
            <a:endCxn id="76" idx="3"/>
          </p:cNvCxnSpPr>
          <p:nvPr/>
        </p:nvCxnSpPr>
        <p:spPr>
          <a:xfrm>
            <a:off x="4598770" y="4060675"/>
            <a:ext cx="386311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Rectangle 75">
            <a:extLst>
              <a:ext uri="{FF2B5EF4-FFF2-40B4-BE49-F238E27FC236}">
                <a16:creationId xmlns:a16="http://schemas.microsoft.com/office/drawing/2014/main" id="{A169888C-5E10-3E40-BC1D-A5D0DB850712}"/>
              </a:ext>
            </a:extLst>
          </p:cNvPr>
          <p:cNvSpPr/>
          <p:nvPr/>
        </p:nvSpPr>
        <p:spPr>
          <a:xfrm>
            <a:off x="4598770" y="2129120"/>
            <a:ext cx="3863111" cy="3863111"/>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sp>
        <p:nvSpPr>
          <p:cNvPr id="150" name="Rectangle 149">
            <a:extLst>
              <a:ext uri="{FF2B5EF4-FFF2-40B4-BE49-F238E27FC236}">
                <a16:creationId xmlns:a16="http://schemas.microsoft.com/office/drawing/2014/main" id="{CB39BACF-E4D1-6641-8B8C-0274EDEFA113}"/>
              </a:ext>
            </a:extLst>
          </p:cNvPr>
          <p:cNvSpPr/>
          <p:nvPr/>
        </p:nvSpPr>
        <p:spPr>
          <a:xfrm>
            <a:off x="8380337" y="2200470"/>
            <a:ext cx="132508" cy="185510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grpSp>
        <p:nvGrpSpPr>
          <p:cNvPr id="1034" name="Group 1033">
            <a:extLst>
              <a:ext uri="{FF2B5EF4-FFF2-40B4-BE49-F238E27FC236}">
                <a16:creationId xmlns:a16="http://schemas.microsoft.com/office/drawing/2014/main" id="{B4BFA757-E5EA-9A42-8A16-AA2091E708C8}"/>
              </a:ext>
            </a:extLst>
          </p:cNvPr>
          <p:cNvGrpSpPr/>
          <p:nvPr/>
        </p:nvGrpSpPr>
        <p:grpSpPr>
          <a:xfrm>
            <a:off x="4333785" y="5772213"/>
            <a:ext cx="4395351" cy="404576"/>
            <a:chOff x="4333785" y="5772213"/>
            <a:chExt cx="4395351" cy="404576"/>
          </a:xfrm>
        </p:grpSpPr>
        <p:grpSp>
          <p:nvGrpSpPr>
            <p:cNvPr id="184" name="Group 183">
              <a:extLst>
                <a:ext uri="{FF2B5EF4-FFF2-40B4-BE49-F238E27FC236}">
                  <a16:creationId xmlns:a16="http://schemas.microsoft.com/office/drawing/2014/main" id="{600795BD-C1B6-1748-B28A-001A8505BE86}"/>
                </a:ext>
              </a:extLst>
            </p:cNvPr>
            <p:cNvGrpSpPr/>
            <p:nvPr/>
          </p:nvGrpSpPr>
          <p:grpSpPr>
            <a:xfrm>
              <a:off x="4333785" y="5772213"/>
              <a:ext cx="531821" cy="369069"/>
              <a:chOff x="1348328" y="2475647"/>
              <a:chExt cx="603916" cy="419100"/>
            </a:xfrm>
          </p:grpSpPr>
          <p:grpSp>
            <p:nvGrpSpPr>
              <p:cNvPr id="205" name="Group 204">
                <a:extLst>
                  <a:ext uri="{FF2B5EF4-FFF2-40B4-BE49-F238E27FC236}">
                    <a16:creationId xmlns:a16="http://schemas.microsoft.com/office/drawing/2014/main" id="{CE81AFB3-2346-434C-A463-93F9C295562A}"/>
                  </a:ext>
                </a:extLst>
              </p:cNvPr>
              <p:cNvGrpSpPr/>
              <p:nvPr/>
            </p:nvGrpSpPr>
            <p:grpSpPr>
              <a:xfrm>
                <a:off x="1348328" y="2555748"/>
                <a:ext cx="603916" cy="308999"/>
                <a:chOff x="5278570" y="2983486"/>
                <a:chExt cx="501650" cy="233363"/>
              </a:xfrm>
            </p:grpSpPr>
            <p:sp>
              <p:nvSpPr>
                <p:cNvPr id="209" name="Oval 5">
                  <a:extLst>
                    <a:ext uri="{FF2B5EF4-FFF2-40B4-BE49-F238E27FC236}">
                      <a16:creationId xmlns:a16="http://schemas.microsoft.com/office/drawing/2014/main" id="{7918ED2E-E380-6C4E-86AA-0BF9D7614418}"/>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0" name="Line 6">
                  <a:extLst>
                    <a:ext uri="{FF2B5EF4-FFF2-40B4-BE49-F238E27FC236}">
                      <a16:creationId xmlns:a16="http://schemas.microsoft.com/office/drawing/2014/main" id="{45F96407-8127-654C-9C52-5B6269075623}"/>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1" name="Line 7">
                  <a:extLst>
                    <a:ext uri="{FF2B5EF4-FFF2-40B4-BE49-F238E27FC236}">
                      <a16:creationId xmlns:a16="http://schemas.microsoft.com/office/drawing/2014/main" id="{F1C01DA2-272A-CD4F-87F1-779C30F35559}"/>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2" name="Rectangle 8">
                  <a:extLst>
                    <a:ext uri="{FF2B5EF4-FFF2-40B4-BE49-F238E27FC236}">
                      <a16:creationId xmlns:a16="http://schemas.microsoft.com/office/drawing/2014/main" id="{7969C970-9697-A847-B375-82D629934D59}"/>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13" name="Oval 9">
                  <a:extLst>
                    <a:ext uri="{FF2B5EF4-FFF2-40B4-BE49-F238E27FC236}">
                      <a16:creationId xmlns:a16="http://schemas.microsoft.com/office/drawing/2014/main" id="{F8D02D26-0EA1-FD40-AD1F-E4E8635F47CA}"/>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06" name="Group 44">
                <a:extLst>
                  <a:ext uri="{FF2B5EF4-FFF2-40B4-BE49-F238E27FC236}">
                    <a16:creationId xmlns:a16="http://schemas.microsoft.com/office/drawing/2014/main" id="{02C0B744-445A-A04E-812A-2D60476C1521}"/>
                  </a:ext>
                </a:extLst>
              </p:cNvPr>
              <p:cNvGrpSpPr>
                <a:grpSpLocks/>
              </p:cNvGrpSpPr>
              <p:nvPr/>
            </p:nvGrpSpPr>
            <p:grpSpPr bwMode="auto">
              <a:xfrm>
                <a:off x="1456374" y="2475647"/>
                <a:ext cx="355165" cy="419100"/>
                <a:chOff x="2944" y="2405"/>
                <a:chExt cx="227" cy="264"/>
              </a:xfrm>
            </p:grpSpPr>
            <p:sp>
              <p:nvSpPr>
                <p:cNvPr id="207" name="Rectangle 45">
                  <a:extLst>
                    <a:ext uri="{FF2B5EF4-FFF2-40B4-BE49-F238E27FC236}">
                      <a16:creationId xmlns:a16="http://schemas.microsoft.com/office/drawing/2014/main" id="{83E6E4B2-940F-B749-91D8-19B033341D50}"/>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8" name="Text Box 46">
                  <a:extLst>
                    <a:ext uri="{FF2B5EF4-FFF2-40B4-BE49-F238E27FC236}">
                      <a16:creationId xmlns:a16="http://schemas.microsoft.com/office/drawing/2014/main" id="{16D546E0-A23E-174D-8F0D-BFB691AF1D6C}"/>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g</a:t>
                  </a:r>
                  <a:endParaRPr lang="en-US" sz="2000" kern="0" dirty="0">
                    <a:solidFill>
                      <a:srgbClr val="000000"/>
                    </a:solidFill>
                  </a:endParaRPr>
                </a:p>
              </p:txBody>
            </p:sp>
          </p:grpSp>
        </p:grpSp>
        <p:grpSp>
          <p:nvGrpSpPr>
            <p:cNvPr id="185" name="Group 184">
              <a:extLst>
                <a:ext uri="{FF2B5EF4-FFF2-40B4-BE49-F238E27FC236}">
                  <a16:creationId xmlns:a16="http://schemas.microsoft.com/office/drawing/2014/main" id="{34A0F8A7-FCD0-9A45-80B9-24CC78B561FE}"/>
                </a:ext>
              </a:extLst>
            </p:cNvPr>
            <p:cNvGrpSpPr/>
            <p:nvPr/>
          </p:nvGrpSpPr>
          <p:grpSpPr>
            <a:xfrm>
              <a:off x="6263949" y="5807720"/>
              <a:ext cx="531821" cy="369069"/>
              <a:chOff x="1348328" y="2507397"/>
              <a:chExt cx="603916" cy="419100"/>
            </a:xfrm>
          </p:grpSpPr>
          <p:grpSp>
            <p:nvGrpSpPr>
              <p:cNvPr id="196" name="Group 195">
                <a:extLst>
                  <a:ext uri="{FF2B5EF4-FFF2-40B4-BE49-F238E27FC236}">
                    <a16:creationId xmlns:a16="http://schemas.microsoft.com/office/drawing/2014/main" id="{18AECA76-7F06-F84A-928B-C13839D9F43F}"/>
                  </a:ext>
                </a:extLst>
              </p:cNvPr>
              <p:cNvGrpSpPr/>
              <p:nvPr/>
            </p:nvGrpSpPr>
            <p:grpSpPr>
              <a:xfrm>
                <a:off x="1348328" y="2555748"/>
                <a:ext cx="603916" cy="308999"/>
                <a:chOff x="5278570" y="2983486"/>
                <a:chExt cx="501650" cy="233363"/>
              </a:xfrm>
            </p:grpSpPr>
            <p:sp>
              <p:nvSpPr>
                <p:cNvPr id="200" name="Oval 5">
                  <a:extLst>
                    <a:ext uri="{FF2B5EF4-FFF2-40B4-BE49-F238E27FC236}">
                      <a16:creationId xmlns:a16="http://schemas.microsoft.com/office/drawing/2014/main" id="{04917013-CC10-D043-8A71-34F24813049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1" name="Line 6">
                  <a:extLst>
                    <a:ext uri="{FF2B5EF4-FFF2-40B4-BE49-F238E27FC236}">
                      <a16:creationId xmlns:a16="http://schemas.microsoft.com/office/drawing/2014/main" id="{7E7DEF49-D295-8547-9FE7-8CBB42CEB81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2" name="Line 7">
                  <a:extLst>
                    <a:ext uri="{FF2B5EF4-FFF2-40B4-BE49-F238E27FC236}">
                      <a16:creationId xmlns:a16="http://schemas.microsoft.com/office/drawing/2014/main" id="{5633B25D-6786-5A4A-A44E-E4A1EE3575B2}"/>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3" name="Rectangle 8">
                  <a:extLst>
                    <a:ext uri="{FF2B5EF4-FFF2-40B4-BE49-F238E27FC236}">
                      <a16:creationId xmlns:a16="http://schemas.microsoft.com/office/drawing/2014/main" id="{968E012E-E513-8340-9324-11A79B223E28}"/>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04" name="Oval 9">
                  <a:extLst>
                    <a:ext uri="{FF2B5EF4-FFF2-40B4-BE49-F238E27FC236}">
                      <a16:creationId xmlns:a16="http://schemas.microsoft.com/office/drawing/2014/main" id="{7AFB2A7E-90B7-454F-BABB-E2A39AC7C95C}"/>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97" name="Group 44">
                <a:extLst>
                  <a:ext uri="{FF2B5EF4-FFF2-40B4-BE49-F238E27FC236}">
                    <a16:creationId xmlns:a16="http://schemas.microsoft.com/office/drawing/2014/main" id="{5567606D-D82D-2A4D-A3C8-A7D0703B3CC5}"/>
                  </a:ext>
                </a:extLst>
              </p:cNvPr>
              <p:cNvGrpSpPr>
                <a:grpSpLocks/>
              </p:cNvGrpSpPr>
              <p:nvPr/>
            </p:nvGrpSpPr>
            <p:grpSpPr bwMode="auto">
              <a:xfrm>
                <a:off x="1456374" y="2507397"/>
                <a:ext cx="355165" cy="419100"/>
                <a:chOff x="2944" y="2425"/>
                <a:chExt cx="227" cy="264"/>
              </a:xfrm>
            </p:grpSpPr>
            <p:sp>
              <p:nvSpPr>
                <p:cNvPr id="198" name="Rectangle 45">
                  <a:extLst>
                    <a:ext uri="{FF2B5EF4-FFF2-40B4-BE49-F238E27FC236}">
                      <a16:creationId xmlns:a16="http://schemas.microsoft.com/office/drawing/2014/main" id="{39206D20-AD6D-3242-8865-2C6680CB410C}"/>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9" name="Text Box 46">
                  <a:extLst>
                    <a:ext uri="{FF2B5EF4-FFF2-40B4-BE49-F238E27FC236}">
                      <a16:creationId xmlns:a16="http://schemas.microsoft.com/office/drawing/2014/main" id="{E3BB3556-A335-984F-978A-FECE515B6702}"/>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h</a:t>
                  </a:r>
                  <a:endParaRPr lang="en-US" sz="2000" kern="0" dirty="0">
                    <a:solidFill>
                      <a:srgbClr val="000000"/>
                    </a:solidFill>
                  </a:endParaRPr>
                </a:p>
              </p:txBody>
            </p:sp>
          </p:grpSp>
        </p:grpSp>
        <p:grpSp>
          <p:nvGrpSpPr>
            <p:cNvPr id="186" name="Group 185">
              <a:extLst>
                <a:ext uri="{FF2B5EF4-FFF2-40B4-BE49-F238E27FC236}">
                  <a16:creationId xmlns:a16="http://schemas.microsoft.com/office/drawing/2014/main" id="{3B620D34-7BA8-EF49-AC1C-93F5BBC84AEC}"/>
                </a:ext>
              </a:extLst>
            </p:cNvPr>
            <p:cNvGrpSpPr/>
            <p:nvPr/>
          </p:nvGrpSpPr>
          <p:grpSpPr>
            <a:xfrm>
              <a:off x="8197315" y="5805271"/>
              <a:ext cx="531821" cy="369069"/>
              <a:chOff x="1348328" y="2507397"/>
              <a:chExt cx="603916" cy="419100"/>
            </a:xfrm>
          </p:grpSpPr>
          <p:grpSp>
            <p:nvGrpSpPr>
              <p:cNvPr id="187" name="Group 186">
                <a:extLst>
                  <a:ext uri="{FF2B5EF4-FFF2-40B4-BE49-F238E27FC236}">
                    <a16:creationId xmlns:a16="http://schemas.microsoft.com/office/drawing/2014/main" id="{A6C2F80D-43A1-5746-B518-C0C4F1A20ACD}"/>
                  </a:ext>
                </a:extLst>
              </p:cNvPr>
              <p:cNvGrpSpPr/>
              <p:nvPr/>
            </p:nvGrpSpPr>
            <p:grpSpPr>
              <a:xfrm>
                <a:off x="1348328" y="2555748"/>
                <a:ext cx="603916" cy="308999"/>
                <a:chOff x="5278570" y="2983486"/>
                <a:chExt cx="501650" cy="233363"/>
              </a:xfrm>
            </p:grpSpPr>
            <p:sp>
              <p:nvSpPr>
                <p:cNvPr id="191" name="Oval 5">
                  <a:extLst>
                    <a:ext uri="{FF2B5EF4-FFF2-40B4-BE49-F238E27FC236}">
                      <a16:creationId xmlns:a16="http://schemas.microsoft.com/office/drawing/2014/main" id="{442E1AFF-BC2C-C849-85D1-13E42B701CE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2" name="Line 6">
                  <a:extLst>
                    <a:ext uri="{FF2B5EF4-FFF2-40B4-BE49-F238E27FC236}">
                      <a16:creationId xmlns:a16="http://schemas.microsoft.com/office/drawing/2014/main" id="{C2994154-DB6D-E247-8511-C6FE8D9665F8}"/>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3" name="Line 7">
                  <a:extLst>
                    <a:ext uri="{FF2B5EF4-FFF2-40B4-BE49-F238E27FC236}">
                      <a16:creationId xmlns:a16="http://schemas.microsoft.com/office/drawing/2014/main" id="{C730A3ED-5222-5348-831E-092DE7D6CEE3}"/>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4" name="Rectangle 8">
                  <a:extLst>
                    <a:ext uri="{FF2B5EF4-FFF2-40B4-BE49-F238E27FC236}">
                      <a16:creationId xmlns:a16="http://schemas.microsoft.com/office/drawing/2014/main" id="{BED424F7-1928-5F41-831D-417161F220B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195" name="Oval 9">
                  <a:extLst>
                    <a:ext uri="{FF2B5EF4-FFF2-40B4-BE49-F238E27FC236}">
                      <a16:creationId xmlns:a16="http://schemas.microsoft.com/office/drawing/2014/main" id="{76DDF5F9-ACB7-E642-ACEA-223EE2F5F418}"/>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88" name="Group 44">
                <a:extLst>
                  <a:ext uri="{FF2B5EF4-FFF2-40B4-BE49-F238E27FC236}">
                    <a16:creationId xmlns:a16="http://schemas.microsoft.com/office/drawing/2014/main" id="{495DC56F-8C0E-6549-849D-6D43F4F8BC0A}"/>
                  </a:ext>
                </a:extLst>
              </p:cNvPr>
              <p:cNvGrpSpPr>
                <a:grpSpLocks/>
              </p:cNvGrpSpPr>
              <p:nvPr/>
            </p:nvGrpSpPr>
            <p:grpSpPr bwMode="auto">
              <a:xfrm>
                <a:off x="1500196" y="2507397"/>
                <a:ext cx="267548" cy="419100"/>
                <a:chOff x="2972" y="2425"/>
                <a:chExt cx="171" cy="264"/>
              </a:xfrm>
            </p:grpSpPr>
            <p:sp>
              <p:nvSpPr>
                <p:cNvPr id="189" name="Rectangle 45">
                  <a:extLst>
                    <a:ext uri="{FF2B5EF4-FFF2-40B4-BE49-F238E27FC236}">
                      <a16:creationId xmlns:a16="http://schemas.microsoft.com/office/drawing/2014/main" id="{892DBBAB-E011-FD4A-BA7E-105CEF9075A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0" name="Text Box 46">
                  <a:extLst>
                    <a:ext uri="{FF2B5EF4-FFF2-40B4-BE49-F238E27FC236}">
                      <a16:creationId xmlns:a16="http://schemas.microsoft.com/office/drawing/2014/main" id="{173A4036-1DC3-BD4D-9E66-D9BC48C58BA0}"/>
                    </a:ext>
                  </a:extLst>
                </p:cNvPr>
                <p:cNvSpPr txBox="1">
                  <a:spLocks noChangeArrowheads="1"/>
                </p:cNvSpPr>
                <p:nvPr/>
              </p:nvSpPr>
              <p:spPr bwMode="auto">
                <a:xfrm>
                  <a:off x="2972" y="2425"/>
                  <a:ext cx="17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i</a:t>
                  </a:r>
                  <a:endParaRPr lang="en-US" sz="2000" kern="0" dirty="0">
                    <a:solidFill>
                      <a:srgbClr val="000000"/>
                    </a:solidFill>
                  </a:endParaRPr>
                </a:p>
              </p:txBody>
            </p:sp>
          </p:grpSp>
        </p:grpSp>
      </p:grpSp>
      <p:sp>
        <p:nvSpPr>
          <p:cNvPr id="215" name="TextBox 214">
            <a:extLst>
              <a:ext uri="{FF2B5EF4-FFF2-40B4-BE49-F238E27FC236}">
                <a16:creationId xmlns:a16="http://schemas.microsoft.com/office/drawing/2014/main" id="{74A89238-377F-A840-BB03-52D53CBBC3F3}"/>
              </a:ext>
            </a:extLst>
          </p:cNvPr>
          <p:cNvSpPr txBox="1"/>
          <p:nvPr/>
        </p:nvSpPr>
        <p:spPr>
          <a:xfrm>
            <a:off x="4305782" y="2870522"/>
            <a:ext cx="301686" cy="338554"/>
          </a:xfrm>
          <a:prstGeom prst="rect">
            <a:avLst/>
          </a:prstGeom>
          <a:noFill/>
        </p:spPr>
        <p:txBody>
          <a:bodyPr wrap="square" rtlCol="0">
            <a:spAutoFit/>
          </a:bodyPr>
          <a:lstStyle/>
          <a:p>
            <a:r>
              <a:rPr lang="en-US" sz="1600" dirty="0">
                <a:solidFill>
                  <a:prstClr val="black"/>
                </a:solidFill>
              </a:rPr>
              <a:t>1</a:t>
            </a:r>
          </a:p>
        </p:txBody>
      </p:sp>
      <p:sp>
        <p:nvSpPr>
          <p:cNvPr id="216" name="TextBox 215">
            <a:extLst>
              <a:ext uri="{FF2B5EF4-FFF2-40B4-BE49-F238E27FC236}">
                <a16:creationId xmlns:a16="http://schemas.microsoft.com/office/drawing/2014/main" id="{3D3F7215-9DE8-0542-8CCA-A9CEDC8717E2}"/>
              </a:ext>
            </a:extLst>
          </p:cNvPr>
          <p:cNvSpPr txBox="1"/>
          <p:nvPr/>
        </p:nvSpPr>
        <p:spPr>
          <a:xfrm>
            <a:off x="6217534" y="2860877"/>
            <a:ext cx="288862" cy="338554"/>
          </a:xfrm>
          <a:prstGeom prst="rect">
            <a:avLst/>
          </a:prstGeom>
          <a:noFill/>
        </p:spPr>
        <p:txBody>
          <a:bodyPr wrap="none" rtlCol="0">
            <a:spAutoFit/>
          </a:bodyPr>
          <a:lstStyle/>
          <a:p>
            <a:r>
              <a:rPr lang="en-US" sz="1600" dirty="0">
                <a:solidFill>
                  <a:prstClr val="black"/>
                </a:solidFill>
              </a:rPr>
              <a:t>1</a:t>
            </a:r>
          </a:p>
        </p:txBody>
      </p:sp>
      <p:sp>
        <p:nvSpPr>
          <p:cNvPr id="217" name="TextBox 216">
            <a:extLst>
              <a:ext uri="{FF2B5EF4-FFF2-40B4-BE49-F238E27FC236}">
                <a16:creationId xmlns:a16="http://schemas.microsoft.com/office/drawing/2014/main" id="{FC342D48-14A2-BA4E-A191-060C4177F678}"/>
              </a:ext>
            </a:extLst>
          </p:cNvPr>
          <p:cNvSpPr txBox="1"/>
          <p:nvPr/>
        </p:nvSpPr>
        <p:spPr>
          <a:xfrm>
            <a:off x="4296138" y="4886446"/>
            <a:ext cx="301686" cy="338554"/>
          </a:xfrm>
          <a:prstGeom prst="rect">
            <a:avLst/>
          </a:prstGeom>
          <a:noFill/>
        </p:spPr>
        <p:txBody>
          <a:bodyPr wrap="square" rtlCol="0">
            <a:spAutoFit/>
          </a:bodyPr>
          <a:lstStyle/>
          <a:p>
            <a:r>
              <a:rPr lang="en-US" sz="1600" dirty="0">
                <a:solidFill>
                  <a:prstClr val="black"/>
                </a:solidFill>
              </a:rPr>
              <a:t>1</a:t>
            </a:r>
          </a:p>
        </p:txBody>
      </p:sp>
      <p:sp>
        <p:nvSpPr>
          <p:cNvPr id="218" name="TextBox 217">
            <a:extLst>
              <a:ext uri="{FF2B5EF4-FFF2-40B4-BE49-F238E27FC236}">
                <a16:creationId xmlns:a16="http://schemas.microsoft.com/office/drawing/2014/main" id="{C9336A94-9BC9-8F41-95A7-69E18360DF3D}"/>
              </a:ext>
            </a:extLst>
          </p:cNvPr>
          <p:cNvSpPr txBox="1"/>
          <p:nvPr/>
        </p:nvSpPr>
        <p:spPr>
          <a:xfrm>
            <a:off x="6231040" y="4888376"/>
            <a:ext cx="288862" cy="338554"/>
          </a:xfrm>
          <a:prstGeom prst="rect">
            <a:avLst/>
          </a:prstGeom>
          <a:noFill/>
        </p:spPr>
        <p:txBody>
          <a:bodyPr wrap="none" rtlCol="0">
            <a:spAutoFit/>
          </a:bodyPr>
          <a:lstStyle/>
          <a:p>
            <a:r>
              <a:rPr lang="en-US" sz="1600" dirty="0">
                <a:solidFill>
                  <a:prstClr val="black"/>
                </a:solidFill>
              </a:rPr>
              <a:t>1</a:t>
            </a:r>
          </a:p>
        </p:txBody>
      </p:sp>
      <p:sp>
        <p:nvSpPr>
          <p:cNvPr id="219" name="TextBox 218">
            <a:extLst>
              <a:ext uri="{FF2B5EF4-FFF2-40B4-BE49-F238E27FC236}">
                <a16:creationId xmlns:a16="http://schemas.microsoft.com/office/drawing/2014/main" id="{E11EFAA3-3025-6E40-9F7B-8AEC8E44C52D}"/>
              </a:ext>
            </a:extLst>
          </p:cNvPr>
          <p:cNvSpPr txBox="1"/>
          <p:nvPr/>
        </p:nvSpPr>
        <p:spPr>
          <a:xfrm>
            <a:off x="8154365" y="4890306"/>
            <a:ext cx="288862" cy="338554"/>
          </a:xfrm>
          <a:prstGeom prst="rect">
            <a:avLst/>
          </a:prstGeom>
          <a:noFill/>
        </p:spPr>
        <p:txBody>
          <a:bodyPr wrap="none" rtlCol="0">
            <a:spAutoFit/>
          </a:bodyPr>
          <a:lstStyle/>
          <a:p>
            <a:r>
              <a:rPr lang="en-US" sz="1600" dirty="0">
                <a:solidFill>
                  <a:prstClr val="black"/>
                </a:solidFill>
              </a:rPr>
              <a:t>1</a:t>
            </a:r>
          </a:p>
        </p:txBody>
      </p:sp>
      <p:sp>
        <p:nvSpPr>
          <p:cNvPr id="221" name="TextBox 220">
            <a:extLst>
              <a:ext uri="{FF2B5EF4-FFF2-40B4-BE49-F238E27FC236}">
                <a16:creationId xmlns:a16="http://schemas.microsoft.com/office/drawing/2014/main" id="{EECDCBF1-5ACC-CF43-B981-907337945BA2}"/>
              </a:ext>
            </a:extLst>
          </p:cNvPr>
          <p:cNvSpPr txBox="1"/>
          <p:nvPr/>
        </p:nvSpPr>
        <p:spPr>
          <a:xfrm>
            <a:off x="5442030" y="4029920"/>
            <a:ext cx="301686" cy="338554"/>
          </a:xfrm>
          <a:prstGeom prst="rect">
            <a:avLst/>
          </a:prstGeom>
          <a:noFill/>
        </p:spPr>
        <p:txBody>
          <a:bodyPr wrap="square" rtlCol="0">
            <a:spAutoFit/>
          </a:bodyPr>
          <a:lstStyle/>
          <a:p>
            <a:r>
              <a:rPr lang="en-US" sz="1600" dirty="0">
                <a:solidFill>
                  <a:prstClr val="black"/>
                </a:solidFill>
              </a:rPr>
              <a:t>1</a:t>
            </a:r>
          </a:p>
        </p:txBody>
      </p:sp>
      <p:sp>
        <p:nvSpPr>
          <p:cNvPr id="222" name="TextBox 221">
            <a:extLst>
              <a:ext uri="{FF2B5EF4-FFF2-40B4-BE49-F238E27FC236}">
                <a16:creationId xmlns:a16="http://schemas.microsoft.com/office/drawing/2014/main" id="{2DD32315-0DAF-354B-ADE2-76F406D6A871}"/>
              </a:ext>
            </a:extLst>
          </p:cNvPr>
          <p:cNvSpPr txBox="1"/>
          <p:nvPr/>
        </p:nvSpPr>
        <p:spPr>
          <a:xfrm>
            <a:off x="7353782" y="4020275"/>
            <a:ext cx="288862" cy="338554"/>
          </a:xfrm>
          <a:prstGeom prst="rect">
            <a:avLst/>
          </a:prstGeom>
          <a:noFill/>
        </p:spPr>
        <p:txBody>
          <a:bodyPr wrap="none" rtlCol="0">
            <a:spAutoFit/>
          </a:bodyPr>
          <a:lstStyle/>
          <a:p>
            <a:r>
              <a:rPr lang="en-US" sz="1600" dirty="0">
                <a:solidFill>
                  <a:prstClr val="black"/>
                </a:solidFill>
              </a:rPr>
              <a:t>1</a:t>
            </a:r>
          </a:p>
        </p:txBody>
      </p:sp>
      <p:sp>
        <p:nvSpPr>
          <p:cNvPr id="223" name="TextBox 222">
            <a:extLst>
              <a:ext uri="{FF2B5EF4-FFF2-40B4-BE49-F238E27FC236}">
                <a16:creationId xmlns:a16="http://schemas.microsoft.com/office/drawing/2014/main" id="{25B3E8DA-82E1-B746-9524-A8B47546C7B7}"/>
              </a:ext>
            </a:extLst>
          </p:cNvPr>
          <p:cNvSpPr txBox="1"/>
          <p:nvPr/>
        </p:nvSpPr>
        <p:spPr>
          <a:xfrm>
            <a:off x="5443958" y="5953247"/>
            <a:ext cx="301686" cy="338554"/>
          </a:xfrm>
          <a:prstGeom prst="rect">
            <a:avLst/>
          </a:prstGeom>
          <a:noFill/>
        </p:spPr>
        <p:txBody>
          <a:bodyPr wrap="square" rtlCol="0">
            <a:spAutoFit/>
          </a:bodyPr>
          <a:lstStyle/>
          <a:p>
            <a:r>
              <a:rPr lang="en-US" sz="1600" dirty="0">
                <a:solidFill>
                  <a:prstClr val="black"/>
                </a:solidFill>
              </a:rPr>
              <a:t>8</a:t>
            </a:r>
          </a:p>
        </p:txBody>
      </p:sp>
      <p:sp>
        <p:nvSpPr>
          <p:cNvPr id="224" name="TextBox 223">
            <a:extLst>
              <a:ext uri="{FF2B5EF4-FFF2-40B4-BE49-F238E27FC236}">
                <a16:creationId xmlns:a16="http://schemas.microsoft.com/office/drawing/2014/main" id="{51516E14-40A2-B34F-B880-05B80B68D6FC}"/>
              </a:ext>
            </a:extLst>
          </p:cNvPr>
          <p:cNvSpPr txBox="1"/>
          <p:nvPr/>
        </p:nvSpPr>
        <p:spPr>
          <a:xfrm>
            <a:off x="7355710" y="5943602"/>
            <a:ext cx="288862" cy="338554"/>
          </a:xfrm>
          <a:prstGeom prst="rect">
            <a:avLst/>
          </a:prstGeom>
          <a:noFill/>
        </p:spPr>
        <p:txBody>
          <a:bodyPr wrap="none" rtlCol="0">
            <a:spAutoFit/>
          </a:bodyPr>
          <a:lstStyle/>
          <a:p>
            <a:r>
              <a:rPr lang="en-US" sz="1600" dirty="0">
                <a:solidFill>
                  <a:prstClr val="black"/>
                </a:solidFill>
              </a:rPr>
              <a:t>1</a:t>
            </a:r>
          </a:p>
        </p:txBody>
      </p:sp>
      <p:sp>
        <p:nvSpPr>
          <p:cNvPr id="225" name="TextBox 224">
            <a:extLst>
              <a:ext uri="{FF2B5EF4-FFF2-40B4-BE49-F238E27FC236}">
                <a16:creationId xmlns:a16="http://schemas.microsoft.com/office/drawing/2014/main" id="{9174059A-E895-E740-9A26-AA7943E4A64F}"/>
              </a:ext>
            </a:extLst>
          </p:cNvPr>
          <p:cNvSpPr txBox="1"/>
          <p:nvPr/>
        </p:nvSpPr>
        <p:spPr>
          <a:xfrm>
            <a:off x="5445886" y="2123956"/>
            <a:ext cx="301686" cy="338554"/>
          </a:xfrm>
          <a:prstGeom prst="rect">
            <a:avLst/>
          </a:prstGeom>
          <a:noFill/>
        </p:spPr>
        <p:txBody>
          <a:bodyPr wrap="square" rtlCol="0">
            <a:spAutoFit/>
          </a:bodyPr>
          <a:lstStyle/>
          <a:p>
            <a:r>
              <a:rPr lang="en-US" sz="1600" dirty="0">
                <a:solidFill>
                  <a:prstClr val="black"/>
                </a:solidFill>
              </a:rPr>
              <a:t>2</a:t>
            </a:r>
          </a:p>
        </p:txBody>
      </p:sp>
      <p:sp>
        <p:nvSpPr>
          <p:cNvPr id="226" name="TextBox 225">
            <a:extLst>
              <a:ext uri="{FF2B5EF4-FFF2-40B4-BE49-F238E27FC236}">
                <a16:creationId xmlns:a16="http://schemas.microsoft.com/office/drawing/2014/main" id="{F7510488-7C59-7449-A4EE-C5A32BFCB3A5}"/>
              </a:ext>
            </a:extLst>
          </p:cNvPr>
          <p:cNvSpPr txBox="1"/>
          <p:nvPr/>
        </p:nvSpPr>
        <p:spPr>
          <a:xfrm>
            <a:off x="7357638" y="2114311"/>
            <a:ext cx="288862" cy="338554"/>
          </a:xfrm>
          <a:prstGeom prst="rect">
            <a:avLst/>
          </a:prstGeom>
          <a:noFill/>
        </p:spPr>
        <p:txBody>
          <a:bodyPr wrap="none" rtlCol="0">
            <a:spAutoFit/>
          </a:bodyPr>
          <a:lstStyle/>
          <a:p>
            <a:r>
              <a:rPr lang="en-US" sz="1600" dirty="0">
                <a:solidFill>
                  <a:prstClr val="black"/>
                </a:solidFill>
              </a:rPr>
              <a:t>1</a:t>
            </a:r>
          </a:p>
        </p:txBody>
      </p:sp>
      <p:grpSp>
        <p:nvGrpSpPr>
          <p:cNvPr id="283" name="Group 282">
            <a:extLst>
              <a:ext uri="{FF2B5EF4-FFF2-40B4-BE49-F238E27FC236}">
                <a16:creationId xmlns:a16="http://schemas.microsoft.com/office/drawing/2014/main" id="{A665C0C8-7FDD-0A42-80A3-CC602804C042}"/>
              </a:ext>
            </a:extLst>
          </p:cNvPr>
          <p:cNvGrpSpPr/>
          <p:nvPr/>
        </p:nvGrpSpPr>
        <p:grpSpPr>
          <a:xfrm>
            <a:off x="4336458" y="3833790"/>
            <a:ext cx="4395351" cy="404576"/>
            <a:chOff x="4333785" y="5772213"/>
            <a:chExt cx="4395351" cy="404576"/>
          </a:xfrm>
        </p:grpSpPr>
        <p:grpSp>
          <p:nvGrpSpPr>
            <p:cNvPr id="284" name="Group 283">
              <a:extLst>
                <a:ext uri="{FF2B5EF4-FFF2-40B4-BE49-F238E27FC236}">
                  <a16:creationId xmlns:a16="http://schemas.microsoft.com/office/drawing/2014/main" id="{4C02DC92-2A83-AC4D-B9F0-2BCDE917BDBC}"/>
                </a:ext>
              </a:extLst>
            </p:cNvPr>
            <p:cNvGrpSpPr/>
            <p:nvPr/>
          </p:nvGrpSpPr>
          <p:grpSpPr>
            <a:xfrm>
              <a:off x="4333785" y="5772213"/>
              <a:ext cx="531821" cy="369069"/>
              <a:chOff x="1348328" y="2475647"/>
              <a:chExt cx="603916" cy="419100"/>
            </a:xfrm>
          </p:grpSpPr>
          <p:grpSp>
            <p:nvGrpSpPr>
              <p:cNvPr id="305" name="Group 304">
                <a:extLst>
                  <a:ext uri="{FF2B5EF4-FFF2-40B4-BE49-F238E27FC236}">
                    <a16:creationId xmlns:a16="http://schemas.microsoft.com/office/drawing/2014/main" id="{F01EB862-010E-A34F-8D39-25BC2BED2A63}"/>
                  </a:ext>
                </a:extLst>
              </p:cNvPr>
              <p:cNvGrpSpPr/>
              <p:nvPr/>
            </p:nvGrpSpPr>
            <p:grpSpPr>
              <a:xfrm>
                <a:off x="1348328" y="2555748"/>
                <a:ext cx="603916" cy="308999"/>
                <a:chOff x="5278570" y="2983486"/>
                <a:chExt cx="501650" cy="233363"/>
              </a:xfrm>
            </p:grpSpPr>
            <p:sp>
              <p:nvSpPr>
                <p:cNvPr id="309" name="Oval 5">
                  <a:extLst>
                    <a:ext uri="{FF2B5EF4-FFF2-40B4-BE49-F238E27FC236}">
                      <a16:creationId xmlns:a16="http://schemas.microsoft.com/office/drawing/2014/main" id="{C2A61603-05BC-1E4D-99AA-0AB1CC49473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0" name="Line 6">
                  <a:extLst>
                    <a:ext uri="{FF2B5EF4-FFF2-40B4-BE49-F238E27FC236}">
                      <a16:creationId xmlns:a16="http://schemas.microsoft.com/office/drawing/2014/main" id="{7043DA0E-702D-CD4E-BA28-9341275851D9}"/>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1" name="Line 7">
                  <a:extLst>
                    <a:ext uri="{FF2B5EF4-FFF2-40B4-BE49-F238E27FC236}">
                      <a16:creationId xmlns:a16="http://schemas.microsoft.com/office/drawing/2014/main" id="{CE93F761-782C-C640-B2B6-8CA7492B28BC}"/>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2" name="Rectangle 8">
                  <a:extLst>
                    <a:ext uri="{FF2B5EF4-FFF2-40B4-BE49-F238E27FC236}">
                      <a16:creationId xmlns:a16="http://schemas.microsoft.com/office/drawing/2014/main" id="{723858D6-68CF-1C4E-A28B-A9FF5D728F2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13" name="Oval 9">
                  <a:extLst>
                    <a:ext uri="{FF2B5EF4-FFF2-40B4-BE49-F238E27FC236}">
                      <a16:creationId xmlns:a16="http://schemas.microsoft.com/office/drawing/2014/main" id="{70A7292E-FC97-924B-9010-8079BEC6219F}"/>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06" name="Group 44">
                <a:extLst>
                  <a:ext uri="{FF2B5EF4-FFF2-40B4-BE49-F238E27FC236}">
                    <a16:creationId xmlns:a16="http://schemas.microsoft.com/office/drawing/2014/main" id="{DA3B2173-D171-E340-B704-06A3FE481C71}"/>
                  </a:ext>
                </a:extLst>
              </p:cNvPr>
              <p:cNvGrpSpPr>
                <a:grpSpLocks/>
              </p:cNvGrpSpPr>
              <p:nvPr/>
            </p:nvGrpSpPr>
            <p:grpSpPr bwMode="auto">
              <a:xfrm>
                <a:off x="1456374" y="2475647"/>
                <a:ext cx="355165" cy="419100"/>
                <a:chOff x="2944" y="2405"/>
                <a:chExt cx="227" cy="264"/>
              </a:xfrm>
            </p:grpSpPr>
            <p:sp>
              <p:nvSpPr>
                <p:cNvPr id="307" name="Rectangle 45">
                  <a:extLst>
                    <a:ext uri="{FF2B5EF4-FFF2-40B4-BE49-F238E27FC236}">
                      <a16:creationId xmlns:a16="http://schemas.microsoft.com/office/drawing/2014/main" id="{A7CA85B6-08AA-4840-AE2B-A3321A49B6FA}"/>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8" name="Text Box 46">
                  <a:extLst>
                    <a:ext uri="{FF2B5EF4-FFF2-40B4-BE49-F238E27FC236}">
                      <a16:creationId xmlns:a16="http://schemas.microsoft.com/office/drawing/2014/main" id="{68812F5E-7A92-7B45-BBDE-2068A3A134D0}"/>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d</a:t>
                  </a:r>
                  <a:endParaRPr lang="en-US" sz="2000" kern="0" dirty="0">
                    <a:solidFill>
                      <a:srgbClr val="000000"/>
                    </a:solidFill>
                  </a:endParaRPr>
                </a:p>
              </p:txBody>
            </p:sp>
          </p:grpSp>
        </p:grpSp>
        <p:grpSp>
          <p:nvGrpSpPr>
            <p:cNvPr id="285" name="Group 284">
              <a:extLst>
                <a:ext uri="{FF2B5EF4-FFF2-40B4-BE49-F238E27FC236}">
                  <a16:creationId xmlns:a16="http://schemas.microsoft.com/office/drawing/2014/main" id="{5E3B07EB-D89E-C542-85F0-D68A3698AEC4}"/>
                </a:ext>
              </a:extLst>
            </p:cNvPr>
            <p:cNvGrpSpPr/>
            <p:nvPr/>
          </p:nvGrpSpPr>
          <p:grpSpPr>
            <a:xfrm>
              <a:off x="6263949" y="5807720"/>
              <a:ext cx="531821" cy="369069"/>
              <a:chOff x="1348328" y="2507397"/>
              <a:chExt cx="603916" cy="419100"/>
            </a:xfrm>
          </p:grpSpPr>
          <p:grpSp>
            <p:nvGrpSpPr>
              <p:cNvPr id="296" name="Group 295">
                <a:extLst>
                  <a:ext uri="{FF2B5EF4-FFF2-40B4-BE49-F238E27FC236}">
                    <a16:creationId xmlns:a16="http://schemas.microsoft.com/office/drawing/2014/main" id="{CE2D511A-9878-0E42-B4E3-97548A8A67A3}"/>
                  </a:ext>
                </a:extLst>
              </p:cNvPr>
              <p:cNvGrpSpPr/>
              <p:nvPr/>
            </p:nvGrpSpPr>
            <p:grpSpPr>
              <a:xfrm>
                <a:off x="1348328" y="2555748"/>
                <a:ext cx="603916" cy="308999"/>
                <a:chOff x="5278570" y="2983486"/>
                <a:chExt cx="501650" cy="233363"/>
              </a:xfrm>
            </p:grpSpPr>
            <p:sp>
              <p:nvSpPr>
                <p:cNvPr id="300" name="Oval 5">
                  <a:extLst>
                    <a:ext uri="{FF2B5EF4-FFF2-40B4-BE49-F238E27FC236}">
                      <a16:creationId xmlns:a16="http://schemas.microsoft.com/office/drawing/2014/main" id="{C66E96DA-F1B1-9A41-8B0D-2F21B3B7ACBA}"/>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1" name="Line 6">
                  <a:extLst>
                    <a:ext uri="{FF2B5EF4-FFF2-40B4-BE49-F238E27FC236}">
                      <a16:creationId xmlns:a16="http://schemas.microsoft.com/office/drawing/2014/main" id="{A2387D1F-7EF0-9443-8128-6FF284EC9AF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2" name="Line 7">
                  <a:extLst>
                    <a:ext uri="{FF2B5EF4-FFF2-40B4-BE49-F238E27FC236}">
                      <a16:creationId xmlns:a16="http://schemas.microsoft.com/office/drawing/2014/main" id="{4B183F70-EB28-A94F-BF31-54B939F6B75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3" name="Rectangle 8">
                  <a:extLst>
                    <a:ext uri="{FF2B5EF4-FFF2-40B4-BE49-F238E27FC236}">
                      <a16:creationId xmlns:a16="http://schemas.microsoft.com/office/drawing/2014/main" id="{84BE29FD-A805-D348-99C3-8D3C650618E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04" name="Oval 9">
                  <a:extLst>
                    <a:ext uri="{FF2B5EF4-FFF2-40B4-BE49-F238E27FC236}">
                      <a16:creationId xmlns:a16="http://schemas.microsoft.com/office/drawing/2014/main" id="{BF5D685A-16D6-5B40-9EEF-970D3CDCE370}"/>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97" name="Group 44">
                <a:extLst>
                  <a:ext uri="{FF2B5EF4-FFF2-40B4-BE49-F238E27FC236}">
                    <a16:creationId xmlns:a16="http://schemas.microsoft.com/office/drawing/2014/main" id="{058B095B-B9C0-F84A-B78C-FE9DCA729C71}"/>
                  </a:ext>
                </a:extLst>
              </p:cNvPr>
              <p:cNvGrpSpPr>
                <a:grpSpLocks/>
              </p:cNvGrpSpPr>
              <p:nvPr/>
            </p:nvGrpSpPr>
            <p:grpSpPr bwMode="auto">
              <a:xfrm>
                <a:off x="1456374" y="2507397"/>
                <a:ext cx="355165" cy="419100"/>
                <a:chOff x="2944" y="2425"/>
                <a:chExt cx="227" cy="264"/>
              </a:xfrm>
            </p:grpSpPr>
            <p:sp>
              <p:nvSpPr>
                <p:cNvPr id="298" name="Rectangle 45">
                  <a:extLst>
                    <a:ext uri="{FF2B5EF4-FFF2-40B4-BE49-F238E27FC236}">
                      <a16:creationId xmlns:a16="http://schemas.microsoft.com/office/drawing/2014/main" id="{7FBA9119-2A14-E84A-A39B-55E9D6AE939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9" name="Text Box 46">
                  <a:extLst>
                    <a:ext uri="{FF2B5EF4-FFF2-40B4-BE49-F238E27FC236}">
                      <a16:creationId xmlns:a16="http://schemas.microsoft.com/office/drawing/2014/main" id="{2944FA12-D5D2-E241-A9FC-D4A85A350D0A}"/>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e</a:t>
                  </a:r>
                  <a:endParaRPr lang="en-US" sz="2000" kern="0" dirty="0">
                    <a:solidFill>
                      <a:srgbClr val="000000"/>
                    </a:solidFill>
                  </a:endParaRPr>
                </a:p>
              </p:txBody>
            </p:sp>
          </p:grpSp>
        </p:grpSp>
        <p:grpSp>
          <p:nvGrpSpPr>
            <p:cNvPr id="286" name="Group 285">
              <a:extLst>
                <a:ext uri="{FF2B5EF4-FFF2-40B4-BE49-F238E27FC236}">
                  <a16:creationId xmlns:a16="http://schemas.microsoft.com/office/drawing/2014/main" id="{B9D4EE61-1CC1-6D4C-822D-300C73469B48}"/>
                </a:ext>
              </a:extLst>
            </p:cNvPr>
            <p:cNvGrpSpPr/>
            <p:nvPr/>
          </p:nvGrpSpPr>
          <p:grpSpPr>
            <a:xfrm>
              <a:off x="8197315" y="5805271"/>
              <a:ext cx="531821" cy="369069"/>
              <a:chOff x="1348328" y="2507397"/>
              <a:chExt cx="603916" cy="419100"/>
            </a:xfrm>
          </p:grpSpPr>
          <p:grpSp>
            <p:nvGrpSpPr>
              <p:cNvPr id="287" name="Group 286">
                <a:extLst>
                  <a:ext uri="{FF2B5EF4-FFF2-40B4-BE49-F238E27FC236}">
                    <a16:creationId xmlns:a16="http://schemas.microsoft.com/office/drawing/2014/main" id="{75D4F492-E56A-6541-9F9D-1D85B09999F3}"/>
                  </a:ext>
                </a:extLst>
              </p:cNvPr>
              <p:cNvGrpSpPr/>
              <p:nvPr/>
            </p:nvGrpSpPr>
            <p:grpSpPr>
              <a:xfrm>
                <a:off x="1348328" y="2555748"/>
                <a:ext cx="603916" cy="308999"/>
                <a:chOff x="5278570" y="2983486"/>
                <a:chExt cx="501650" cy="233363"/>
              </a:xfrm>
            </p:grpSpPr>
            <p:sp>
              <p:nvSpPr>
                <p:cNvPr id="291" name="Oval 5">
                  <a:extLst>
                    <a:ext uri="{FF2B5EF4-FFF2-40B4-BE49-F238E27FC236}">
                      <a16:creationId xmlns:a16="http://schemas.microsoft.com/office/drawing/2014/main" id="{190A087A-A659-3E4D-B4FE-1EA13D56BE4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2" name="Line 6">
                  <a:extLst>
                    <a:ext uri="{FF2B5EF4-FFF2-40B4-BE49-F238E27FC236}">
                      <a16:creationId xmlns:a16="http://schemas.microsoft.com/office/drawing/2014/main" id="{E7E9FE4A-5449-D244-A5A8-DEB5E1D8494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3" name="Line 7">
                  <a:extLst>
                    <a:ext uri="{FF2B5EF4-FFF2-40B4-BE49-F238E27FC236}">
                      <a16:creationId xmlns:a16="http://schemas.microsoft.com/office/drawing/2014/main" id="{8C243F83-93B5-2C49-9D61-2E8E8652A48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4" name="Rectangle 8">
                  <a:extLst>
                    <a:ext uri="{FF2B5EF4-FFF2-40B4-BE49-F238E27FC236}">
                      <a16:creationId xmlns:a16="http://schemas.microsoft.com/office/drawing/2014/main" id="{B0B61A2E-99AA-324F-8224-CB0B3B44042C}"/>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95" name="Oval 9">
                  <a:extLst>
                    <a:ext uri="{FF2B5EF4-FFF2-40B4-BE49-F238E27FC236}">
                      <a16:creationId xmlns:a16="http://schemas.microsoft.com/office/drawing/2014/main" id="{2F485C77-8179-0B4E-B93A-E5C91296B443}"/>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88" name="Group 44">
                <a:extLst>
                  <a:ext uri="{FF2B5EF4-FFF2-40B4-BE49-F238E27FC236}">
                    <a16:creationId xmlns:a16="http://schemas.microsoft.com/office/drawing/2014/main" id="{0826EA6F-730D-8C47-8DDA-2C65DD6716BA}"/>
                  </a:ext>
                </a:extLst>
              </p:cNvPr>
              <p:cNvGrpSpPr>
                <a:grpSpLocks/>
              </p:cNvGrpSpPr>
              <p:nvPr/>
            </p:nvGrpSpPr>
            <p:grpSpPr bwMode="auto">
              <a:xfrm>
                <a:off x="1492372" y="2507397"/>
                <a:ext cx="283194" cy="419100"/>
                <a:chOff x="2967" y="2425"/>
                <a:chExt cx="181" cy="264"/>
              </a:xfrm>
            </p:grpSpPr>
            <p:sp>
              <p:nvSpPr>
                <p:cNvPr id="289" name="Rectangle 45">
                  <a:extLst>
                    <a:ext uri="{FF2B5EF4-FFF2-40B4-BE49-F238E27FC236}">
                      <a16:creationId xmlns:a16="http://schemas.microsoft.com/office/drawing/2014/main" id="{C3E85E15-4F40-FF40-89C4-0E851470FA4F}"/>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0" name="Text Box 46">
                  <a:extLst>
                    <a:ext uri="{FF2B5EF4-FFF2-40B4-BE49-F238E27FC236}">
                      <a16:creationId xmlns:a16="http://schemas.microsoft.com/office/drawing/2014/main" id="{1905E332-CD71-E748-AE06-2A274A0D7B18}"/>
                    </a:ext>
                  </a:extLst>
                </p:cNvPr>
                <p:cNvSpPr txBox="1">
                  <a:spLocks noChangeArrowheads="1"/>
                </p:cNvSpPr>
                <p:nvPr/>
              </p:nvSpPr>
              <p:spPr bwMode="auto">
                <a:xfrm>
                  <a:off x="2967" y="2425"/>
                  <a:ext cx="18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f</a:t>
                  </a:r>
                  <a:endParaRPr lang="en-US" sz="2000" kern="0" dirty="0">
                    <a:solidFill>
                      <a:srgbClr val="000000"/>
                    </a:solidFill>
                  </a:endParaRPr>
                </a:p>
              </p:txBody>
            </p:sp>
          </p:grpSp>
        </p:grpSp>
      </p:grpSp>
      <p:grpSp>
        <p:nvGrpSpPr>
          <p:cNvPr id="314" name="Group 313">
            <a:extLst>
              <a:ext uri="{FF2B5EF4-FFF2-40B4-BE49-F238E27FC236}">
                <a16:creationId xmlns:a16="http://schemas.microsoft.com/office/drawing/2014/main" id="{917871C2-1731-FE43-944D-6364CCE85DA9}"/>
              </a:ext>
            </a:extLst>
          </p:cNvPr>
          <p:cNvGrpSpPr/>
          <p:nvPr/>
        </p:nvGrpSpPr>
        <p:grpSpPr>
          <a:xfrm>
            <a:off x="4333785" y="1906063"/>
            <a:ext cx="4395351" cy="404576"/>
            <a:chOff x="4333785" y="5772213"/>
            <a:chExt cx="4395351" cy="404576"/>
          </a:xfrm>
        </p:grpSpPr>
        <p:grpSp>
          <p:nvGrpSpPr>
            <p:cNvPr id="315" name="Group 314">
              <a:extLst>
                <a:ext uri="{FF2B5EF4-FFF2-40B4-BE49-F238E27FC236}">
                  <a16:creationId xmlns:a16="http://schemas.microsoft.com/office/drawing/2014/main" id="{68E7B419-D4D3-3A4B-86E1-D40C76B2BB2C}"/>
                </a:ext>
              </a:extLst>
            </p:cNvPr>
            <p:cNvGrpSpPr/>
            <p:nvPr/>
          </p:nvGrpSpPr>
          <p:grpSpPr>
            <a:xfrm>
              <a:off x="4333785" y="5772213"/>
              <a:ext cx="531821" cy="369069"/>
              <a:chOff x="1348328" y="2475647"/>
              <a:chExt cx="603916" cy="419100"/>
            </a:xfrm>
          </p:grpSpPr>
          <p:grpSp>
            <p:nvGrpSpPr>
              <p:cNvPr id="336" name="Group 335">
                <a:extLst>
                  <a:ext uri="{FF2B5EF4-FFF2-40B4-BE49-F238E27FC236}">
                    <a16:creationId xmlns:a16="http://schemas.microsoft.com/office/drawing/2014/main" id="{93705575-DDBD-3D44-B843-C77E28CEAAD2}"/>
                  </a:ext>
                </a:extLst>
              </p:cNvPr>
              <p:cNvGrpSpPr/>
              <p:nvPr/>
            </p:nvGrpSpPr>
            <p:grpSpPr>
              <a:xfrm>
                <a:off x="1348328" y="2555748"/>
                <a:ext cx="603916" cy="308999"/>
                <a:chOff x="5278570" y="2983486"/>
                <a:chExt cx="501650" cy="233363"/>
              </a:xfrm>
            </p:grpSpPr>
            <p:sp>
              <p:nvSpPr>
                <p:cNvPr id="340" name="Oval 5">
                  <a:extLst>
                    <a:ext uri="{FF2B5EF4-FFF2-40B4-BE49-F238E27FC236}">
                      <a16:creationId xmlns:a16="http://schemas.microsoft.com/office/drawing/2014/main" id="{AF888CEF-6837-CD45-809F-91550C92C80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1" name="Line 6">
                  <a:extLst>
                    <a:ext uri="{FF2B5EF4-FFF2-40B4-BE49-F238E27FC236}">
                      <a16:creationId xmlns:a16="http://schemas.microsoft.com/office/drawing/2014/main" id="{4535759C-A65E-D84B-9508-03E1DC0B824C}"/>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2" name="Line 7">
                  <a:extLst>
                    <a:ext uri="{FF2B5EF4-FFF2-40B4-BE49-F238E27FC236}">
                      <a16:creationId xmlns:a16="http://schemas.microsoft.com/office/drawing/2014/main" id="{FFA7BAB7-E53C-EC41-ACE7-66FCD862969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3" name="Rectangle 8">
                  <a:extLst>
                    <a:ext uri="{FF2B5EF4-FFF2-40B4-BE49-F238E27FC236}">
                      <a16:creationId xmlns:a16="http://schemas.microsoft.com/office/drawing/2014/main" id="{69E05203-3EC0-6447-8988-D4F7C2150FA6}"/>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44" name="Oval 9">
                  <a:extLst>
                    <a:ext uri="{FF2B5EF4-FFF2-40B4-BE49-F238E27FC236}">
                      <a16:creationId xmlns:a16="http://schemas.microsoft.com/office/drawing/2014/main" id="{D9043B05-A159-7D41-90D4-718D621EA02B}"/>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37" name="Group 44">
                <a:extLst>
                  <a:ext uri="{FF2B5EF4-FFF2-40B4-BE49-F238E27FC236}">
                    <a16:creationId xmlns:a16="http://schemas.microsoft.com/office/drawing/2014/main" id="{230264F8-C92F-C344-8341-A92C3D105F2A}"/>
                  </a:ext>
                </a:extLst>
              </p:cNvPr>
              <p:cNvGrpSpPr>
                <a:grpSpLocks/>
              </p:cNvGrpSpPr>
              <p:nvPr/>
            </p:nvGrpSpPr>
            <p:grpSpPr bwMode="auto">
              <a:xfrm>
                <a:off x="1456374" y="2475647"/>
                <a:ext cx="355165" cy="419100"/>
                <a:chOff x="2944" y="2405"/>
                <a:chExt cx="227" cy="264"/>
              </a:xfrm>
            </p:grpSpPr>
            <p:sp>
              <p:nvSpPr>
                <p:cNvPr id="338" name="Rectangle 45">
                  <a:extLst>
                    <a:ext uri="{FF2B5EF4-FFF2-40B4-BE49-F238E27FC236}">
                      <a16:creationId xmlns:a16="http://schemas.microsoft.com/office/drawing/2014/main" id="{F2B81453-DE5E-984D-B97A-6884B0BDD35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9" name="Text Box 46">
                  <a:extLst>
                    <a:ext uri="{FF2B5EF4-FFF2-40B4-BE49-F238E27FC236}">
                      <a16:creationId xmlns:a16="http://schemas.microsoft.com/office/drawing/2014/main" id="{35E945F9-D699-744B-ACB7-587B2AA668D3}"/>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a</a:t>
                  </a:r>
                  <a:endParaRPr lang="en-US" sz="2000" kern="0" dirty="0">
                    <a:solidFill>
                      <a:srgbClr val="000000"/>
                    </a:solidFill>
                  </a:endParaRPr>
                </a:p>
              </p:txBody>
            </p:sp>
          </p:grpSp>
        </p:grpSp>
        <p:grpSp>
          <p:nvGrpSpPr>
            <p:cNvPr id="316" name="Group 315">
              <a:extLst>
                <a:ext uri="{FF2B5EF4-FFF2-40B4-BE49-F238E27FC236}">
                  <a16:creationId xmlns:a16="http://schemas.microsoft.com/office/drawing/2014/main" id="{1CE7BA36-0E22-4F41-B503-121F0E8FF751}"/>
                </a:ext>
              </a:extLst>
            </p:cNvPr>
            <p:cNvGrpSpPr/>
            <p:nvPr/>
          </p:nvGrpSpPr>
          <p:grpSpPr>
            <a:xfrm>
              <a:off x="6263949" y="5807720"/>
              <a:ext cx="531821" cy="369069"/>
              <a:chOff x="1348328" y="2507397"/>
              <a:chExt cx="603916" cy="419100"/>
            </a:xfrm>
          </p:grpSpPr>
          <p:grpSp>
            <p:nvGrpSpPr>
              <p:cNvPr id="327" name="Group 326">
                <a:extLst>
                  <a:ext uri="{FF2B5EF4-FFF2-40B4-BE49-F238E27FC236}">
                    <a16:creationId xmlns:a16="http://schemas.microsoft.com/office/drawing/2014/main" id="{ABA31A37-F3CD-1746-9C86-0557D36C5404}"/>
                  </a:ext>
                </a:extLst>
              </p:cNvPr>
              <p:cNvGrpSpPr/>
              <p:nvPr/>
            </p:nvGrpSpPr>
            <p:grpSpPr>
              <a:xfrm>
                <a:off x="1348328" y="2555748"/>
                <a:ext cx="603916" cy="308999"/>
                <a:chOff x="5278570" y="2983486"/>
                <a:chExt cx="501650" cy="233363"/>
              </a:xfrm>
            </p:grpSpPr>
            <p:sp>
              <p:nvSpPr>
                <p:cNvPr id="331" name="Oval 5">
                  <a:extLst>
                    <a:ext uri="{FF2B5EF4-FFF2-40B4-BE49-F238E27FC236}">
                      <a16:creationId xmlns:a16="http://schemas.microsoft.com/office/drawing/2014/main" id="{39C9919B-E459-6946-BAB3-A266303D27E7}"/>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2" name="Line 6">
                  <a:extLst>
                    <a:ext uri="{FF2B5EF4-FFF2-40B4-BE49-F238E27FC236}">
                      <a16:creationId xmlns:a16="http://schemas.microsoft.com/office/drawing/2014/main" id="{61A62C09-3017-A541-9429-460C1A7F6B50}"/>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3" name="Line 7">
                  <a:extLst>
                    <a:ext uri="{FF2B5EF4-FFF2-40B4-BE49-F238E27FC236}">
                      <a16:creationId xmlns:a16="http://schemas.microsoft.com/office/drawing/2014/main" id="{86063EB7-D2C3-3447-B2FD-57FC1E74D327}"/>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4" name="Rectangle 8">
                  <a:extLst>
                    <a:ext uri="{FF2B5EF4-FFF2-40B4-BE49-F238E27FC236}">
                      <a16:creationId xmlns:a16="http://schemas.microsoft.com/office/drawing/2014/main" id="{BD5BCC42-3550-DF4A-BB55-F643AEBFD9AD}"/>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35" name="Oval 9">
                  <a:extLst>
                    <a:ext uri="{FF2B5EF4-FFF2-40B4-BE49-F238E27FC236}">
                      <a16:creationId xmlns:a16="http://schemas.microsoft.com/office/drawing/2014/main" id="{74611398-E647-494F-A7BD-186BB5CB5454}"/>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28" name="Group 44">
                <a:extLst>
                  <a:ext uri="{FF2B5EF4-FFF2-40B4-BE49-F238E27FC236}">
                    <a16:creationId xmlns:a16="http://schemas.microsoft.com/office/drawing/2014/main" id="{B57BC638-F090-114B-B8BF-7E2F4A6CC8F0}"/>
                  </a:ext>
                </a:extLst>
              </p:cNvPr>
              <p:cNvGrpSpPr>
                <a:grpSpLocks/>
              </p:cNvGrpSpPr>
              <p:nvPr/>
            </p:nvGrpSpPr>
            <p:grpSpPr bwMode="auto">
              <a:xfrm>
                <a:off x="1456374" y="2507397"/>
                <a:ext cx="355165" cy="419100"/>
                <a:chOff x="2944" y="2425"/>
                <a:chExt cx="227" cy="264"/>
              </a:xfrm>
            </p:grpSpPr>
            <p:sp>
              <p:nvSpPr>
                <p:cNvPr id="329" name="Rectangle 45">
                  <a:extLst>
                    <a:ext uri="{FF2B5EF4-FFF2-40B4-BE49-F238E27FC236}">
                      <a16:creationId xmlns:a16="http://schemas.microsoft.com/office/drawing/2014/main" id="{0F91A427-A1B7-A54C-8320-A92F425DFC7E}"/>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0" name="Text Box 46">
                  <a:extLst>
                    <a:ext uri="{FF2B5EF4-FFF2-40B4-BE49-F238E27FC236}">
                      <a16:creationId xmlns:a16="http://schemas.microsoft.com/office/drawing/2014/main" id="{E600E15A-04DE-4F44-AD3B-D284039393AF}"/>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b</a:t>
                  </a:r>
                  <a:endParaRPr lang="en-US" sz="2000" kern="0" dirty="0">
                    <a:solidFill>
                      <a:srgbClr val="000000"/>
                    </a:solidFill>
                  </a:endParaRPr>
                </a:p>
              </p:txBody>
            </p:sp>
          </p:grpSp>
        </p:grpSp>
        <p:grpSp>
          <p:nvGrpSpPr>
            <p:cNvPr id="317" name="Group 316">
              <a:extLst>
                <a:ext uri="{FF2B5EF4-FFF2-40B4-BE49-F238E27FC236}">
                  <a16:creationId xmlns:a16="http://schemas.microsoft.com/office/drawing/2014/main" id="{2EB87748-B820-0349-A8AC-FE8BBD55B257}"/>
                </a:ext>
              </a:extLst>
            </p:cNvPr>
            <p:cNvGrpSpPr/>
            <p:nvPr/>
          </p:nvGrpSpPr>
          <p:grpSpPr>
            <a:xfrm>
              <a:off x="8197315" y="5805271"/>
              <a:ext cx="531821" cy="369069"/>
              <a:chOff x="1348328" y="2507397"/>
              <a:chExt cx="603916" cy="419100"/>
            </a:xfrm>
          </p:grpSpPr>
          <p:grpSp>
            <p:nvGrpSpPr>
              <p:cNvPr id="318" name="Group 317">
                <a:extLst>
                  <a:ext uri="{FF2B5EF4-FFF2-40B4-BE49-F238E27FC236}">
                    <a16:creationId xmlns:a16="http://schemas.microsoft.com/office/drawing/2014/main" id="{EB6E4C7D-CDAA-7F47-A797-1E5FB2A80494}"/>
                  </a:ext>
                </a:extLst>
              </p:cNvPr>
              <p:cNvGrpSpPr/>
              <p:nvPr/>
            </p:nvGrpSpPr>
            <p:grpSpPr>
              <a:xfrm>
                <a:off x="1348328" y="2555748"/>
                <a:ext cx="603916" cy="308999"/>
                <a:chOff x="5278570" y="2983486"/>
                <a:chExt cx="501650" cy="233363"/>
              </a:xfrm>
            </p:grpSpPr>
            <p:sp>
              <p:nvSpPr>
                <p:cNvPr id="322" name="Oval 5">
                  <a:extLst>
                    <a:ext uri="{FF2B5EF4-FFF2-40B4-BE49-F238E27FC236}">
                      <a16:creationId xmlns:a16="http://schemas.microsoft.com/office/drawing/2014/main" id="{F9943B67-FB21-3647-869F-669BE6A721C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3" name="Line 6">
                  <a:extLst>
                    <a:ext uri="{FF2B5EF4-FFF2-40B4-BE49-F238E27FC236}">
                      <a16:creationId xmlns:a16="http://schemas.microsoft.com/office/drawing/2014/main" id="{57CCD935-17C4-B04B-B482-9A946E848EC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4" name="Line 7">
                  <a:extLst>
                    <a:ext uri="{FF2B5EF4-FFF2-40B4-BE49-F238E27FC236}">
                      <a16:creationId xmlns:a16="http://schemas.microsoft.com/office/drawing/2014/main" id="{2FE8EAFF-CC53-364C-974F-2F913B960D6B}"/>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5" name="Rectangle 8">
                  <a:extLst>
                    <a:ext uri="{FF2B5EF4-FFF2-40B4-BE49-F238E27FC236}">
                      <a16:creationId xmlns:a16="http://schemas.microsoft.com/office/drawing/2014/main" id="{B25B691E-9E1D-1E4F-9419-9156013814CE}"/>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26" name="Oval 9">
                  <a:extLst>
                    <a:ext uri="{FF2B5EF4-FFF2-40B4-BE49-F238E27FC236}">
                      <a16:creationId xmlns:a16="http://schemas.microsoft.com/office/drawing/2014/main" id="{9CB3B73F-9E39-EC4E-83F7-FBE10697408E}"/>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19" name="Group 44">
                <a:extLst>
                  <a:ext uri="{FF2B5EF4-FFF2-40B4-BE49-F238E27FC236}">
                    <a16:creationId xmlns:a16="http://schemas.microsoft.com/office/drawing/2014/main" id="{0F42679C-ED56-BC45-8C82-597609DBD4D2}"/>
                  </a:ext>
                </a:extLst>
              </p:cNvPr>
              <p:cNvGrpSpPr>
                <a:grpSpLocks/>
              </p:cNvGrpSpPr>
              <p:nvPr/>
            </p:nvGrpSpPr>
            <p:grpSpPr bwMode="auto">
              <a:xfrm>
                <a:off x="1464202" y="2507397"/>
                <a:ext cx="341084" cy="419100"/>
                <a:chOff x="2949" y="2425"/>
                <a:chExt cx="218" cy="264"/>
              </a:xfrm>
            </p:grpSpPr>
            <p:sp>
              <p:nvSpPr>
                <p:cNvPr id="320" name="Rectangle 45">
                  <a:extLst>
                    <a:ext uri="{FF2B5EF4-FFF2-40B4-BE49-F238E27FC236}">
                      <a16:creationId xmlns:a16="http://schemas.microsoft.com/office/drawing/2014/main" id="{CF557465-1C6C-1245-9762-D6D2D9F891F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1" name="Text Box 46">
                  <a:extLst>
                    <a:ext uri="{FF2B5EF4-FFF2-40B4-BE49-F238E27FC236}">
                      <a16:creationId xmlns:a16="http://schemas.microsoft.com/office/drawing/2014/main" id="{CEEF1658-9381-E84D-81A0-1A501484FB8A}"/>
                    </a:ext>
                  </a:extLst>
                </p:cNvPr>
                <p:cNvSpPr txBox="1">
                  <a:spLocks noChangeArrowheads="1"/>
                </p:cNvSpPr>
                <p:nvPr/>
              </p:nvSpPr>
              <p:spPr bwMode="auto">
                <a:xfrm>
                  <a:off x="2949" y="2425"/>
                  <a:ext cx="218"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c</a:t>
                  </a:r>
                  <a:endParaRPr lang="en-US" sz="2000" kern="0" dirty="0">
                    <a:solidFill>
                      <a:srgbClr val="000000"/>
                    </a:solidFill>
                  </a:endParaRPr>
                </a:p>
              </p:txBody>
            </p:sp>
          </p:grpSp>
        </p:grpSp>
      </p:grpSp>
      <p:sp>
        <p:nvSpPr>
          <p:cNvPr id="158" name="TextBox 157">
            <a:extLst>
              <a:ext uri="{FF2B5EF4-FFF2-40B4-BE49-F238E27FC236}">
                <a16:creationId xmlns:a16="http://schemas.microsoft.com/office/drawing/2014/main" id="{B5592DAF-A3B4-9F43-84E1-39575A7F870C}"/>
              </a:ext>
            </a:extLst>
          </p:cNvPr>
          <p:cNvSpPr txBox="1"/>
          <p:nvPr/>
        </p:nvSpPr>
        <p:spPr>
          <a:xfrm flipH="1">
            <a:off x="476445" y="3078991"/>
            <a:ext cx="2195814" cy="2585323"/>
          </a:xfrm>
          <a:prstGeom prst="rect">
            <a:avLst/>
          </a:prstGeom>
          <a:noFill/>
        </p:spPr>
        <p:txBody>
          <a:bodyPr wrap="square" rtlCol="0">
            <a:spAutoFit/>
          </a:bodyPr>
          <a:lstStyle/>
          <a:p>
            <a:pPr>
              <a:lnSpc>
                <a:spcPct val="90000"/>
              </a:lnSpc>
              <a:buClr>
                <a:srgbClr val="0000A8"/>
              </a:buClr>
            </a:pPr>
            <a:r>
              <a:rPr lang="en-US" dirty="0">
                <a:solidFill>
                  <a:prstClr val="black"/>
                </a:solidFill>
              </a:rPr>
              <a:t>All nodes:</a:t>
            </a:r>
          </a:p>
          <a:p>
            <a:pPr marL="174625" indent="-174625">
              <a:lnSpc>
                <a:spcPct val="90000"/>
              </a:lnSpc>
              <a:buClr>
                <a:prstClr val="white">
                  <a:lumMod val="75000"/>
                </a:prstClr>
              </a:buClr>
              <a:buFont typeface="Wingdings" pitchFamily="2" charset="2"/>
              <a:buChar char="§"/>
            </a:pPr>
            <a:r>
              <a:rPr lang="en-US" dirty="0">
                <a:solidFill>
                  <a:prstClr val="white">
                    <a:lumMod val="75000"/>
                  </a:prstClr>
                </a:solidFill>
              </a:rPr>
              <a:t>receive distance vectors from neighbors</a:t>
            </a:r>
          </a:p>
          <a:p>
            <a:pPr marL="174625" indent="-174625">
              <a:lnSpc>
                <a:spcPct val="90000"/>
              </a:lnSpc>
              <a:buClr>
                <a:srgbClr val="0000A8"/>
              </a:buClr>
              <a:buFont typeface="Wingdings" pitchFamily="2" charset="2"/>
              <a:buChar char="§"/>
            </a:pPr>
            <a:r>
              <a:rPr lang="en-US" dirty="0">
                <a:solidFill>
                  <a:prstClr val="black"/>
                </a:solidFill>
              </a:rPr>
              <a:t>compute their new local  distance vector</a:t>
            </a:r>
          </a:p>
          <a:p>
            <a:pPr marL="174625" indent="-174625">
              <a:lnSpc>
                <a:spcPct val="90000"/>
              </a:lnSpc>
              <a:buClr>
                <a:prstClr val="white">
                  <a:lumMod val="75000"/>
                </a:prstClr>
              </a:buClr>
              <a:buFont typeface="Wingdings" pitchFamily="2" charset="2"/>
              <a:buChar char="§"/>
            </a:pPr>
            <a:r>
              <a:rPr lang="en-US" dirty="0">
                <a:solidFill>
                  <a:prstClr val="white">
                    <a:lumMod val="75000"/>
                  </a:prstClr>
                </a:solidFill>
              </a:rPr>
              <a:t>send their new local distance vector to neighbors</a:t>
            </a:r>
          </a:p>
        </p:txBody>
      </p:sp>
      <p:grpSp>
        <p:nvGrpSpPr>
          <p:cNvPr id="159" name="Group 158">
            <a:extLst>
              <a:ext uri="{FF2B5EF4-FFF2-40B4-BE49-F238E27FC236}">
                <a16:creationId xmlns:a16="http://schemas.microsoft.com/office/drawing/2014/main" id="{51D9C22B-8B5F-5C4F-B836-7B225BEBAA34}"/>
              </a:ext>
            </a:extLst>
          </p:cNvPr>
          <p:cNvGrpSpPr/>
          <p:nvPr/>
        </p:nvGrpSpPr>
        <p:grpSpPr>
          <a:xfrm>
            <a:off x="584365" y="1859143"/>
            <a:ext cx="736099" cy="1229581"/>
            <a:chOff x="10030307" y="3444875"/>
            <a:chExt cx="736099" cy="1229581"/>
          </a:xfrm>
        </p:grpSpPr>
        <p:sp>
          <p:nvSpPr>
            <p:cNvPr id="160" name="TextBox 159">
              <a:extLst>
                <a:ext uri="{FF2B5EF4-FFF2-40B4-BE49-F238E27FC236}">
                  <a16:creationId xmlns:a16="http://schemas.microsoft.com/office/drawing/2014/main" id="{8B6727C7-2D65-214B-AC24-3FD638275EC1}"/>
                </a:ext>
              </a:extLst>
            </p:cNvPr>
            <p:cNvSpPr txBox="1"/>
            <p:nvPr/>
          </p:nvSpPr>
          <p:spPr>
            <a:xfrm>
              <a:off x="10030307" y="4089681"/>
              <a:ext cx="736099" cy="584775"/>
            </a:xfrm>
            <a:prstGeom prst="rect">
              <a:avLst/>
            </a:prstGeom>
            <a:noFill/>
          </p:spPr>
          <p:txBody>
            <a:bodyPr wrap="none" rtlCol="0">
              <a:spAutoFit/>
            </a:bodyPr>
            <a:lstStyle/>
            <a:p>
              <a:r>
                <a:rPr lang="en-US" sz="3200" dirty="0">
                  <a:solidFill>
                    <a:prstClr val="black"/>
                  </a:solidFill>
                </a:rPr>
                <a:t>t=2</a:t>
              </a:r>
            </a:p>
          </p:txBody>
        </p:sp>
        <p:grpSp>
          <p:nvGrpSpPr>
            <p:cNvPr id="161" name="Group 160">
              <a:extLst>
                <a:ext uri="{FF2B5EF4-FFF2-40B4-BE49-F238E27FC236}">
                  <a16:creationId xmlns:a16="http://schemas.microsoft.com/office/drawing/2014/main" id="{7CD0CB56-7686-194E-9336-87E7A7D97331}"/>
                </a:ext>
              </a:extLst>
            </p:cNvPr>
            <p:cNvGrpSpPr/>
            <p:nvPr/>
          </p:nvGrpSpPr>
          <p:grpSpPr>
            <a:xfrm>
              <a:off x="10034588" y="3444875"/>
              <a:ext cx="682627" cy="682625"/>
              <a:chOff x="10034588" y="3444875"/>
              <a:chExt cx="682627" cy="682625"/>
            </a:xfrm>
          </p:grpSpPr>
          <p:sp>
            <p:nvSpPr>
              <p:cNvPr id="162" name="Oval 161">
                <a:extLst>
                  <a:ext uri="{FF2B5EF4-FFF2-40B4-BE49-F238E27FC236}">
                    <a16:creationId xmlns:a16="http://schemas.microsoft.com/office/drawing/2014/main" id="{C4B2CF33-A55A-7045-88D1-AF4148705A10}"/>
                  </a:ext>
                </a:extLst>
              </p:cNvPr>
              <p:cNvSpPr/>
              <p:nvPr/>
            </p:nvSpPr>
            <p:spPr>
              <a:xfrm>
                <a:off x="10039551" y="3449256"/>
                <a:ext cx="671332" cy="671332"/>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163" name="Straight Connector 162">
                <a:extLst>
                  <a:ext uri="{FF2B5EF4-FFF2-40B4-BE49-F238E27FC236}">
                    <a16:creationId xmlns:a16="http://schemas.microsoft.com/office/drawing/2014/main" id="{71D12050-6F8E-D441-9EB3-D43C862E2FF7}"/>
                  </a:ext>
                </a:extLst>
              </p:cNvPr>
              <p:cNvCxnSpPr/>
              <p:nvPr/>
            </p:nvCxnSpPr>
            <p:spPr>
              <a:xfrm>
                <a:off x="10372725" y="34448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9039BE19-8C89-2249-9429-12D66FAF87EA}"/>
                  </a:ext>
                </a:extLst>
              </p:cNvPr>
              <p:cNvCxnSpPr/>
              <p:nvPr/>
            </p:nvCxnSpPr>
            <p:spPr>
              <a:xfrm>
                <a:off x="10372725" y="40671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E88497C8-6A73-4341-AC9C-EB6512208F74}"/>
                  </a:ext>
                </a:extLst>
              </p:cNvPr>
              <p:cNvCxnSpPr>
                <a:cxnSpLocks/>
              </p:cNvCxnSpPr>
              <p:nvPr/>
            </p:nvCxnSpPr>
            <p:spPr>
              <a:xfrm rot="16200000">
                <a:off x="10064751"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9E4797E5-1D6F-BE4B-A4F2-9F8C5FC9970D}"/>
                  </a:ext>
                </a:extLst>
              </p:cNvPr>
              <p:cNvCxnSpPr>
                <a:cxnSpLocks/>
              </p:cNvCxnSpPr>
              <p:nvPr/>
            </p:nvCxnSpPr>
            <p:spPr>
              <a:xfrm rot="16200000">
                <a:off x="10687053"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A5E708AC-BFD0-124E-B7DC-30966CA8590E}"/>
                  </a:ext>
                </a:extLst>
              </p:cNvPr>
              <p:cNvCxnSpPr>
                <a:cxnSpLocks/>
              </p:cNvCxnSpPr>
              <p:nvPr/>
            </p:nvCxnSpPr>
            <p:spPr>
              <a:xfrm>
                <a:off x="10523542" y="40370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6DFE5143-74BA-6D49-9376-30F7E9D09956}"/>
                  </a:ext>
                </a:extLst>
              </p:cNvPr>
              <p:cNvCxnSpPr>
                <a:cxnSpLocks/>
              </p:cNvCxnSpPr>
              <p:nvPr/>
            </p:nvCxnSpPr>
            <p:spPr>
              <a:xfrm>
                <a:off x="10202867" y="34909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6B211398-DB9E-FC45-8FDC-6F0E1B1A67F5}"/>
                  </a:ext>
                </a:extLst>
              </p:cNvPr>
              <p:cNvCxnSpPr>
                <a:cxnSpLocks/>
              </p:cNvCxnSpPr>
              <p:nvPr/>
            </p:nvCxnSpPr>
            <p:spPr>
              <a:xfrm flipH="1">
                <a:off x="10196517" y="40338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BF9AF430-A741-DC49-89C7-CC090ABEF1B3}"/>
                  </a:ext>
                </a:extLst>
              </p:cNvPr>
              <p:cNvCxnSpPr>
                <a:cxnSpLocks/>
              </p:cNvCxnSpPr>
              <p:nvPr/>
            </p:nvCxnSpPr>
            <p:spPr>
              <a:xfrm flipH="1">
                <a:off x="10517192" y="34877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EE082992-203D-C64B-9E89-DB664E573851}"/>
                  </a:ext>
                </a:extLst>
              </p:cNvPr>
              <p:cNvCxnSpPr>
                <a:cxnSpLocks/>
              </p:cNvCxnSpPr>
              <p:nvPr/>
            </p:nvCxnSpPr>
            <p:spPr>
              <a:xfrm flipH="1">
                <a:off x="10631493" y="36115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03B2445A-DC24-3247-8057-F3854B08E81A}"/>
                  </a:ext>
                </a:extLst>
              </p:cNvPr>
              <p:cNvCxnSpPr>
                <a:cxnSpLocks/>
              </p:cNvCxnSpPr>
              <p:nvPr/>
            </p:nvCxnSpPr>
            <p:spPr>
              <a:xfrm flipH="1">
                <a:off x="10085393" y="39290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DFE122BB-AC85-9446-ACDF-58E64316BE8D}"/>
                  </a:ext>
                </a:extLst>
              </p:cNvPr>
              <p:cNvCxnSpPr>
                <a:cxnSpLocks/>
              </p:cNvCxnSpPr>
              <p:nvPr/>
            </p:nvCxnSpPr>
            <p:spPr>
              <a:xfrm flipH="1" flipV="1">
                <a:off x="10094918" y="36147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B8F11881-407E-8D46-A809-9BB9CFD37039}"/>
                  </a:ext>
                </a:extLst>
              </p:cNvPr>
              <p:cNvCxnSpPr>
                <a:cxnSpLocks/>
              </p:cNvCxnSpPr>
              <p:nvPr/>
            </p:nvCxnSpPr>
            <p:spPr>
              <a:xfrm flipH="1" flipV="1">
                <a:off x="10631493" y="39322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175" name="Oval 174">
                <a:extLst>
                  <a:ext uri="{FF2B5EF4-FFF2-40B4-BE49-F238E27FC236}">
                    <a16:creationId xmlns:a16="http://schemas.microsoft.com/office/drawing/2014/main" id="{4FEE74AE-C9E3-9243-8316-465947D1AAB3}"/>
                  </a:ext>
                </a:extLst>
              </p:cNvPr>
              <p:cNvSpPr/>
              <p:nvPr/>
            </p:nvSpPr>
            <p:spPr>
              <a:xfrm>
                <a:off x="10331450" y="3743325"/>
                <a:ext cx="82550" cy="87136"/>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grpSp>
        <p:nvGrpSpPr>
          <p:cNvPr id="3" name="Group 2">
            <a:extLst>
              <a:ext uri="{FF2B5EF4-FFF2-40B4-BE49-F238E27FC236}">
                <a16:creationId xmlns:a16="http://schemas.microsoft.com/office/drawing/2014/main" id="{BE3B24DF-00CD-F548-AD9E-519F13CEFE2A}"/>
              </a:ext>
            </a:extLst>
          </p:cNvPr>
          <p:cNvGrpSpPr/>
          <p:nvPr/>
        </p:nvGrpSpPr>
        <p:grpSpPr>
          <a:xfrm>
            <a:off x="4041058" y="1582994"/>
            <a:ext cx="5089626" cy="4955455"/>
            <a:chOff x="3982064" y="1612491"/>
            <a:chExt cx="5089626" cy="4955455"/>
          </a:xfrm>
        </p:grpSpPr>
        <p:grpSp>
          <p:nvGrpSpPr>
            <p:cNvPr id="7" name="Group 6">
              <a:extLst>
                <a:ext uri="{FF2B5EF4-FFF2-40B4-BE49-F238E27FC236}">
                  <a16:creationId xmlns:a16="http://schemas.microsoft.com/office/drawing/2014/main" id="{4AA8C641-B239-B74E-A56A-6FC17DD05F53}"/>
                </a:ext>
              </a:extLst>
            </p:cNvPr>
            <p:cNvGrpSpPr/>
            <p:nvPr/>
          </p:nvGrpSpPr>
          <p:grpSpPr>
            <a:xfrm>
              <a:off x="4011560" y="1641985"/>
              <a:ext cx="1196054" cy="1022555"/>
              <a:chOff x="9655277" y="2349909"/>
              <a:chExt cx="1196054" cy="1022555"/>
            </a:xfrm>
          </p:grpSpPr>
          <p:sp>
            <p:nvSpPr>
              <p:cNvPr id="4" name="Freeform 3">
                <a:extLst>
                  <a:ext uri="{FF2B5EF4-FFF2-40B4-BE49-F238E27FC236}">
                    <a16:creationId xmlns:a16="http://schemas.microsoft.com/office/drawing/2014/main" id="{00707AC5-49E7-AE40-8A46-1ACEF91E823B}"/>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6" name="TextBox 5">
                <a:extLst>
                  <a:ext uri="{FF2B5EF4-FFF2-40B4-BE49-F238E27FC236}">
                    <a16:creationId xmlns:a16="http://schemas.microsoft.com/office/drawing/2014/main" id="{95C2C0DC-E6A2-784B-8032-7F8C86E35889}"/>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157" name="Group 156">
              <a:extLst>
                <a:ext uri="{FF2B5EF4-FFF2-40B4-BE49-F238E27FC236}">
                  <a16:creationId xmlns:a16="http://schemas.microsoft.com/office/drawing/2014/main" id="{34F33CFE-B17F-9D43-BD1A-F46BCD176DD6}"/>
                </a:ext>
              </a:extLst>
            </p:cNvPr>
            <p:cNvGrpSpPr/>
            <p:nvPr/>
          </p:nvGrpSpPr>
          <p:grpSpPr>
            <a:xfrm>
              <a:off x="5943598" y="1627238"/>
              <a:ext cx="1196054" cy="1022555"/>
              <a:chOff x="9655277" y="2349909"/>
              <a:chExt cx="1196054" cy="1022555"/>
            </a:xfrm>
          </p:grpSpPr>
          <p:sp>
            <p:nvSpPr>
              <p:cNvPr id="177" name="Freeform 176">
                <a:extLst>
                  <a:ext uri="{FF2B5EF4-FFF2-40B4-BE49-F238E27FC236}">
                    <a16:creationId xmlns:a16="http://schemas.microsoft.com/office/drawing/2014/main" id="{F0BEA684-9A42-E94C-B2D5-EDC1A1F2EF20}"/>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78" name="TextBox 177">
                <a:extLst>
                  <a:ext uri="{FF2B5EF4-FFF2-40B4-BE49-F238E27FC236}">
                    <a16:creationId xmlns:a16="http://schemas.microsoft.com/office/drawing/2014/main" id="{2F8ED3B6-87B0-574A-9DA5-A41BD73B3CF5}"/>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179" name="Group 178">
              <a:extLst>
                <a:ext uri="{FF2B5EF4-FFF2-40B4-BE49-F238E27FC236}">
                  <a16:creationId xmlns:a16="http://schemas.microsoft.com/office/drawing/2014/main" id="{9A4B8D63-0904-2145-8F9E-1FEF70C7AF9F}"/>
                </a:ext>
              </a:extLst>
            </p:cNvPr>
            <p:cNvGrpSpPr/>
            <p:nvPr/>
          </p:nvGrpSpPr>
          <p:grpSpPr>
            <a:xfrm>
              <a:off x="7875636" y="1612491"/>
              <a:ext cx="1196054" cy="1022555"/>
              <a:chOff x="9655277" y="2349909"/>
              <a:chExt cx="1196054" cy="1022555"/>
            </a:xfrm>
          </p:grpSpPr>
          <p:sp>
            <p:nvSpPr>
              <p:cNvPr id="180" name="Freeform 179">
                <a:extLst>
                  <a:ext uri="{FF2B5EF4-FFF2-40B4-BE49-F238E27FC236}">
                    <a16:creationId xmlns:a16="http://schemas.microsoft.com/office/drawing/2014/main" id="{EC6C0209-ECBD-E24C-AA45-744B932DC114}"/>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81" name="TextBox 180">
                <a:extLst>
                  <a:ext uri="{FF2B5EF4-FFF2-40B4-BE49-F238E27FC236}">
                    <a16:creationId xmlns:a16="http://schemas.microsoft.com/office/drawing/2014/main" id="{31B9CF9C-B04D-5A4F-AC32-278B0ED42F01}"/>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182" name="Group 181">
              <a:extLst>
                <a:ext uri="{FF2B5EF4-FFF2-40B4-BE49-F238E27FC236}">
                  <a16:creationId xmlns:a16="http://schemas.microsoft.com/office/drawing/2014/main" id="{EC02EBAB-7E8B-8144-9064-B32C5427DBD9}"/>
                </a:ext>
              </a:extLst>
            </p:cNvPr>
            <p:cNvGrpSpPr/>
            <p:nvPr/>
          </p:nvGrpSpPr>
          <p:grpSpPr>
            <a:xfrm>
              <a:off x="3996812" y="3593688"/>
              <a:ext cx="1196054" cy="1022555"/>
              <a:chOff x="9655277" y="2349909"/>
              <a:chExt cx="1196054" cy="1022555"/>
            </a:xfrm>
          </p:grpSpPr>
          <p:sp>
            <p:nvSpPr>
              <p:cNvPr id="183" name="Freeform 182">
                <a:extLst>
                  <a:ext uri="{FF2B5EF4-FFF2-40B4-BE49-F238E27FC236}">
                    <a16:creationId xmlns:a16="http://schemas.microsoft.com/office/drawing/2014/main" id="{4F8E9313-A12A-3849-B12A-1BC5C1A36AF0}"/>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14" name="TextBox 213">
                <a:extLst>
                  <a:ext uri="{FF2B5EF4-FFF2-40B4-BE49-F238E27FC236}">
                    <a16:creationId xmlns:a16="http://schemas.microsoft.com/office/drawing/2014/main" id="{CA0F4249-5B41-3D48-9023-8757509C8B58}"/>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220" name="Group 219">
              <a:extLst>
                <a:ext uri="{FF2B5EF4-FFF2-40B4-BE49-F238E27FC236}">
                  <a16:creationId xmlns:a16="http://schemas.microsoft.com/office/drawing/2014/main" id="{B89D7B16-224E-0545-AAE5-58B841BB7F79}"/>
                </a:ext>
              </a:extLst>
            </p:cNvPr>
            <p:cNvGrpSpPr/>
            <p:nvPr/>
          </p:nvGrpSpPr>
          <p:grpSpPr>
            <a:xfrm>
              <a:off x="5928850" y="3578941"/>
              <a:ext cx="1196054" cy="1022555"/>
              <a:chOff x="9655277" y="2349909"/>
              <a:chExt cx="1196054" cy="1022555"/>
            </a:xfrm>
          </p:grpSpPr>
          <p:sp>
            <p:nvSpPr>
              <p:cNvPr id="227" name="Freeform 226">
                <a:extLst>
                  <a:ext uri="{FF2B5EF4-FFF2-40B4-BE49-F238E27FC236}">
                    <a16:creationId xmlns:a16="http://schemas.microsoft.com/office/drawing/2014/main" id="{C98EEB01-D57D-DF44-921F-DE4A3FCEA6FF}"/>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28" name="TextBox 227">
                <a:extLst>
                  <a:ext uri="{FF2B5EF4-FFF2-40B4-BE49-F238E27FC236}">
                    <a16:creationId xmlns:a16="http://schemas.microsoft.com/office/drawing/2014/main" id="{A6BE9F63-A36F-B842-81EA-382F13B1F7EE}"/>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229" name="Group 228">
              <a:extLst>
                <a:ext uri="{FF2B5EF4-FFF2-40B4-BE49-F238E27FC236}">
                  <a16:creationId xmlns:a16="http://schemas.microsoft.com/office/drawing/2014/main" id="{D9355008-5692-5045-9867-573B61A6287F}"/>
                </a:ext>
              </a:extLst>
            </p:cNvPr>
            <p:cNvGrpSpPr/>
            <p:nvPr/>
          </p:nvGrpSpPr>
          <p:grpSpPr>
            <a:xfrm>
              <a:off x="7860888" y="3564194"/>
              <a:ext cx="1196054" cy="1022555"/>
              <a:chOff x="9655277" y="2349909"/>
              <a:chExt cx="1196054" cy="1022555"/>
            </a:xfrm>
          </p:grpSpPr>
          <p:sp>
            <p:nvSpPr>
              <p:cNvPr id="230" name="Freeform 229">
                <a:extLst>
                  <a:ext uri="{FF2B5EF4-FFF2-40B4-BE49-F238E27FC236}">
                    <a16:creationId xmlns:a16="http://schemas.microsoft.com/office/drawing/2014/main" id="{FB50278F-0DAA-BE47-BF4C-10BB64655FD9}"/>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31" name="TextBox 230">
                <a:extLst>
                  <a:ext uri="{FF2B5EF4-FFF2-40B4-BE49-F238E27FC236}">
                    <a16:creationId xmlns:a16="http://schemas.microsoft.com/office/drawing/2014/main" id="{D80FE26B-BC39-3840-8971-AC80538B679B}"/>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232" name="Group 231">
              <a:extLst>
                <a:ext uri="{FF2B5EF4-FFF2-40B4-BE49-F238E27FC236}">
                  <a16:creationId xmlns:a16="http://schemas.microsoft.com/office/drawing/2014/main" id="{8919850D-033C-884C-874D-578D6BEF54D6}"/>
                </a:ext>
              </a:extLst>
            </p:cNvPr>
            <p:cNvGrpSpPr/>
            <p:nvPr/>
          </p:nvGrpSpPr>
          <p:grpSpPr>
            <a:xfrm>
              <a:off x="3982064" y="5545391"/>
              <a:ext cx="1196054" cy="1022555"/>
              <a:chOff x="9655277" y="2349909"/>
              <a:chExt cx="1196054" cy="1022555"/>
            </a:xfrm>
          </p:grpSpPr>
          <p:sp>
            <p:nvSpPr>
              <p:cNvPr id="233" name="Freeform 232">
                <a:extLst>
                  <a:ext uri="{FF2B5EF4-FFF2-40B4-BE49-F238E27FC236}">
                    <a16:creationId xmlns:a16="http://schemas.microsoft.com/office/drawing/2014/main" id="{A58AC890-F958-6645-870D-1AB87CB3F2A4}"/>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34" name="TextBox 233">
                <a:extLst>
                  <a:ext uri="{FF2B5EF4-FFF2-40B4-BE49-F238E27FC236}">
                    <a16:creationId xmlns:a16="http://schemas.microsoft.com/office/drawing/2014/main" id="{F91239F9-821D-324E-AED8-FC0DBAC8E537}"/>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235" name="Group 234">
              <a:extLst>
                <a:ext uri="{FF2B5EF4-FFF2-40B4-BE49-F238E27FC236}">
                  <a16:creationId xmlns:a16="http://schemas.microsoft.com/office/drawing/2014/main" id="{4D851E35-9983-2647-8751-B14388AB0989}"/>
                </a:ext>
              </a:extLst>
            </p:cNvPr>
            <p:cNvGrpSpPr/>
            <p:nvPr/>
          </p:nvGrpSpPr>
          <p:grpSpPr>
            <a:xfrm>
              <a:off x="5914102" y="5530644"/>
              <a:ext cx="1196054" cy="1022555"/>
              <a:chOff x="9655277" y="2349909"/>
              <a:chExt cx="1196054" cy="1022555"/>
            </a:xfrm>
          </p:grpSpPr>
          <p:sp>
            <p:nvSpPr>
              <p:cNvPr id="236" name="Freeform 235">
                <a:extLst>
                  <a:ext uri="{FF2B5EF4-FFF2-40B4-BE49-F238E27FC236}">
                    <a16:creationId xmlns:a16="http://schemas.microsoft.com/office/drawing/2014/main" id="{B0E043AA-70A2-8045-AEF2-608FF9160AEF}"/>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37" name="TextBox 236">
                <a:extLst>
                  <a:ext uri="{FF2B5EF4-FFF2-40B4-BE49-F238E27FC236}">
                    <a16:creationId xmlns:a16="http://schemas.microsoft.com/office/drawing/2014/main" id="{E0712C29-CD00-4544-87CB-605AB5CBBE08}"/>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238" name="Group 237">
              <a:extLst>
                <a:ext uri="{FF2B5EF4-FFF2-40B4-BE49-F238E27FC236}">
                  <a16:creationId xmlns:a16="http://schemas.microsoft.com/office/drawing/2014/main" id="{031F5E61-5B07-8C41-A704-C2A49253CC50}"/>
                </a:ext>
              </a:extLst>
            </p:cNvPr>
            <p:cNvGrpSpPr/>
            <p:nvPr/>
          </p:nvGrpSpPr>
          <p:grpSpPr>
            <a:xfrm>
              <a:off x="7846140" y="5515897"/>
              <a:ext cx="1196054" cy="1022555"/>
              <a:chOff x="9655277" y="2349909"/>
              <a:chExt cx="1196054" cy="1022555"/>
            </a:xfrm>
          </p:grpSpPr>
          <p:sp>
            <p:nvSpPr>
              <p:cNvPr id="239" name="Freeform 238">
                <a:extLst>
                  <a:ext uri="{FF2B5EF4-FFF2-40B4-BE49-F238E27FC236}">
                    <a16:creationId xmlns:a16="http://schemas.microsoft.com/office/drawing/2014/main" id="{B72B4351-32EB-1245-8CF3-9F678CEC542B}"/>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40" name="TextBox 239">
                <a:extLst>
                  <a:ext uri="{FF2B5EF4-FFF2-40B4-BE49-F238E27FC236}">
                    <a16:creationId xmlns:a16="http://schemas.microsoft.com/office/drawing/2014/main" id="{2D65D50F-2DBC-ED46-BC08-037761F3504F}"/>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cxnSp>
        <p:nvCxnSpPr>
          <p:cNvPr id="241" name="Straight Connector 240">
            <a:extLst>
              <a:ext uri="{FF2B5EF4-FFF2-40B4-BE49-F238E27FC236}">
                <a16:creationId xmlns:a16="http://schemas.microsoft.com/office/drawing/2014/main" id="{B38AD34A-F832-BE4A-A882-9D9F4CB12C05}"/>
              </a:ext>
            </a:extLst>
          </p:cNvPr>
          <p:cNvCxnSpPr>
            <a:cxnSpLocks/>
          </p:cNvCxnSpPr>
          <p:nvPr/>
        </p:nvCxnSpPr>
        <p:spPr>
          <a:xfrm flipH="1">
            <a:off x="919556" y="2070953"/>
            <a:ext cx="240612" cy="121026"/>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665008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2B9189-7CDF-0741-9858-A79357149B7C}"/>
              </a:ext>
            </a:extLst>
          </p:cNvPr>
          <p:cNvSpPr>
            <a:spLocks noGrp="1"/>
          </p:cNvSpPr>
          <p:nvPr>
            <p:ph type="title"/>
          </p:nvPr>
        </p:nvSpPr>
        <p:spPr>
          <a:xfrm>
            <a:off x="826625" y="174028"/>
            <a:ext cx="10515600" cy="894622"/>
          </a:xfrm>
        </p:spPr>
        <p:txBody>
          <a:bodyPr/>
          <a:lstStyle/>
          <a:p>
            <a:r>
              <a:rPr lang="en-US" dirty="0"/>
              <a:t>Distance vector example: </a:t>
            </a:r>
            <a:r>
              <a:rPr lang="en-US" dirty="0">
                <a:solidFill>
                  <a:srgbClr val="0000A8"/>
                </a:solidFill>
              </a:rPr>
              <a:t>iteration</a:t>
            </a:r>
            <a:endParaRPr lang="en-US" dirty="0"/>
          </a:p>
        </p:txBody>
      </p:sp>
      <p:sp>
        <p:nvSpPr>
          <p:cNvPr id="5" name="Slide Number Placeholder 4">
            <a:extLst>
              <a:ext uri="{FF2B5EF4-FFF2-40B4-BE49-F238E27FC236}">
                <a16:creationId xmlns:a16="http://schemas.microsoft.com/office/drawing/2014/main" id="{98E05715-B0AC-CF47-B242-18018B71339C}"/>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58</a:t>
            </a:fld>
            <a:endParaRPr lang="en-US" dirty="0">
              <a:solidFill>
                <a:prstClr val="white">
                  <a:lumMod val="50000"/>
                </a:prstClr>
              </a:solidFill>
            </a:endParaRPr>
          </a:p>
        </p:txBody>
      </p:sp>
      <p:cxnSp>
        <p:nvCxnSpPr>
          <p:cNvPr id="82" name="Straight Connector 81">
            <a:extLst>
              <a:ext uri="{FF2B5EF4-FFF2-40B4-BE49-F238E27FC236}">
                <a16:creationId xmlns:a16="http://schemas.microsoft.com/office/drawing/2014/main" id="{374B35E8-95B6-B946-8240-59B747B607B3}"/>
              </a:ext>
            </a:extLst>
          </p:cNvPr>
          <p:cNvCxnSpPr>
            <a:cxnSpLocks/>
            <a:stCxn id="76" idx="2"/>
            <a:endCxn id="76" idx="0"/>
          </p:cNvCxnSpPr>
          <p:nvPr/>
        </p:nvCxnSpPr>
        <p:spPr>
          <a:xfrm flipV="1">
            <a:off x="6530326" y="2129120"/>
            <a:ext cx="0" cy="38631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DE34EA38-AB93-704A-ACF2-764D62663226}"/>
              </a:ext>
            </a:extLst>
          </p:cNvPr>
          <p:cNvCxnSpPr>
            <a:cxnSpLocks/>
            <a:stCxn id="76" idx="1"/>
            <a:endCxn id="76" idx="3"/>
          </p:cNvCxnSpPr>
          <p:nvPr/>
        </p:nvCxnSpPr>
        <p:spPr>
          <a:xfrm>
            <a:off x="4598770" y="4060675"/>
            <a:ext cx="386311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Rectangle 75">
            <a:extLst>
              <a:ext uri="{FF2B5EF4-FFF2-40B4-BE49-F238E27FC236}">
                <a16:creationId xmlns:a16="http://schemas.microsoft.com/office/drawing/2014/main" id="{A169888C-5E10-3E40-BC1D-A5D0DB850712}"/>
              </a:ext>
            </a:extLst>
          </p:cNvPr>
          <p:cNvSpPr/>
          <p:nvPr/>
        </p:nvSpPr>
        <p:spPr>
          <a:xfrm>
            <a:off x="4598770" y="2129120"/>
            <a:ext cx="3863111" cy="3863111"/>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sp>
        <p:nvSpPr>
          <p:cNvPr id="150" name="Rectangle 149">
            <a:extLst>
              <a:ext uri="{FF2B5EF4-FFF2-40B4-BE49-F238E27FC236}">
                <a16:creationId xmlns:a16="http://schemas.microsoft.com/office/drawing/2014/main" id="{CB39BACF-E4D1-6641-8B8C-0274EDEFA113}"/>
              </a:ext>
            </a:extLst>
          </p:cNvPr>
          <p:cNvSpPr/>
          <p:nvPr/>
        </p:nvSpPr>
        <p:spPr>
          <a:xfrm>
            <a:off x="8380337" y="2200470"/>
            <a:ext cx="132508" cy="185510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grpSp>
        <p:nvGrpSpPr>
          <p:cNvPr id="1034" name="Group 1033">
            <a:extLst>
              <a:ext uri="{FF2B5EF4-FFF2-40B4-BE49-F238E27FC236}">
                <a16:creationId xmlns:a16="http://schemas.microsoft.com/office/drawing/2014/main" id="{B4BFA757-E5EA-9A42-8A16-AA2091E708C8}"/>
              </a:ext>
            </a:extLst>
          </p:cNvPr>
          <p:cNvGrpSpPr/>
          <p:nvPr/>
        </p:nvGrpSpPr>
        <p:grpSpPr>
          <a:xfrm>
            <a:off x="4333785" y="5772213"/>
            <a:ext cx="4395351" cy="404576"/>
            <a:chOff x="4333785" y="5772213"/>
            <a:chExt cx="4395351" cy="404576"/>
          </a:xfrm>
        </p:grpSpPr>
        <p:grpSp>
          <p:nvGrpSpPr>
            <p:cNvPr id="184" name="Group 183">
              <a:extLst>
                <a:ext uri="{FF2B5EF4-FFF2-40B4-BE49-F238E27FC236}">
                  <a16:creationId xmlns:a16="http://schemas.microsoft.com/office/drawing/2014/main" id="{600795BD-C1B6-1748-B28A-001A8505BE86}"/>
                </a:ext>
              </a:extLst>
            </p:cNvPr>
            <p:cNvGrpSpPr/>
            <p:nvPr/>
          </p:nvGrpSpPr>
          <p:grpSpPr>
            <a:xfrm>
              <a:off x="4333785" y="5772213"/>
              <a:ext cx="531821" cy="369069"/>
              <a:chOff x="1348328" y="2475647"/>
              <a:chExt cx="603916" cy="419100"/>
            </a:xfrm>
          </p:grpSpPr>
          <p:grpSp>
            <p:nvGrpSpPr>
              <p:cNvPr id="205" name="Group 204">
                <a:extLst>
                  <a:ext uri="{FF2B5EF4-FFF2-40B4-BE49-F238E27FC236}">
                    <a16:creationId xmlns:a16="http://schemas.microsoft.com/office/drawing/2014/main" id="{CE81AFB3-2346-434C-A463-93F9C295562A}"/>
                  </a:ext>
                </a:extLst>
              </p:cNvPr>
              <p:cNvGrpSpPr/>
              <p:nvPr/>
            </p:nvGrpSpPr>
            <p:grpSpPr>
              <a:xfrm>
                <a:off x="1348328" y="2555748"/>
                <a:ext cx="603916" cy="308999"/>
                <a:chOff x="5278570" y="2983486"/>
                <a:chExt cx="501650" cy="233363"/>
              </a:xfrm>
            </p:grpSpPr>
            <p:sp>
              <p:nvSpPr>
                <p:cNvPr id="209" name="Oval 5">
                  <a:extLst>
                    <a:ext uri="{FF2B5EF4-FFF2-40B4-BE49-F238E27FC236}">
                      <a16:creationId xmlns:a16="http://schemas.microsoft.com/office/drawing/2014/main" id="{7918ED2E-E380-6C4E-86AA-0BF9D7614418}"/>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0" name="Line 6">
                  <a:extLst>
                    <a:ext uri="{FF2B5EF4-FFF2-40B4-BE49-F238E27FC236}">
                      <a16:creationId xmlns:a16="http://schemas.microsoft.com/office/drawing/2014/main" id="{45F96407-8127-654C-9C52-5B6269075623}"/>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1" name="Line 7">
                  <a:extLst>
                    <a:ext uri="{FF2B5EF4-FFF2-40B4-BE49-F238E27FC236}">
                      <a16:creationId xmlns:a16="http://schemas.microsoft.com/office/drawing/2014/main" id="{F1C01DA2-272A-CD4F-87F1-779C30F35559}"/>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2" name="Rectangle 8">
                  <a:extLst>
                    <a:ext uri="{FF2B5EF4-FFF2-40B4-BE49-F238E27FC236}">
                      <a16:creationId xmlns:a16="http://schemas.microsoft.com/office/drawing/2014/main" id="{7969C970-9697-A847-B375-82D629934D59}"/>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13" name="Oval 9">
                  <a:extLst>
                    <a:ext uri="{FF2B5EF4-FFF2-40B4-BE49-F238E27FC236}">
                      <a16:creationId xmlns:a16="http://schemas.microsoft.com/office/drawing/2014/main" id="{F8D02D26-0EA1-FD40-AD1F-E4E8635F47CA}"/>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06" name="Group 44">
                <a:extLst>
                  <a:ext uri="{FF2B5EF4-FFF2-40B4-BE49-F238E27FC236}">
                    <a16:creationId xmlns:a16="http://schemas.microsoft.com/office/drawing/2014/main" id="{02C0B744-445A-A04E-812A-2D60476C1521}"/>
                  </a:ext>
                </a:extLst>
              </p:cNvPr>
              <p:cNvGrpSpPr>
                <a:grpSpLocks/>
              </p:cNvGrpSpPr>
              <p:nvPr/>
            </p:nvGrpSpPr>
            <p:grpSpPr bwMode="auto">
              <a:xfrm>
                <a:off x="1456374" y="2475647"/>
                <a:ext cx="355165" cy="419100"/>
                <a:chOff x="2944" y="2405"/>
                <a:chExt cx="227" cy="264"/>
              </a:xfrm>
            </p:grpSpPr>
            <p:sp>
              <p:nvSpPr>
                <p:cNvPr id="207" name="Rectangle 45">
                  <a:extLst>
                    <a:ext uri="{FF2B5EF4-FFF2-40B4-BE49-F238E27FC236}">
                      <a16:creationId xmlns:a16="http://schemas.microsoft.com/office/drawing/2014/main" id="{83E6E4B2-940F-B749-91D8-19B033341D50}"/>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8" name="Text Box 46">
                  <a:extLst>
                    <a:ext uri="{FF2B5EF4-FFF2-40B4-BE49-F238E27FC236}">
                      <a16:creationId xmlns:a16="http://schemas.microsoft.com/office/drawing/2014/main" id="{16D546E0-A23E-174D-8F0D-BFB691AF1D6C}"/>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g</a:t>
                  </a:r>
                  <a:endParaRPr lang="en-US" sz="2000" kern="0" dirty="0">
                    <a:solidFill>
                      <a:srgbClr val="000000"/>
                    </a:solidFill>
                  </a:endParaRPr>
                </a:p>
              </p:txBody>
            </p:sp>
          </p:grpSp>
        </p:grpSp>
        <p:grpSp>
          <p:nvGrpSpPr>
            <p:cNvPr id="185" name="Group 184">
              <a:extLst>
                <a:ext uri="{FF2B5EF4-FFF2-40B4-BE49-F238E27FC236}">
                  <a16:creationId xmlns:a16="http://schemas.microsoft.com/office/drawing/2014/main" id="{34A0F8A7-FCD0-9A45-80B9-24CC78B561FE}"/>
                </a:ext>
              </a:extLst>
            </p:cNvPr>
            <p:cNvGrpSpPr/>
            <p:nvPr/>
          </p:nvGrpSpPr>
          <p:grpSpPr>
            <a:xfrm>
              <a:off x="6263949" y="5807720"/>
              <a:ext cx="531821" cy="369069"/>
              <a:chOff x="1348328" y="2507397"/>
              <a:chExt cx="603916" cy="419100"/>
            </a:xfrm>
          </p:grpSpPr>
          <p:grpSp>
            <p:nvGrpSpPr>
              <p:cNvPr id="196" name="Group 195">
                <a:extLst>
                  <a:ext uri="{FF2B5EF4-FFF2-40B4-BE49-F238E27FC236}">
                    <a16:creationId xmlns:a16="http://schemas.microsoft.com/office/drawing/2014/main" id="{18AECA76-7F06-F84A-928B-C13839D9F43F}"/>
                  </a:ext>
                </a:extLst>
              </p:cNvPr>
              <p:cNvGrpSpPr/>
              <p:nvPr/>
            </p:nvGrpSpPr>
            <p:grpSpPr>
              <a:xfrm>
                <a:off x="1348328" y="2555748"/>
                <a:ext cx="603916" cy="308999"/>
                <a:chOff x="5278570" y="2983486"/>
                <a:chExt cx="501650" cy="233363"/>
              </a:xfrm>
            </p:grpSpPr>
            <p:sp>
              <p:nvSpPr>
                <p:cNvPr id="200" name="Oval 5">
                  <a:extLst>
                    <a:ext uri="{FF2B5EF4-FFF2-40B4-BE49-F238E27FC236}">
                      <a16:creationId xmlns:a16="http://schemas.microsoft.com/office/drawing/2014/main" id="{04917013-CC10-D043-8A71-34F24813049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1" name="Line 6">
                  <a:extLst>
                    <a:ext uri="{FF2B5EF4-FFF2-40B4-BE49-F238E27FC236}">
                      <a16:creationId xmlns:a16="http://schemas.microsoft.com/office/drawing/2014/main" id="{7E7DEF49-D295-8547-9FE7-8CBB42CEB81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2" name="Line 7">
                  <a:extLst>
                    <a:ext uri="{FF2B5EF4-FFF2-40B4-BE49-F238E27FC236}">
                      <a16:creationId xmlns:a16="http://schemas.microsoft.com/office/drawing/2014/main" id="{5633B25D-6786-5A4A-A44E-E4A1EE3575B2}"/>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3" name="Rectangle 8">
                  <a:extLst>
                    <a:ext uri="{FF2B5EF4-FFF2-40B4-BE49-F238E27FC236}">
                      <a16:creationId xmlns:a16="http://schemas.microsoft.com/office/drawing/2014/main" id="{968E012E-E513-8340-9324-11A79B223E28}"/>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04" name="Oval 9">
                  <a:extLst>
                    <a:ext uri="{FF2B5EF4-FFF2-40B4-BE49-F238E27FC236}">
                      <a16:creationId xmlns:a16="http://schemas.microsoft.com/office/drawing/2014/main" id="{7AFB2A7E-90B7-454F-BABB-E2A39AC7C95C}"/>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97" name="Group 44">
                <a:extLst>
                  <a:ext uri="{FF2B5EF4-FFF2-40B4-BE49-F238E27FC236}">
                    <a16:creationId xmlns:a16="http://schemas.microsoft.com/office/drawing/2014/main" id="{5567606D-D82D-2A4D-A3C8-A7D0703B3CC5}"/>
                  </a:ext>
                </a:extLst>
              </p:cNvPr>
              <p:cNvGrpSpPr>
                <a:grpSpLocks/>
              </p:cNvGrpSpPr>
              <p:nvPr/>
            </p:nvGrpSpPr>
            <p:grpSpPr bwMode="auto">
              <a:xfrm>
                <a:off x="1456374" y="2507397"/>
                <a:ext cx="355165" cy="419100"/>
                <a:chOff x="2944" y="2425"/>
                <a:chExt cx="227" cy="264"/>
              </a:xfrm>
            </p:grpSpPr>
            <p:sp>
              <p:nvSpPr>
                <p:cNvPr id="198" name="Rectangle 45">
                  <a:extLst>
                    <a:ext uri="{FF2B5EF4-FFF2-40B4-BE49-F238E27FC236}">
                      <a16:creationId xmlns:a16="http://schemas.microsoft.com/office/drawing/2014/main" id="{39206D20-AD6D-3242-8865-2C6680CB410C}"/>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9" name="Text Box 46">
                  <a:extLst>
                    <a:ext uri="{FF2B5EF4-FFF2-40B4-BE49-F238E27FC236}">
                      <a16:creationId xmlns:a16="http://schemas.microsoft.com/office/drawing/2014/main" id="{E3BB3556-A335-984F-978A-FECE515B6702}"/>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h</a:t>
                  </a:r>
                  <a:endParaRPr lang="en-US" sz="2000" kern="0" dirty="0">
                    <a:solidFill>
                      <a:srgbClr val="000000"/>
                    </a:solidFill>
                  </a:endParaRPr>
                </a:p>
              </p:txBody>
            </p:sp>
          </p:grpSp>
        </p:grpSp>
        <p:grpSp>
          <p:nvGrpSpPr>
            <p:cNvPr id="186" name="Group 185">
              <a:extLst>
                <a:ext uri="{FF2B5EF4-FFF2-40B4-BE49-F238E27FC236}">
                  <a16:creationId xmlns:a16="http://schemas.microsoft.com/office/drawing/2014/main" id="{3B620D34-7BA8-EF49-AC1C-93F5BBC84AEC}"/>
                </a:ext>
              </a:extLst>
            </p:cNvPr>
            <p:cNvGrpSpPr/>
            <p:nvPr/>
          </p:nvGrpSpPr>
          <p:grpSpPr>
            <a:xfrm>
              <a:off x="8197315" y="5805271"/>
              <a:ext cx="531821" cy="369069"/>
              <a:chOff x="1348328" y="2507397"/>
              <a:chExt cx="603916" cy="419100"/>
            </a:xfrm>
          </p:grpSpPr>
          <p:grpSp>
            <p:nvGrpSpPr>
              <p:cNvPr id="187" name="Group 186">
                <a:extLst>
                  <a:ext uri="{FF2B5EF4-FFF2-40B4-BE49-F238E27FC236}">
                    <a16:creationId xmlns:a16="http://schemas.microsoft.com/office/drawing/2014/main" id="{A6C2F80D-43A1-5746-B518-C0C4F1A20ACD}"/>
                  </a:ext>
                </a:extLst>
              </p:cNvPr>
              <p:cNvGrpSpPr/>
              <p:nvPr/>
            </p:nvGrpSpPr>
            <p:grpSpPr>
              <a:xfrm>
                <a:off x="1348328" y="2555748"/>
                <a:ext cx="603916" cy="308999"/>
                <a:chOff x="5278570" y="2983486"/>
                <a:chExt cx="501650" cy="233363"/>
              </a:xfrm>
            </p:grpSpPr>
            <p:sp>
              <p:nvSpPr>
                <p:cNvPr id="191" name="Oval 5">
                  <a:extLst>
                    <a:ext uri="{FF2B5EF4-FFF2-40B4-BE49-F238E27FC236}">
                      <a16:creationId xmlns:a16="http://schemas.microsoft.com/office/drawing/2014/main" id="{442E1AFF-BC2C-C849-85D1-13E42B701CE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2" name="Line 6">
                  <a:extLst>
                    <a:ext uri="{FF2B5EF4-FFF2-40B4-BE49-F238E27FC236}">
                      <a16:creationId xmlns:a16="http://schemas.microsoft.com/office/drawing/2014/main" id="{C2994154-DB6D-E247-8511-C6FE8D9665F8}"/>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3" name="Line 7">
                  <a:extLst>
                    <a:ext uri="{FF2B5EF4-FFF2-40B4-BE49-F238E27FC236}">
                      <a16:creationId xmlns:a16="http://schemas.microsoft.com/office/drawing/2014/main" id="{C730A3ED-5222-5348-831E-092DE7D6CEE3}"/>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4" name="Rectangle 8">
                  <a:extLst>
                    <a:ext uri="{FF2B5EF4-FFF2-40B4-BE49-F238E27FC236}">
                      <a16:creationId xmlns:a16="http://schemas.microsoft.com/office/drawing/2014/main" id="{BED424F7-1928-5F41-831D-417161F220B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195" name="Oval 9">
                  <a:extLst>
                    <a:ext uri="{FF2B5EF4-FFF2-40B4-BE49-F238E27FC236}">
                      <a16:creationId xmlns:a16="http://schemas.microsoft.com/office/drawing/2014/main" id="{76DDF5F9-ACB7-E642-ACEA-223EE2F5F418}"/>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88" name="Group 44">
                <a:extLst>
                  <a:ext uri="{FF2B5EF4-FFF2-40B4-BE49-F238E27FC236}">
                    <a16:creationId xmlns:a16="http://schemas.microsoft.com/office/drawing/2014/main" id="{495DC56F-8C0E-6549-849D-6D43F4F8BC0A}"/>
                  </a:ext>
                </a:extLst>
              </p:cNvPr>
              <p:cNvGrpSpPr>
                <a:grpSpLocks/>
              </p:cNvGrpSpPr>
              <p:nvPr/>
            </p:nvGrpSpPr>
            <p:grpSpPr bwMode="auto">
              <a:xfrm>
                <a:off x="1500196" y="2507397"/>
                <a:ext cx="267548" cy="419100"/>
                <a:chOff x="2972" y="2425"/>
                <a:chExt cx="171" cy="264"/>
              </a:xfrm>
            </p:grpSpPr>
            <p:sp>
              <p:nvSpPr>
                <p:cNvPr id="189" name="Rectangle 45">
                  <a:extLst>
                    <a:ext uri="{FF2B5EF4-FFF2-40B4-BE49-F238E27FC236}">
                      <a16:creationId xmlns:a16="http://schemas.microsoft.com/office/drawing/2014/main" id="{892DBBAB-E011-FD4A-BA7E-105CEF9075A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0" name="Text Box 46">
                  <a:extLst>
                    <a:ext uri="{FF2B5EF4-FFF2-40B4-BE49-F238E27FC236}">
                      <a16:creationId xmlns:a16="http://schemas.microsoft.com/office/drawing/2014/main" id="{173A4036-1DC3-BD4D-9E66-D9BC48C58BA0}"/>
                    </a:ext>
                  </a:extLst>
                </p:cNvPr>
                <p:cNvSpPr txBox="1">
                  <a:spLocks noChangeArrowheads="1"/>
                </p:cNvSpPr>
                <p:nvPr/>
              </p:nvSpPr>
              <p:spPr bwMode="auto">
                <a:xfrm>
                  <a:off x="2972" y="2425"/>
                  <a:ext cx="17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i</a:t>
                  </a:r>
                  <a:endParaRPr lang="en-US" sz="2000" kern="0" dirty="0">
                    <a:solidFill>
                      <a:srgbClr val="000000"/>
                    </a:solidFill>
                  </a:endParaRPr>
                </a:p>
              </p:txBody>
            </p:sp>
          </p:grpSp>
        </p:grpSp>
      </p:grpSp>
      <p:sp>
        <p:nvSpPr>
          <p:cNvPr id="215" name="TextBox 214">
            <a:extLst>
              <a:ext uri="{FF2B5EF4-FFF2-40B4-BE49-F238E27FC236}">
                <a16:creationId xmlns:a16="http://schemas.microsoft.com/office/drawing/2014/main" id="{74A89238-377F-A840-BB03-52D53CBBC3F3}"/>
              </a:ext>
            </a:extLst>
          </p:cNvPr>
          <p:cNvSpPr txBox="1"/>
          <p:nvPr/>
        </p:nvSpPr>
        <p:spPr>
          <a:xfrm>
            <a:off x="4305782" y="2870522"/>
            <a:ext cx="301686" cy="338554"/>
          </a:xfrm>
          <a:prstGeom prst="rect">
            <a:avLst/>
          </a:prstGeom>
          <a:noFill/>
        </p:spPr>
        <p:txBody>
          <a:bodyPr wrap="square" rtlCol="0">
            <a:spAutoFit/>
          </a:bodyPr>
          <a:lstStyle/>
          <a:p>
            <a:r>
              <a:rPr lang="en-US" sz="1600" dirty="0">
                <a:solidFill>
                  <a:prstClr val="black"/>
                </a:solidFill>
              </a:rPr>
              <a:t>1</a:t>
            </a:r>
          </a:p>
        </p:txBody>
      </p:sp>
      <p:sp>
        <p:nvSpPr>
          <p:cNvPr id="216" name="TextBox 215">
            <a:extLst>
              <a:ext uri="{FF2B5EF4-FFF2-40B4-BE49-F238E27FC236}">
                <a16:creationId xmlns:a16="http://schemas.microsoft.com/office/drawing/2014/main" id="{3D3F7215-9DE8-0542-8CCA-A9CEDC8717E2}"/>
              </a:ext>
            </a:extLst>
          </p:cNvPr>
          <p:cNvSpPr txBox="1"/>
          <p:nvPr/>
        </p:nvSpPr>
        <p:spPr>
          <a:xfrm>
            <a:off x="6217534" y="2860877"/>
            <a:ext cx="288862" cy="338554"/>
          </a:xfrm>
          <a:prstGeom prst="rect">
            <a:avLst/>
          </a:prstGeom>
          <a:noFill/>
        </p:spPr>
        <p:txBody>
          <a:bodyPr wrap="none" rtlCol="0">
            <a:spAutoFit/>
          </a:bodyPr>
          <a:lstStyle/>
          <a:p>
            <a:r>
              <a:rPr lang="en-US" sz="1600" dirty="0">
                <a:solidFill>
                  <a:prstClr val="black"/>
                </a:solidFill>
              </a:rPr>
              <a:t>1</a:t>
            </a:r>
          </a:p>
        </p:txBody>
      </p:sp>
      <p:sp>
        <p:nvSpPr>
          <p:cNvPr id="217" name="TextBox 216">
            <a:extLst>
              <a:ext uri="{FF2B5EF4-FFF2-40B4-BE49-F238E27FC236}">
                <a16:creationId xmlns:a16="http://schemas.microsoft.com/office/drawing/2014/main" id="{FC342D48-14A2-BA4E-A191-060C4177F678}"/>
              </a:ext>
            </a:extLst>
          </p:cNvPr>
          <p:cNvSpPr txBox="1"/>
          <p:nvPr/>
        </p:nvSpPr>
        <p:spPr>
          <a:xfrm>
            <a:off x="4296138" y="4886446"/>
            <a:ext cx="301686" cy="338554"/>
          </a:xfrm>
          <a:prstGeom prst="rect">
            <a:avLst/>
          </a:prstGeom>
          <a:noFill/>
        </p:spPr>
        <p:txBody>
          <a:bodyPr wrap="square" rtlCol="0">
            <a:spAutoFit/>
          </a:bodyPr>
          <a:lstStyle/>
          <a:p>
            <a:r>
              <a:rPr lang="en-US" sz="1600" dirty="0">
                <a:solidFill>
                  <a:prstClr val="black"/>
                </a:solidFill>
              </a:rPr>
              <a:t>1</a:t>
            </a:r>
          </a:p>
        </p:txBody>
      </p:sp>
      <p:sp>
        <p:nvSpPr>
          <p:cNvPr id="218" name="TextBox 217">
            <a:extLst>
              <a:ext uri="{FF2B5EF4-FFF2-40B4-BE49-F238E27FC236}">
                <a16:creationId xmlns:a16="http://schemas.microsoft.com/office/drawing/2014/main" id="{C9336A94-9BC9-8F41-95A7-69E18360DF3D}"/>
              </a:ext>
            </a:extLst>
          </p:cNvPr>
          <p:cNvSpPr txBox="1"/>
          <p:nvPr/>
        </p:nvSpPr>
        <p:spPr>
          <a:xfrm>
            <a:off x="6231040" y="4888376"/>
            <a:ext cx="288862" cy="338554"/>
          </a:xfrm>
          <a:prstGeom prst="rect">
            <a:avLst/>
          </a:prstGeom>
          <a:noFill/>
        </p:spPr>
        <p:txBody>
          <a:bodyPr wrap="none" rtlCol="0">
            <a:spAutoFit/>
          </a:bodyPr>
          <a:lstStyle/>
          <a:p>
            <a:r>
              <a:rPr lang="en-US" sz="1600" dirty="0">
                <a:solidFill>
                  <a:prstClr val="black"/>
                </a:solidFill>
              </a:rPr>
              <a:t>1</a:t>
            </a:r>
          </a:p>
        </p:txBody>
      </p:sp>
      <p:sp>
        <p:nvSpPr>
          <p:cNvPr id="219" name="TextBox 218">
            <a:extLst>
              <a:ext uri="{FF2B5EF4-FFF2-40B4-BE49-F238E27FC236}">
                <a16:creationId xmlns:a16="http://schemas.microsoft.com/office/drawing/2014/main" id="{E11EFAA3-3025-6E40-9F7B-8AEC8E44C52D}"/>
              </a:ext>
            </a:extLst>
          </p:cNvPr>
          <p:cNvSpPr txBox="1"/>
          <p:nvPr/>
        </p:nvSpPr>
        <p:spPr>
          <a:xfrm>
            <a:off x="8154365" y="4890306"/>
            <a:ext cx="288862" cy="338554"/>
          </a:xfrm>
          <a:prstGeom prst="rect">
            <a:avLst/>
          </a:prstGeom>
          <a:noFill/>
        </p:spPr>
        <p:txBody>
          <a:bodyPr wrap="none" rtlCol="0">
            <a:spAutoFit/>
          </a:bodyPr>
          <a:lstStyle/>
          <a:p>
            <a:r>
              <a:rPr lang="en-US" sz="1600" dirty="0">
                <a:solidFill>
                  <a:prstClr val="black"/>
                </a:solidFill>
              </a:rPr>
              <a:t>1</a:t>
            </a:r>
          </a:p>
        </p:txBody>
      </p:sp>
      <p:sp>
        <p:nvSpPr>
          <p:cNvPr id="221" name="TextBox 220">
            <a:extLst>
              <a:ext uri="{FF2B5EF4-FFF2-40B4-BE49-F238E27FC236}">
                <a16:creationId xmlns:a16="http://schemas.microsoft.com/office/drawing/2014/main" id="{EECDCBF1-5ACC-CF43-B981-907337945BA2}"/>
              </a:ext>
            </a:extLst>
          </p:cNvPr>
          <p:cNvSpPr txBox="1"/>
          <p:nvPr/>
        </p:nvSpPr>
        <p:spPr>
          <a:xfrm>
            <a:off x="5442030" y="4029920"/>
            <a:ext cx="301686" cy="338554"/>
          </a:xfrm>
          <a:prstGeom prst="rect">
            <a:avLst/>
          </a:prstGeom>
          <a:noFill/>
        </p:spPr>
        <p:txBody>
          <a:bodyPr wrap="square" rtlCol="0">
            <a:spAutoFit/>
          </a:bodyPr>
          <a:lstStyle/>
          <a:p>
            <a:r>
              <a:rPr lang="en-US" sz="1600" dirty="0">
                <a:solidFill>
                  <a:prstClr val="black"/>
                </a:solidFill>
              </a:rPr>
              <a:t>1</a:t>
            </a:r>
          </a:p>
        </p:txBody>
      </p:sp>
      <p:sp>
        <p:nvSpPr>
          <p:cNvPr id="222" name="TextBox 221">
            <a:extLst>
              <a:ext uri="{FF2B5EF4-FFF2-40B4-BE49-F238E27FC236}">
                <a16:creationId xmlns:a16="http://schemas.microsoft.com/office/drawing/2014/main" id="{2DD32315-0DAF-354B-ADE2-76F406D6A871}"/>
              </a:ext>
            </a:extLst>
          </p:cNvPr>
          <p:cNvSpPr txBox="1"/>
          <p:nvPr/>
        </p:nvSpPr>
        <p:spPr>
          <a:xfrm>
            <a:off x="7353782" y="4020275"/>
            <a:ext cx="288862" cy="338554"/>
          </a:xfrm>
          <a:prstGeom prst="rect">
            <a:avLst/>
          </a:prstGeom>
          <a:noFill/>
        </p:spPr>
        <p:txBody>
          <a:bodyPr wrap="none" rtlCol="0">
            <a:spAutoFit/>
          </a:bodyPr>
          <a:lstStyle/>
          <a:p>
            <a:r>
              <a:rPr lang="en-US" sz="1600" dirty="0">
                <a:solidFill>
                  <a:prstClr val="black"/>
                </a:solidFill>
              </a:rPr>
              <a:t>1</a:t>
            </a:r>
          </a:p>
        </p:txBody>
      </p:sp>
      <p:sp>
        <p:nvSpPr>
          <p:cNvPr id="223" name="TextBox 222">
            <a:extLst>
              <a:ext uri="{FF2B5EF4-FFF2-40B4-BE49-F238E27FC236}">
                <a16:creationId xmlns:a16="http://schemas.microsoft.com/office/drawing/2014/main" id="{25B3E8DA-82E1-B746-9524-A8B47546C7B7}"/>
              </a:ext>
            </a:extLst>
          </p:cNvPr>
          <p:cNvSpPr txBox="1"/>
          <p:nvPr/>
        </p:nvSpPr>
        <p:spPr>
          <a:xfrm>
            <a:off x="5443958" y="5953247"/>
            <a:ext cx="301686" cy="338554"/>
          </a:xfrm>
          <a:prstGeom prst="rect">
            <a:avLst/>
          </a:prstGeom>
          <a:noFill/>
        </p:spPr>
        <p:txBody>
          <a:bodyPr wrap="square" rtlCol="0">
            <a:spAutoFit/>
          </a:bodyPr>
          <a:lstStyle/>
          <a:p>
            <a:r>
              <a:rPr lang="en-US" sz="1600" dirty="0">
                <a:solidFill>
                  <a:prstClr val="black"/>
                </a:solidFill>
              </a:rPr>
              <a:t>1</a:t>
            </a:r>
          </a:p>
        </p:txBody>
      </p:sp>
      <p:sp>
        <p:nvSpPr>
          <p:cNvPr id="224" name="TextBox 223">
            <a:extLst>
              <a:ext uri="{FF2B5EF4-FFF2-40B4-BE49-F238E27FC236}">
                <a16:creationId xmlns:a16="http://schemas.microsoft.com/office/drawing/2014/main" id="{51516E14-40A2-B34F-B880-05B80B68D6FC}"/>
              </a:ext>
            </a:extLst>
          </p:cNvPr>
          <p:cNvSpPr txBox="1"/>
          <p:nvPr/>
        </p:nvSpPr>
        <p:spPr>
          <a:xfrm>
            <a:off x="7355710" y="5943602"/>
            <a:ext cx="288862" cy="338554"/>
          </a:xfrm>
          <a:prstGeom prst="rect">
            <a:avLst/>
          </a:prstGeom>
          <a:noFill/>
        </p:spPr>
        <p:txBody>
          <a:bodyPr wrap="none" rtlCol="0">
            <a:spAutoFit/>
          </a:bodyPr>
          <a:lstStyle/>
          <a:p>
            <a:r>
              <a:rPr lang="en-US" sz="1600" dirty="0">
                <a:solidFill>
                  <a:prstClr val="black"/>
                </a:solidFill>
              </a:rPr>
              <a:t>1</a:t>
            </a:r>
          </a:p>
        </p:txBody>
      </p:sp>
      <p:sp>
        <p:nvSpPr>
          <p:cNvPr id="225" name="TextBox 224">
            <a:extLst>
              <a:ext uri="{FF2B5EF4-FFF2-40B4-BE49-F238E27FC236}">
                <a16:creationId xmlns:a16="http://schemas.microsoft.com/office/drawing/2014/main" id="{9174059A-E895-E740-9A26-AA7943E4A64F}"/>
              </a:ext>
            </a:extLst>
          </p:cNvPr>
          <p:cNvSpPr txBox="1"/>
          <p:nvPr/>
        </p:nvSpPr>
        <p:spPr>
          <a:xfrm>
            <a:off x="5445886" y="2123956"/>
            <a:ext cx="301686" cy="338554"/>
          </a:xfrm>
          <a:prstGeom prst="rect">
            <a:avLst/>
          </a:prstGeom>
          <a:noFill/>
        </p:spPr>
        <p:txBody>
          <a:bodyPr wrap="square" rtlCol="0">
            <a:spAutoFit/>
          </a:bodyPr>
          <a:lstStyle/>
          <a:p>
            <a:r>
              <a:rPr lang="en-US" sz="1600" dirty="0">
                <a:solidFill>
                  <a:prstClr val="black"/>
                </a:solidFill>
              </a:rPr>
              <a:t>8</a:t>
            </a:r>
          </a:p>
        </p:txBody>
      </p:sp>
      <p:sp>
        <p:nvSpPr>
          <p:cNvPr id="226" name="TextBox 225">
            <a:extLst>
              <a:ext uri="{FF2B5EF4-FFF2-40B4-BE49-F238E27FC236}">
                <a16:creationId xmlns:a16="http://schemas.microsoft.com/office/drawing/2014/main" id="{F7510488-7C59-7449-A4EE-C5A32BFCB3A5}"/>
              </a:ext>
            </a:extLst>
          </p:cNvPr>
          <p:cNvSpPr txBox="1"/>
          <p:nvPr/>
        </p:nvSpPr>
        <p:spPr>
          <a:xfrm>
            <a:off x="7357638" y="2114311"/>
            <a:ext cx="288862" cy="338554"/>
          </a:xfrm>
          <a:prstGeom prst="rect">
            <a:avLst/>
          </a:prstGeom>
          <a:noFill/>
        </p:spPr>
        <p:txBody>
          <a:bodyPr wrap="none" rtlCol="0">
            <a:spAutoFit/>
          </a:bodyPr>
          <a:lstStyle/>
          <a:p>
            <a:r>
              <a:rPr lang="en-US" sz="1600" dirty="0">
                <a:solidFill>
                  <a:prstClr val="black"/>
                </a:solidFill>
              </a:rPr>
              <a:t>1</a:t>
            </a:r>
          </a:p>
        </p:txBody>
      </p:sp>
      <p:sp>
        <p:nvSpPr>
          <p:cNvPr id="1032" name="Right Arrow 1031">
            <a:extLst>
              <a:ext uri="{FF2B5EF4-FFF2-40B4-BE49-F238E27FC236}">
                <a16:creationId xmlns:a16="http://schemas.microsoft.com/office/drawing/2014/main" id="{48701230-5EB3-4E4B-BEE9-CAD81136ECFC}"/>
              </a:ext>
            </a:extLst>
          </p:cNvPr>
          <p:cNvSpPr/>
          <p:nvPr/>
        </p:nvSpPr>
        <p:spPr>
          <a:xfrm rot="5400000">
            <a:off x="4399933" y="256130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67" name="Right Arrow 266">
            <a:extLst>
              <a:ext uri="{FF2B5EF4-FFF2-40B4-BE49-F238E27FC236}">
                <a16:creationId xmlns:a16="http://schemas.microsoft.com/office/drawing/2014/main" id="{39C7E016-9840-8340-9D5C-7C9BC5953296}"/>
              </a:ext>
            </a:extLst>
          </p:cNvPr>
          <p:cNvSpPr/>
          <p:nvPr/>
        </p:nvSpPr>
        <p:spPr>
          <a:xfrm rot="16200000">
            <a:off x="4395017" y="3470788"/>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68" name="Right Arrow 267">
            <a:extLst>
              <a:ext uri="{FF2B5EF4-FFF2-40B4-BE49-F238E27FC236}">
                <a16:creationId xmlns:a16="http://schemas.microsoft.com/office/drawing/2014/main" id="{0E4D6E8C-7EAB-9E44-AEFC-4FA875BCA32C}"/>
              </a:ext>
            </a:extLst>
          </p:cNvPr>
          <p:cNvSpPr/>
          <p:nvPr/>
        </p:nvSpPr>
        <p:spPr>
          <a:xfrm rot="5400000">
            <a:off x="6302474" y="2546557"/>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69" name="Right Arrow 268">
            <a:extLst>
              <a:ext uri="{FF2B5EF4-FFF2-40B4-BE49-F238E27FC236}">
                <a16:creationId xmlns:a16="http://schemas.microsoft.com/office/drawing/2014/main" id="{F17D421F-D0A1-B94A-8B49-27953D5C8366}"/>
              </a:ext>
            </a:extLst>
          </p:cNvPr>
          <p:cNvSpPr/>
          <p:nvPr/>
        </p:nvSpPr>
        <p:spPr>
          <a:xfrm rot="16200000">
            <a:off x="6297558" y="3456041"/>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0" name="Right Arrow 269">
            <a:extLst>
              <a:ext uri="{FF2B5EF4-FFF2-40B4-BE49-F238E27FC236}">
                <a16:creationId xmlns:a16="http://schemas.microsoft.com/office/drawing/2014/main" id="{C0BFDAF2-0356-354B-8B44-188593FB5A37}"/>
              </a:ext>
            </a:extLst>
          </p:cNvPr>
          <p:cNvSpPr/>
          <p:nvPr/>
        </p:nvSpPr>
        <p:spPr>
          <a:xfrm rot="5400000">
            <a:off x="4370435" y="445893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1" name="Right Arrow 270">
            <a:extLst>
              <a:ext uri="{FF2B5EF4-FFF2-40B4-BE49-F238E27FC236}">
                <a16:creationId xmlns:a16="http://schemas.microsoft.com/office/drawing/2014/main" id="{112F6083-F42A-6740-A147-C25BA92606DD}"/>
              </a:ext>
            </a:extLst>
          </p:cNvPr>
          <p:cNvSpPr/>
          <p:nvPr/>
        </p:nvSpPr>
        <p:spPr>
          <a:xfrm rot="16200000">
            <a:off x="4365519" y="5368418"/>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2" name="Right Arrow 271">
            <a:extLst>
              <a:ext uri="{FF2B5EF4-FFF2-40B4-BE49-F238E27FC236}">
                <a16:creationId xmlns:a16="http://schemas.microsoft.com/office/drawing/2014/main" id="{D340F2D5-4C4A-D441-99F4-FD489A89E6ED}"/>
              </a:ext>
            </a:extLst>
          </p:cNvPr>
          <p:cNvSpPr/>
          <p:nvPr/>
        </p:nvSpPr>
        <p:spPr>
          <a:xfrm rot="5400000">
            <a:off x="6312308" y="4454022"/>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3" name="Right Arrow 272">
            <a:extLst>
              <a:ext uri="{FF2B5EF4-FFF2-40B4-BE49-F238E27FC236}">
                <a16:creationId xmlns:a16="http://schemas.microsoft.com/office/drawing/2014/main" id="{487BF544-1248-5D4C-B9E4-2B3ACA80EA1C}"/>
              </a:ext>
            </a:extLst>
          </p:cNvPr>
          <p:cNvSpPr/>
          <p:nvPr/>
        </p:nvSpPr>
        <p:spPr>
          <a:xfrm rot="16200000">
            <a:off x="6307392" y="5363506"/>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4" name="Right Arrow 273">
            <a:extLst>
              <a:ext uri="{FF2B5EF4-FFF2-40B4-BE49-F238E27FC236}">
                <a16:creationId xmlns:a16="http://schemas.microsoft.com/office/drawing/2014/main" id="{0DF6A182-C1F7-C14D-900B-3242DA6B4D96}"/>
              </a:ext>
            </a:extLst>
          </p:cNvPr>
          <p:cNvSpPr/>
          <p:nvPr/>
        </p:nvSpPr>
        <p:spPr>
          <a:xfrm rot="5400000">
            <a:off x="8254181" y="4449110"/>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5" name="Right Arrow 274">
            <a:extLst>
              <a:ext uri="{FF2B5EF4-FFF2-40B4-BE49-F238E27FC236}">
                <a16:creationId xmlns:a16="http://schemas.microsoft.com/office/drawing/2014/main" id="{EEAD3E84-70CC-2A46-87CC-F69A6D50ED35}"/>
              </a:ext>
            </a:extLst>
          </p:cNvPr>
          <p:cNvSpPr/>
          <p:nvPr/>
        </p:nvSpPr>
        <p:spPr>
          <a:xfrm rot="16200000">
            <a:off x="8249265" y="535859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9" name="Right Arrow 278">
            <a:extLst>
              <a:ext uri="{FF2B5EF4-FFF2-40B4-BE49-F238E27FC236}">
                <a16:creationId xmlns:a16="http://schemas.microsoft.com/office/drawing/2014/main" id="{A7B19411-E5F9-AC49-9C67-23093CF98D95}"/>
              </a:ext>
            </a:extLst>
          </p:cNvPr>
          <p:cNvSpPr/>
          <p:nvPr/>
        </p:nvSpPr>
        <p:spPr>
          <a:xfrm rot="10800000">
            <a:off x="7582395" y="5829665"/>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80" name="Right Arrow 279">
            <a:extLst>
              <a:ext uri="{FF2B5EF4-FFF2-40B4-BE49-F238E27FC236}">
                <a16:creationId xmlns:a16="http://schemas.microsoft.com/office/drawing/2014/main" id="{19CD2293-67D5-3048-9FAC-78E0AEE8C310}"/>
              </a:ext>
            </a:extLst>
          </p:cNvPr>
          <p:cNvSpPr/>
          <p:nvPr/>
        </p:nvSpPr>
        <p:spPr>
          <a:xfrm>
            <a:off x="6819704" y="5834582"/>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83" name="Group 282">
            <a:extLst>
              <a:ext uri="{FF2B5EF4-FFF2-40B4-BE49-F238E27FC236}">
                <a16:creationId xmlns:a16="http://schemas.microsoft.com/office/drawing/2014/main" id="{A665C0C8-7FDD-0A42-80A3-CC602804C042}"/>
              </a:ext>
            </a:extLst>
          </p:cNvPr>
          <p:cNvGrpSpPr/>
          <p:nvPr/>
        </p:nvGrpSpPr>
        <p:grpSpPr>
          <a:xfrm>
            <a:off x="4336458" y="3833790"/>
            <a:ext cx="4395351" cy="404576"/>
            <a:chOff x="4333785" y="5772213"/>
            <a:chExt cx="4395351" cy="404576"/>
          </a:xfrm>
        </p:grpSpPr>
        <p:grpSp>
          <p:nvGrpSpPr>
            <p:cNvPr id="284" name="Group 283">
              <a:extLst>
                <a:ext uri="{FF2B5EF4-FFF2-40B4-BE49-F238E27FC236}">
                  <a16:creationId xmlns:a16="http://schemas.microsoft.com/office/drawing/2014/main" id="{4C02DC92-2A83-AC4D-B9F0-2BCDE917BDBC}"/>
                </a:ext>
              </a:extLst>
            </p:cNvPr>
            <p:cNvGrpSpPr/>
            <p:nvPr/>
          </p:nvGrpSpPr>
          <p:grpSpPr>
            <a:xfrm>
              <a:off x="4333785" y="5772213"/>
              <a:ext cx="531821" cy="369069"/>
              <a:chOff x="1348328" y="2475647"/>
              <a:chExt cx="603916" cy="419100"/>
            </a:xfrm>
          </p:grpSpPr>
          <p:grpSp>
            <p:nvGrpSpPr>
              <p:cNvPr id="305" name="Group 304">
                <a:extLst>
                  <a:ext uri="{FF2B5EF4-FFF2-40B4-BE49-F238E27FC236}">
                    <a16:creationId xmlns:a16="http://schemas.microsoft.com/office/drawing/2014/main" id="{F01EB862-010E-A34F-8D39-25BC2BED2A63}"/>
                  </a:ext>
                </a:extLst>
              </p:cNvPr>
              <p:cNvGrpSpPr/>
              <p:nvPr/>
            </p:nvGrpSpPr>
            <p:grpSpPr>
              <a:xfrm>
                <a:off x="1348328" y="2555748"/>
                <a:ext cx="603916" cy="308999"/>
                <a:chOff x="5278570" y="2983486"/>
                <a:chExt cx="501650" cy="233363"/>
              </a:xfrm>
            </p:grpSpPr>
            <p:sp>
              <p:nvSpPr>
                <p:cNvPr id="309" name="Oval 5">
                  <a:extLst>
                    <a:ext uri="{FF2B5EF4-FFF2-40B4-BE49-F238E27FC236}">
                      <a16:creationId xmlns:a16="http://schemas.microsoft.com/office/drawing/2014/main" id="{C2A61603-05BC-1E4D-99AA-0AB1CC49473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0" name="Line 6">
                  <a:extLst>
                    <a:ext uri="{FF2B5EF4-FFF2-40B4-BE49-F238E27FC236}">
                      <a16:creationId xmlns:a16="http://schemas.microsoft.com/office/drawing/2014/main" id="{7043DA0E-702D-CD4E-BA28-9341275851D9}"/>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1" name="Line 7">
                  <a:extLst>
                    <a:ext uri="{FF2B5EF4-FFF2-40B4-BE49-F238E27FC236}">
                      <a16:creationId xmlns:a16="http://schemas.microsoft.com/office/drawing/2014/main" id="{CE93F761-782C-C640-B2B6-8CA7492B28BC}"/>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2" name="Rectangle 8">
                  <a:extLst>
                    <a:ext uri="{FF2B5EF4-FFF2-40B4-BE49-F238E27FC236}">
                      <a16:creationId xmlns:a16="http://schemas.microsoft.com/office/drawing/2014/main" id="{723858D6-68CF-1C4E-A28B-A9FF5D728F2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13" name="Oval 9">
                  <a:extLst>
                    <a:ext uri="{FF2B5EF4-FFF2-40B4-BE49-F238E27FC236}">
                      <a16:creationId xmlns:a16="http://schemas.microsoft.com/office/drawing/2014/main" id="{70A7292E-FC97-924B-9010-8079BEC6219F}"/>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06" name="Group 44">
                <a:extLst>
                  <a:ext uri="{FF2B5EF4-FFF2-40B4-BE49-F238E27FC236}">
                    <a16:creationId xmlns:a16="http://schemas.microsoft.com/office/drawing/2014/main" id="{DA3B2173-D171-E340-B704-06A3FE481C71}"/>
                  </a:ext>
                </a:extLst>
              </p:cNvPr>
              <p:cNvGrpSpPr>
                <a:grpSpLocks/>
              </p:cNvGrpSpPr>
              <p:nvPr/>
            </p:nvGrpSpPr>
            <p:grpSpPr bwMode="auto">
              <a:xfrm>
                <a:off x="1456374" y="2475647"/>
                <a:ext cx="355165" cy="419100"/>
                <a:chOff x="2944" y="2405"/>
                <a:chExt cx="227" cy="264"/>
              </a:xfrm>
            </p:grpSpPr>
            <p:sp>
              <p:nvSpPr>
                <p:cNvPr id="307" name="Rectangle 45">
                  <a:extLst>
                    <a:ext uri="{FF2B5EF4-FFF2-40B4-BE49-F238E27FC236}">
                      <a16:creationId xmlns:a16="http://schemas.microsoft.com/office/drawing/2014/main" id="{A7CA85B6-08AA-4840-AE2B-A3321A49B6FA}"/>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8" name="Text Box 46">
                  <a:extLst>
                    <a:ext uri="{FF2B5EF4-FFF2-40B4-BE49-F238E27FC236}">
                      <a16:creationId xmlns:a16="http://schemas.microsoft.com/office/drawing/2014/main" id="{68812F5E-7A92-7B45-BBDE-2068A3A134D0}"/>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d</a:t>
                  </a:r>
                  <a:endParaRPr lang="en-US" sz="2000" kern="0" dirty="0">
                    <a:solidFill>
                      <a:srgbClr val="000000"/>
                    </a:solidFill>
                  </a:endParaRPr>
                </a:p>
              </p:txBody>
            </p:sp>
          </p:grpSp>
        </p:grpSp>
        <p:grpSp>
          <p:nvGrpSpPr>
            <p:cNvPr id="285" name="Group 284">
              <a:extLst>
                <a:ext uri="{FF2B5EF4-FFF2-40B4-BE49-F238E27FC236}">
                  <a16:creationId xmlns:a16="http://schemas.microsoft.com/office/drawing/2014/main" id="{5E3B07EB-D89E-C542-85F0-D68A3698AEC4}"/>
                </a:ext>
              </a:extLst>
            </p:cNvPr>
            <p:cNvGrpSpPr/>
            <p:nvPr/>
          </p:nvGrpSpPr>
          <p:grpSpPr>
            <a:xfrm>
              <a:off x="6263949" y="5807720"/>
              <a:ext cx="531821" cy="369069"/>
              <a:chOff x="1348328" y="2507397"/>
              <a:chExt cx="603916" cy="419100"/>
            </a:xfrm>
          </p:grpSpPr>
          <p:grpSp>
            <p:nvGrpSpPr>
              <p:cNvPr id="296" name="Group 295">
                <a:extLst>
                  <a:ext uri="{FF2B5EF4-FFF2-40B4-BE49-F238E27FC236}">
                    <a16:creationId xmlns:a16="http://schemas.microsoft.com/office/drawing/2014/main" id="{CE2D511A-9878-0E42-B4E3-97548A8A67A3}"/>
                  </a:ext>
                </a:extLst>
              </p:cNvPr>
              <p:cNvGrpSpPr/>
              <p:nvPr/>
            </p:nvGrpSpPr>
            <p:grpSpPr>
              <a:xfrm>
                <a:off x="1348328" y="2555748"/>
                <a:ext cx="603916" cy="308999"/>
                <a:chOff x="5278570" y="2983486"/>
                <a:chExt cx="501650" cy="233363"/>
              </a:xfrm>
            </p:grpSpPr>
            <p:sp>
              <p:nvSpPr>
                <p:cNvPr id="300" name="Oval 5">
                  <a:extLst>
                    <a:ext uri="{FF2B5EF4-FFF2-40B4-BE49-F238E27FC236}">
                      <a16:creationId xmlns:a16="http://schemas.microsoft.com/office/drawing/2014/main" id="{C66E96DA-F1B1-9A41-8B0D-2F21B3B7ACBA}"/>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1" name="Line 6">
                  <a:extLst>
                    <a:ext uri="{FF2B5EF4-FFF2-40B4-BE49-F238E27FC236}">
                      <a16:creationId xmlns:a16="http://schemas.microsoft.com/office/drawing/2014/main" id="{A2387D1F-7EF0-9443-8128-6FF284EC9AF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2" name="Line 7">
                  <a:extLst>
                    <a:ext uri="{FF2B5EF4-FFF2-40B4-BE49-F238E27FC236}">
                      <a16:creationId xmlns:a16="http://schemas.microsoft.com/office/drawing/2014/main" id="{4B183F70-EB28-A94F-BF31-54B939F6B75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3" name="Rectangle 8">
                  <a:extLst>
                    <a:ext uri="{FF2B5EF4-FFF2-40B4-BE49-F238E27FC236}">
                      <a16:creationId xmlns:a16="http://schemas.microsoft.com/office/drawing/2014/main" id="{84BE29FD-A805-D348-99C3-8D3C650618E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04" name="Oval 9">
                  <a:extLst>
                    <a:ext uri="{FF2B5EF4-FFF2-40B4-BE49-F238E27FC236}">
                      <a16:creationId xmlns:a16="http://schemas.microsoft.com/office/drawing/2014/main" id="{BF5D685A-16D6-5B40-9EEF-970D3CDCE370}"/>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97" name="Group 44">
                <a:extLst>
                  <a:ext uri="{FF2B5EF4-FFF2-40B4-BE49-F238E27FC236}">
                    <a16:creationId xmlns:a16="http://schemas.microsoft.com/office/drawing/2014/main" id="{058B095B-B9C0-F84A-B78C-FE9DCA729C71}"/>
                  </a:ext>
                </a:extLst>
              </p:cNvPr>
              <p:cNvGrpSpPr>
                <a:grpSpLocks/>
              </p:cNvGrpSpPr>
              <p:nvPr/>
            </p:nvGrpSpPr>
            <p:grpSpPr bwMode="auto">
              <a:xfrm>
                <a:off x="1456374" y="2507397"/>
                <a:ext cx="355165" cy="419100"/>
                <a:chOff x="2944" y="2425"/>
                <a:chExt cx="227" cy="264"/>
              </a:xfrm>
            </p:grpSpPr>
            <p:sp>
              <p:nvSpPr>
                <p:cNvPr id="298" name="Rectangle 45">
                  <a:extLst>
                    <a:ext uri="{FF2B5EF4-FFF2-40B4-BE49-F238E27FC236}">
                      <a16:creationId xmlns:a16="http://schemas.microsoft.com/office/drawing/2014/main" id="{7FBA9119-2A14-E84A-A39B-55E9D6AE939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9" name="Text Box 46">
                  <a:extLst>
                    <a:ext uri="{FF2B5EF4-FFF2-40B4-BE49-F238E27FC236}">
                      <a16:creationId xmlns:a16="http://schemas.microsoft.com/office/drawing/2014/main" id="{2944FA12-D5D2-E241-A9FC-D4A85A350D0A}"/>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e</a:t>
                  </a:r>
                  <a:endParaRPr lang="en-US" sz="2000" kern="0" dirty="0">
                    <a:solidFill>
                      <a:srgbClr val="000000"/>
                    </a:solidFill>
                  </a:endParaRPr>
                </a:p>
              </p:txBody>
            </p:sp>
          </p:grpSp>
        </p:grpSp>
        <p:grpSp>
          <p:nvGrpSpPr>
            <p:cNvPr id="286" name="Group 285">
              <a:extLst>
                <a:ext uri="{FF2B5EF4-FFF2-40B4-BE49-F238E27FC236}">
                  <a16:creationId xmlns:a16="http://schemas.microsoft.com/office/drawing/2014/main" id="{B9D4EE61-1CC1-6D4C-822D-300C73469B48}"/>
                </a:ext>
              </a:extLst>
            </p:cNvPr>
            <p:cNvGrpSpPr/>
            <p:nvPr/>
          </p:nvGrpSpPr>
          <p:grpSpPr>
            <a:xfrm>
              <a:off x="8197315" y="5805271"/>
              <a:ext cx="531821" cy="369069"/>
              <a:chOff x="1348328" y="2507397"/>
              <a:chExt cx="603916" cy="419100"/>
            </a:xfrm>
          </p:grpSpPr>
          <p:grpSp>
            <p:nvGrpSpPr>
              <p:cNvPr id="287" name="Group 286">
                <a:extLst>
                  <a:ext uri="{FF2B5EF4-FFF2-40B4-BE49-F238E27FC236}">
                    <a16:creationId xmlns:a16="http://schemas.microsoft.com/office/drawing/2014/main" id="{75D4F492-E56A-6541-9F9D-1D85B09999F3}"/>
                  </a:ext>
                </a:extLst>
              </p:cNvPr>
              <p:cNvGrpSpPr/>
              <p:nvPr/>
            </p:nvGrpSpPr>
            <p:grpSpPr>
              <a:xfrm>
                <a:off x="1348328" y="2555748"/>
                <a:ext cx="603916" cy="308999"/>
                <a:chOff x="5278570" y="2983486"/>
                <a:chExt cx="501650" cy="233363"/>
              </a:xfrm>
            </p:grpSpPr>
            <p:sp>
              <p:nvSpPr>
                <p:cNvPr id="291" name="Oval 5">
                  <a:extLst>
                    <a:ext uri="{FF2B5EF4-FFF2-40B4-BE49-F238E27FC236}">
                      <a16:creationId xmlns:a16="http://schemas.microsoft.com/office/drawing/2014/main" id="{190A087A-A659-3E4D-B4FE-1EA13D56BE4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2" name="Line 6">
                  <a:extLst>
                    <a:ext uri="{FF2B5EF4-FFF2-40B4-BE49-F238E27FC236}">
                      <a16:creationId xmlns:a16="http://schemas.microsoft.com/office/drawing/2014/main" id="{E7E9FE4A-5449-D244-A5A8-DEB5E1D8494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3" name="Line 7">
                  <a:extLst>
                    <a:ext uri="{FF2B5EF4-FFF2-40B4-BE49-F238E27FC236}">
                      <a16:creationId xmlns:a16="http://schemas.microsoft.com/office/drawing/2014/main" id="{8C243F83-93B5-2C49-9D61-2E8E8652A48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4" name="Rectangle 8">
                  <a:extLst>
                    <a:ext uri="{FF2B5EF4-FFF2-40B4-BE49-F238E27FC236}">
                      <a16:creationId xmlns:a16="http://schemas.microsoft.com/office/drawing/2014/main" id="{B0B61A2E-99AA-324F-8224-CB0B3B44042C}"/>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95" name="Oval 9">
                  <a:extLst>
                    <a:ext uri="{FF2B5EF4-FFF2-40B4-BE49-F238E27FC236}">
                      <a16:creationId xmlns:a16="http://schemas.microsoft.com/office/drawing/2014/main" id="{2F485C77-8179-0B4E-B93A-E5C91296B443}"/>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88" name="Group 44">
                <a:extLst>
                  <a:ext uri="{FF2B5EF4-FFF2-40B4-BE49-F238E27FC236}">
                    <a16:creationId xmlns:a16="http://schemas.microsoft.com/office/drawing/2014/main" id="{0826EA6F-730D-8C47-8DDA-2C65DD6716BA}"/>
                  </a:ext>
                </a:extLst>
              </p:cNvPr>
              <p:cNvGrpSpPr>
                <a:grpSpLocks/>
              </p:cNvGrpSpPr>
              <p:nvPr/>
            </p:nvGrpSpPr>
            <p:grpSpPr bwMode="auto">
              <a:xfrm>
                <a:off x="1492372" y="2507397"/>
                <a:ext cx="283194" cy="419100"/>
                <a:chOff x="2967" y="2425"/>
                <a:chExt cx="181" cy="264"/>
              </a:xfrm>
            </p:grpSpPr>
            <p:sp>
              <p:nvSpPr>
                <p:cNvPr id="289" name="Rectangle 45">
                  <a:extLst>
                    <a:ext uri="{FF2B5EF4-FFF2-40B4-BE49-F238E27FC236}">
                      <a16:creationId xmlns:a16="http://schemas.microsoft.com/office/drawing/2014/main" id="{C3E85E15-4F40-FF40-89C4-0E851470FA4F}"/>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0" name="Text Box 46">
                  <a:extLst>
                    <a:ext uri="{FF2B5EF4-FFF2-40B4-BE49-F238E27FC236}">
                      <a16:creationId xmlns:a16="http://schemas.microsoft.com/office/drawing/2014/main" id="{1905E332-CD71-E748-AE06-2A274A0D7B18}"/>
                    </a:ext>
                  </a:extLst>
                </p:cNvPr>
                <p:cNvSpPr txBox="1">
                  <a:spLocks noChangeArrowheads="1"/>
                </p:cNvSpPr>
                <p:nvPr/>
              </p:nvSpPr>
              <p:spPr bwMode="auto">
                <a:xfrm>
                  <a:off x="2967" y="2425"/>
                  <a:ext cx="18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f</a:t>
                  </a:r>
                  <a:endParaRPr lang="en-US" sz="2000" kern="0" dirty="0">
                    <a:solidFill>
                      <a:srgbClr val="000000"/>
                    </a:solidFill>
                  </a:endParaRPr>
                </a:p>
              </p:txBody>
            </p:sp>
          </p:grpSp>
        </p:grpSp>
      </p:grpSp>
      <p:grpSp>
        <p:nvGrpSpPr>
          <p:cNvPr id="314" name="Group 313">
            <a:extLst>
              <a:ext uri="{FF2B5EF4-FFF2-40B4-BE49-F238E27FC236}">
                <a16:creationId xmlns:a16="http://schemas.microsoft.com/office/drawing/2014/main" id="{917871C2-1731-FE43-944D-6364CCE85DA9}"/>
              </a:ext>
            </a:extLst>
          </p:cNvPr>
          <p:cNvGrpSpPr/>
          <p:nvPr/>
        </p:nvGrpSpPr>
        <p:grpSpPr>
          <a:xfrm>
            <a:off x="4333785" y="1906063"/>
            <a:ext cx="4395351" cy="404576"/>
            <a:chOff x="4333785" y="5772213"/>
            <a:chExt cx="4395351" cy="404576"/>
          </a:xfrm>
        </p:grpSpPr>
        <p:grpSp>
          <p:nvGrpSpPr>
            <p:cNvPr id="315" name="Group 314">
              <a:extLst>
                <a:ext uri="{FF2B5EF4-FFF2-40B4-BE49-F238E27FC236}">
                  <a16:creationId xmlns:a16="http://schemas.microsoft.com/office/drawing/2014/main" id="{68E7B419-D4D3-3A4B-86E1-D40C76B2BB2C}"/>
                </a:ext>
              </a:extLst>
            </p:cNvPr>
            <p:cNvGrpSpPr/>
            <p:nvPr/>
          </p:nvGrpSpPr>
          <p:grpSpPr>
            <a:xfrm>
              <a:off x="4333785" y="5772213"/>
              <a:ext cx="531821" cy="369069"/>
              <a:chOff x="1348328" y="2475647"/>
              <a:chExt cx="603916" cy="419100"/>
            </a:xfrm>
          </p:grpSpPr>
          <p:grpSp>
            <p:nvGrpSpPr>
              <p:cNvPr id="336" name="Group 335">
                <a:extLst>
                  <a:ext uri="{FF2B5EF4-FFF2-40B4-BE49-F238E27FC236}">
                    <a16:creationId xmlns:a16="http://schemas.microsoft.com/office/drawing/2014/main" id="{93705575-DDBD-3D44-B843-C77E28CEAAD2}"/>
                  </a:ext>
                </a:extLst>
              </p:cNvPr>
              <p:cNvGrpSpPr/>
              <p:nvPr/>
            </p:nvGrpSpPr>
            <p:grpSpPr>
              <a:xfrm>
                <a:off x="1348328" y="2555748"/>
                <a:ext cx="603916" cy="308999"/>
                <a:chOff x="5278570" y="2983486"/>
                <a:chExt cx="501650" cy="233363"/>
              </a:xfrm>
            </p:grpSpPr>
            <p:sp>
              <p:nvSpPr>
                <p:cNvPr id="340" name="Oval 5">
                  <a:extLst>
                    <a:ext uri="{FF2B5EF4-FFF2-40B4-BE49-F238E27FC236}">
                      <a16:creationId xmlns:a16="http://schemas.microsoft.com/office/drawing/2014/main" id="{AF888CEF-6837-CD45-809F-91550C92C80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1" name="Line 6">
                  <a:extLst>
                    <a:ext uri="{FF2B5EF4-FFF2-40B4-BE49-F238E27FC236}">
                      <a16:creationId xmlns:a16="http://schemas.microsoft.com/office/drawing/2014/main" id="{4535759C-A65E-D84B-9508-03E1DC0B824C}"/>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2" name="Line 7">
                  <a:extLst>
                    <a:ext uri="{FF2B5EF4-FFF2-40B4-BE49-F238E27FC236}">
                      <a16:creationId xmlns:a16="http://schemas.microsoft.com/office/drawing/2014/main" id="{FFA7BAB7-E53C-EC41-ACE7-66FCD862969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3" name="Rectangle 8">
                  <a:extLst>
                    <a:ext uri="{FF2B5EF4-FFF2-40B4-BE49-F238E27FC236}">
                      <a16:creationId xmlns:a16="http://schemas.microsoft.com/office/drawing/2014/main" id="{69E05203-3EC0-6447-8988-D4F7C2150FA6}"/>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44" name="Oval 9">
                  <a:extLst>
                    <a:ext uri="{FF2B5EF4-FFF2-40B4-BE49-F238E27FC236}">
                      <a16:creationId xmlns:a16="http://schemas.microsoft.com/office/drawing/2014/main" id="{D9043B05-A159-7D41-90D4-718D621EA02B}"/>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37" name="Group 44">
                <a:extLst>
                  <a:ext uri="{FF2B5EF4-FFF2-40B4-BE49-F238E27FC236}">
                    <a16:creationId xmlns:a16="http://schemas.microsoft.com/office/drawing/2014/main" id="{230264F8-C92F-C344-8341-A92C3D105F2A}"/>
                  </a:ext>
                </a:extLst>
              </p:cNvPr>
              <p:cNvGrpSpPr>
                <a:grpSpLocks/>
              </p:cNvGrpSpPr>
              <p:nvPr/>
            </p:nvGrpSpPr>
            <p:grpSpPr bwMode="auto">
              <a:xfrm>
                <a:off x="1456374" y="2475647"/>
                <a:ext cx="355165" cy="419100"/>
                <a:chOff x="2944" y="2405"/>
                <a:chExt cx="227" cy="264"/>
              </a:xfrm>
            </p:grpSpPr>
            <p:sp>
              <p:nvSpPr>
                <p:cNvPr id="338" name="Rectangle 45">
                  <a:extLst>
                    <a:ext uri="{FF2B5EF4-FFF2-40B4-BE49-F238E27FC236}">
                      <a16:creationId xmlns:a16="http://schemas.microsoft.com/office/drawing/2014/main" id="{F2B81453-DE5E-984D-B97A-6884B0BDD35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9" name="Text Box 46">
                  <a:extLst>
                    <a:ext uri="{FF2B5EF4-FFF2-40B4-BE49-F238E27FC236}">
                      <a16:creationId xmlns:a16="http://schemas.microsoft.com/office/drawing/2014/main" id="{35E945F9-D699-744B-ACB7-587B2AA668D3}"/>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a</a:t>
                  </a:r>
                  <a:endParaRPr lang="en-US" sz="2000" kern="0" dirty="0">
                    <a:solidFill>
                      <a:srgbClr val="000000"/>
                    </a:solidFill>
                  </a:endParaRPr>
                </a:p>
              </p:txBody>
            </p:sp>
          </p:grpSp>
        </p:grpSp>
        <p:grpSp>
          <p:nvGrpSpPr>
            <p:cNvPr id="316" name="Group 315">
              <a:extLst>
                <a:ext uri="{FF2B5EF4-FFF2-40B4-BE49-F238E27FC236}">
                  <a16:creationId xmlns:a16="http://schemas.microsoft.com/office/drawing/2014/main" id="{1CE7BA36-0E22-4F41-B503-121F0E8FF751}"/>
                </a:ext>
              </a:extLst>
            </p:cNvPr>
            <p:cNvGrpSpPr/>
            <p:nvPr/>
          </p:nvGrpSpPr>
          <p:grpSpPr>
            <a:xfrm>
              <a:off x="6263949" y="5807720"/>
              <a:ext cx="531821" cy="369069"/>
              <a:chOff x="1348328" y="2507397"/>
              <a:chExt cx="603916" cy="419100"/>
            </a:xfrm>
          </p:grpSpPr>
          <p:grpSp>
            <p:nvGrpSpPr>
              <p:cNvPr id="327" name="Group 326">
                <a:extLst>
                  <a:ext uri="{FF2B5EF4-FFF2-40B4-BE49-F238E27FC236}">
                    <a16:creationId xmlns:a16="http://schemas.microsoft.com/office/drawing/2014/main" id="{ABA31A37-F3CD-1746-9C86-0557D36C5404}"/>
                  </a:ext>
                </a:extLst>
              </p:cNvPr>
              <p:cNvGrpSpPr/>
              <p:nvPr/>
            </p:nvGrpSpPr>
            <p:grpSpPr>
              <a:xfrm>
                <a:off x="1348328" y="2555748"/>
                <a:ext cx="603916" cy="308999"/>
                <a:chOff x="5278570" y="2983486"/>
                <a:chExt cx="501650" cy="233363"/>
              </a:xfrm>
            </p:grpSpPr>
            <p:sp>
              <p:nvSpPr>
                <p:cNvPr id="331" name="Oval 5">
                  <a:extLst>
                    <a:ext uri="{FF2B5EF4-FFF2-40B4-BE49-F238E27FC236}">
                      <a16:creationId xmlns:a16="http://schemas.microsoft.com/office/drawing/2014/main" id="{39C9919B-E459-6946-BAB3-A266303D27E7}"/>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2" name="Line 6">
                  <a:extLst>
                    <a:ext uri="{FF2B5EF4-FFF2-40B4-BE49-F238E27FC236}">
                      <a16:creationId xmlns:a16="http://schemas.microsoft.com/office/drawing/2014/main" id="{61A62C09-3017-A541-9429-460C1A7F6B50}"/>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3" name="Line 7">
                  <a:extLst>
                    <a:ext uri="{FF2B5EF4-FFF2-40B4-BE49-F238E27FC236}">
                      <a16:creationId xmlns:a16="http://schemas.microsoft.com/office/drawing/2014/main" id="{86063EB7-D2C3-3447-B2FD-57FC1E74D327}"/>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4" name="Rectangle 8">
                  <a:extLst>
                    <a:ext uri="{FF2B5EF4-FFF2-40B4-BE49-F238E27FC236}">
                      <a16:creationId xmlns:a16="http://schemas.microsoft.com/office/drawing/2014/main" id="{BD5BCC42-3550-DF4A-BB55-F643AEBFD9AD}"/>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35" name="Oval 9">
                  <a:extLst>
                    <a:ext uri="{FF2B5EF4-FFF2-40B4-BE49-F238E27FC236}">
                      <a16:creationId xmlns:a16="http://schemas.microsoft.com/office/drawing/2014/main" id="{74611398-E647-494F-A7BD-186BB5CB5454}"/>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28" name="Group 44">
                <a:extLst>
                  <a:ext uri="{FF2B5EF4-FFF2-40B4-BE49-F238E27FC236}">
                    <a16:creationId xmlns:a16="http://schemas.microsoft.com/office/drawing/2014/main" id="{B57BC638-F090-114B-B8BF-7E2F4A6CC8F0}"/>
                  </a:ext>
                </a:extLst>
              </p:cNvPr>
              <p:cNvGrpSpPr>
                <a:grpSpLocks/>
              </p:cNvGrpSpPr>
              <p:nvPr/>
            </p:nvGrpSpPr>
            <p:grpSpPr bwMode="auto">
              <a:xfrm>
                <a:off x="1456374" y="2507397"/>
                <a:ext cx="355165" cy="419100"/>
                <a:chOff x="2944" y="2425"/>
                <a:chExt cx="227" cy="264"/>
              </a:xfrm>
            </p:grpSpPr>
            <p:sp>
              <p:nvSpPr>
                <p:cNvPr id="329" name="Rectangle 45">
                  <a:extLst>
                    <a:ext uri="{FF2B5EF4-FFF2-40B4-BE49-F238E27FC236}">
                      <a16:creationId xmlns:a16="http://schemas.microsoft.com/office/drawing/2014/main" id="{0F91A427-A1B7-A54C-8320-A92F425DFC7E}"/>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0" name="Text Box 46">
                  <a:extLst>
                    <a:ext uri="{FF2B5EF4-FFF2-40B4-BE49-F238E27FC236}">
                      <a16:creationId xmlns:a16="http://schemas.microsoft.com/office/drawing/2014/main" id="{E600E15A-04DE-4F44-AD3B-D284039393AF}"/>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b</a:t>
                  </a:r>
                  <a:endParaRPr lang="en-US" sz="2000" kern="0" dirty="0">
                    <a:solidFill>
                      <a:srgbClr val="000000"/>
                    </a:solidFill>
                  </a:endParaRPr>
                </a:p>
              </p:txBody>
            </p:sp>
          </p:grpSp>
        </p:grpSp>
        <p:grpSp>
          <p:nvGrpSpPr>
            <p:cNvPr id="317" name="Group 316">
              <a:extLst>
                <a:ext uri="{FF2B5EF4-FFF2-40B4-BE49-F238E27FC236}">
                  <a16:creationId xmlns:a16="http://schemas.microsoft.com/office/drawing/2014/main" id="{2EB87748-B820-0349-A8AC-FE8BBD55B257}"/>
                </a:ext>
              </a:extLst>
            </p:cNvPr>
            <p:cNvGrpSpPr/>
            <p:nvPr/>
          </p:nvGrpSpPr>
          <p:grpSpPr>
            <a:xfrm>
              <a:off x="8197315" y="5805271"/>
              <a:ext cx="531821" cy="369069"/>
              <a:chOff x="1348328" y="2507397"/>
              <a:chExt cx="603916" cy="419100"/>
            </a:xfrm>
          </p:grpSpPr>
          <p:grpSp>
            <p:nvGrpSpPr>
              <p:cNvPr id="318" name="Group 317">
                <a:extLst>
                  <a:ext uri="{FF2B5EF4-FFF2-40B4-BE49-F238E27FC236}">
                    <a16:creationId xmlns:a16="http://schemas.microsoft.com/office/drawing/2014/main" id="{EB6E4C7D-CDAA-7F47-A797-1E5FB2A80494}"/>
                  </a:ext>
                </a:extLst>
              </p:cNvPr>
              <p:cNvGrpSpPr/>
              <p:nvPr/>
            </p:nvGrpSpPr>
            <p:grpSpPr>
              <a:xfrm>
                <a:off x="1348328" y="2555748"/>
                <a:ext cx="603916" cy="308999"/>
                <a:chOff x="5278570" y="2983486"/>
                <a:chExt cx="501650" cy="233363"/>
              </a:xfrm>
            </p:grpSpPr>
            <p:sp>
              <p:nvSpPr>
                <p:cNvPr id="322" name="Oval 5">
                  <a:extLst>
                    <a:ext uri="{FF2B5EF4-FFF2-40B4-BE49-F238E27FC236}">
                      <a16:creationId xmlns:a16="http://schemas.microsoft.com/office/drawing/2014/main" id="{F9943B67-FB21-3647-869F-669BE6A721C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3" name="Line 6">
                  <a:extLst>
                    <a:ext uri="{FF2B5EF4-FFF2-40B4-BE49-F238E27FC236}">
                      <a16:creationId xmlns:a16="http://schemas.microsoft.com/office/drawing/2014/main" id="{57CCD935-17C4-B04B-B482-9A946E848EC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4" name="Line 7">
                  <a:extLst>
                    <a:ext uri="{FF2B5EF4-FFF2-40B4-BE49-F238E27FC236}">
                      <a16:creationId xmlns:a16="http://schemas.microsoft.com/office/drawing/2014/main" id="{2FE8EAFF-CC53-364C-974F-2F913B960D6B}"/>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5" name="Rectangle 8">
                  <a:extLst>
                    <a:ext uri="{FF2B5EF4-FFF2-40B4-BE49-F238E27FC236}">
                      <a16:creationId xmlns:a16="http://schemas.microsoft.com/office/drawing/2014/main" id="{B25B691E-9E1D-1E4F-9419-9156013814CE}"/>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26" name="Oval 9">
                  <a:extLst>
                    <a:ext uri="{FF2B5EF4-FFF2-40B4-BE49-F238E27FC236}">
                      <a16:creationId xmlns:a16="http://schemas.microsoft.com/office/drawing/2014/main" id="{9CB3B73F-9E39-EC4E-83F7-FBE10697408E}"/>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19" name="Group 44">
                <a:extLst>
                  <a:ext uri="{FF2B5EF4-FFF2-40B4-BE49-F238E27FC236}">
                    <a16:creationId xmlns:a16="http://schemas.microsoft.com/office/drawing/2014/main" id="{0F42679C-ED56-BC45-8C82-597609DBD4D2}"/>
                  </a:ext>
                </a:extLst>
              </p:cNvPr>
              <p:cNvGrpSpPr>
                <a:grpSpLocks/>
              </p:cNvGrpSpPr>
              <p:nvPr/>
            </p:nvGrpSpPr>
            <p:grpSpPr bwMode="auto">
              <a:xfrm>
                <a:off x="1464216" y="2507397"/>
                <a:ext cx="341085" cy="419100"/>
                <a:chOff x="2949" y="2425"/>
                <a:chExt cx="218" cy="264"/>
              </a:xfrm>
            </p:grpSpPr>
            <p:sp>
              <p:nvSpPr>
                <p:cNvPr id="320" name="Rectangle 45">
                  <a:extLst>
                    <a:ext uri="{FF2B5EF4-FFF2-40B4-BE49-F238E27FC236}">
                      <a16:creationId xmlns:a16="http://schemas.microsoft.com/office/drawing/2014/main" id="{CF557465-1C6C-1245-9762-D6D2D9F891F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1" name="Text Box 46">
                  <a:extLst>
                    <a:ext uri="{FF2B5EF4-FFF2-40B4-BE49-F238E27FC236}">
                      <a16:creationId xmlns:a16="http://schemas.microsoft.com/office/drawing/2014/main" id="{CEEF1658-9381-E84D-81A0-1A501484FB8A}"/>
                    </a:ext>
                  </a:extLst>
                </p:cNvPr>
                <p:cNvSpPr txBox="1">
                  <a:spLocks noChangeArrowheads="1"/>
                </p:cNvSpPr>
                <p:nvPr/>
              </p:nvSpPr>
              <p:spPr bwMode="auto">
                <a:xfrm>
                  <a:off x="2949" y="2425"/>
                  <a:ext cx="218"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c</a:t>
                  </a:r>
                  <a:endParaRPr lang="en-US" sz="2000" kern="0" dirty="0">
                    <a:solidFill>
                      <a:srgbClr val="000000"/>
                    </a:solidFill>
                  </a:endParaRPr>
                </a:p>
              </p:txBody>
            </p:sp>
          </p:grpSp>
        </p:grpSp>
      </p:grpSp>
      <p:sp>
        <p:nvSpPr>
          <p:cNvPr id="346" name="Right Arrow 345">
            <a:extLst>
              <a:ext uri="{FF2B5EF4-FFF2-40B4-BE49-F238E27FC236}">
                <a16:creationId xmlns:a16="http://schemas.microsoft.com/office/drawing/2014/main" id="{042BFE25-0F60-794A-B634-E33D42BAAD21}"/>
              </a:ext>
            </a:extLst>
          </p:cNvPr>
          <p:cNvSpPr/>
          <p:nvPr/>
        </p:nvSpPr>
        <p:spPr>
          <a:xfrm rot="10800000">
            <a:off x="5660017" y="5843033"/>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47" name="Right Arrow 346">
            <a:extLst>
              <a:ext uri="{FF2B5EF4-FFF2-40B4-BE49-F238E27FC236}">
                <a16:creationId xmlns:a16="http://schemas.microsoft.com/office/drawing/2014/main" id="{E9AE3BA5-DCA8-5D4F-A6D6-75EF46834F58}"/>
              </a:ext>
            </a:extLst>
          </p:cNvPr>
          <p:cNvSpPr/>
          <p:nvPr/>
        </p:nvSpPr>
        <p:spPr>
          <a:xfrm>
            <a:off x="4897326" y="5847950"/>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48" name="Right Arrow 347">
            <a:extLst>
              <a:ext uri="{FF2B5EF4-FFF2-40B4-BE49-F238E27FC236}">
                <a16:creationId xmlns:a16="http://schemas.microsoft.com/office/drawing/2014/main" id="{80E704B5-3D0B-2A41-AF24-0F438DFF3159}"/>
              </a:ext>
            </a:extLst>
          </p:cNvPr>
          <p:cNvSpPr/>
          <p:nvPr/>
        </p:nvSpPr>
        <p:spPr>
          <a:xfrm rot="10800000">
            <a:off x="5651998" y="3904611"/>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49" name="Right Arrow 348">
            <a:extLst>
              <a:ext uri="{FF2B5EF4-FFF2-40B4-BE49-F238E27FC236}">
                <a16:creationId xmlns:a16="http://schemas.microsoft.com/office/drawing/2014/main" id="{D96C2F6A-C449-3E42-9B4A-5B9F8178C165}"/>
              </a:ext>
            </a:extLst>
          </p:cNvPr>
          <p:cNvSpPr/>
          <p:nvPr/>
        </p:nvSpPr>
        <p:spPr>
          <a:xfrm>
            <a:off x="4905348" y="3909528"/>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0" name="Right Arrow 349">
            <a:extLst>
              <a:ext uri="{FF2B5EF4-FFF2-40B4-BE49-F238E27FC236}">
                <a16:creationId xmlns:a16="http://schemas.microsoft.com/office/drawing/2014/main" id="{39F8950B-5EB1-4B4E-A0EF-73943A219C7C}"/>
              </a:ext>
            </a:extLst>
          </p:cNvPr>
          <p:cNvSpPr/>
          <p:nvPr/>
        </p:nvSpPr>
        <p:spPr>
          <a:xfrm rot="10800000">
            <a:off x="5660020" y="1966189"/>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1" name="Right Arrow 350">
            <a:extLst>
              <a:ext uri="{FF2B5EF4-FFF2-40B4-BE49-F238E27FC236}">
                <a16:creationId xmlns:a16="http://schemas.microsoft.com/office/drawing/2014/main" id="{DF406DB6-2900-7C44-9860-A0ADA23E2211}"/>
              </a:ext>
            </a:extLst>
          </p:cNvPr>
          <p:cNvSpPr/>
          <p:nvPr/>
        </p:nvSpPr>
        <p:spPr>
          <a:xfrm>
            <a:off x="4924064" y="1987147"/>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2" name="Right Arrow 351">
            <a:extLst>
              <a:ext uri="{FF2B5EF4-FFF2-40B4-BE49-F238E27FC236}">
                <a16:creationId xmlns:a16="http://schemas.microsoft.com/office/drawing/2014/main" id="{EE34E15B-D663-B047-93CF-9B1CD724C0A5}"/>
              </a:ext>
            </a:extLst>
          </p:cNvPr>
          <p:cNvSpPr/>
          <p:nvPr/>
        </p:nvSpPr>
        <p:spPr>
          <a:xfrm rot="10800000">
            <a:off x="7582399" y="1968862"/>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3" name="Right Arrow 352">
            <a:extLst>
              <a:ext uri="{FF2B5EF4-FFF2-40B4-BE49-F238E27FC236}">
                <a16:creationId xmlns:a16="http://schemas.microsoft.com/office/drawing/2014/main" id="{C5E35028-9133-1F45-82D3-DD70357904CF}"/>
              </a:ext>
            </a:extLst>
          </p:cNvPr>
          <p:cNvSpPr/>
          <p:nvPr/>
        </p:nvSpPr>
        <p:spPr>
          <a:xfrm>
            <a:off x="6819708" y="1973779"/>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4" name="Right Arrow 353">
            <a:extLst>
              <a:ext uri="{FF2B5EF4-FFF2-40B4-BE49-F238E27FC236}">
                <a16:creationId xmlns:a16="http://schemas.microsoft.com/office/drawing/2014/main" id="{F9910D40-9F0B-7C47-BDEC-508FFA6BCFDB}"/>
              </a:ext>
            </a:extLst>
          </p:cNvPr>
          <p:cNvSpPr/>
          <p:nvPr/>
        </p:nvSpPr>
        <p:spPr>
          <a:xfrm rot="10800000">
            <a:off x="7595769" y="3907283"/>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5" name="Right Arrow 354">
            <a:extLst>
              <a:ext uri="{FF2B5EF4-FFF2-40B4-BE49-F238E27FC236}">
                <a16:creationId xmlns:a16="http://schemas.microsoft.com/office/drawing/2014/main" id="{EBB9FB89-D51A-8145-8D43-15C959806E3C}"/>
              </a:ext>
            </a:extLst>
          </p:cNvPr>
          <p:cNvSpPr/>
          <p:nvPr/>
        </p:nvSpPr>
        <p:spPr>
          <a:xfrm>
            <a:off x="6833078" y="3912200"/>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58" name="TextBox 157">
            <a:extLst>
              <a:ext uri="{FF2B5EF4-FFF2-40B4-BE49-F238E27FC236}">
                <a16:creationId xmlns:a16="http://schemas.microsoft.com/office/drawing/2014/main" id="{766038ED-ED2A-EA48-9435-9C5569CA63F0}"/>
              </a:ext>
            </a:extLst>
          </p:cNvPr>
          <p:cNvSpPr txBox="1"/>
          <p:nvPr/>
        </p:nvSpPr>
        <p:spPr>
          <a:xfrm flipH="1">
            <a:off x="476445" y="3078991"/>
            <a:ext cx="2195814" cy="2585323"/>
          </a:xfrm>
          <a:prstGeom prst="rect">
            <a:avLst/>
          </a:prstGeom>
          <a:noFill/>
        </p:spPr>
        <p:txBody>
          <a:bodyPr wrap="square" rtlCol="0">
            <a:spAutoFit/>
          </a:bodyPr>
          <a:lstStyle/>
          <a:p>
            <a:pPr>
              <a:lnSpc>
                <a:spcPct val="90000"/>
              </a:lnSpc>
              <a:buClr>
                <a:srgbClr val="0000A8"/>
              </a:buClr>
            </a:pPr>
            <a:r>
              <a:rPr lang="en-US" dirty="0">
                <a:solidFill>
                  <a:prstClr val="black"/>
                </a:solidFill>
              </a:rPr>
              <a:t>All nodes:</a:t>
            </a:r>
          </a:p>
          <a:p>
            <a:pPr marL="174625" indent="-174625">
              <a:lnSpc>
                <a:spcPct val="90000"/>
              </a:lnSpc>
              <a:buClr>
                <a:prstClr val="white">
                  <a:lumMod val="75000"/>
                </a:prstClr>
              </a:buClr>
              <a:buFont typeface="Wingdings" pitchFamily="2" charset="2"/>
              <a:buChar char="§"/>
            </a:pPr>
            <a:r>
              <a:rPr lang="en-US" dirty="0">
                <a:solidFill>
                  <a:prstClr val="white">
                    <a:lumMod val="75000"/>
                  </a:prstClr>
                </a:solidFill>
              </a:rPr>
              <a:t>receive distance vectors from neighbors</a:t>
            </a:r>
          </a:p>
          <a:p>
            <a:pPr marL="174625" indent="-174625">
              <a:lnSpc>
                <a:spcPct val="90000"/>
              </a:lnSpc>
              <a:buClr>
                <a:prstClr val="white">
                  <a:lumMod val="75000"/>
                </a:prstClr>
              </a:buClr>
              <a:buFont typeface="Wingdings" pitchFamily="2" charset="2"/>
              <a:buChar char="§"/>
            </a:pPr>
            <a:r>
              <a:rPr lang="en-US" dirty="0">
                <a:solidFill>
                  <a:prstClr val="white">
                    <a:lumMod val="75000"/>
                  </a:prstClr>
                </a:solidFill>
              </a:rPr>
              <a:t>compute their new local  distance vector</a:t>
            </a:r>
          </a:p>
          <a:p>
            <a:pPr marL="174625" indent="-174625">
              <a:lnSpc>
                <a:spcPct val="90000"/>
              </a:lnSpc>
              <a:buClr>
                <a:srgbClr val="0000A8"/>
              </a:buClr>
              <a:buFont typeface="Wingdings" pitchFamily="2" charset="2"/>
              <a:buChar char="§"/>
            </a:pPr>
            <a:r>
              <a:rPr lang="en-US" dirty="0">
                <a:solidFill>
                  <a:prstClr val="black"/>
                </a:solidFill>
              </a:rPr>
              <a:t>send their new local distance vector to neighbors</a:t>
            </a:r>
          </a:p>
        </p:txBody>
      </p:sp>
      <p:grpSp>
        <p:nvGrpSpPr>
          <p:cNvPr id="159" name="Group 158">
            <a:extLst>
              <a:ext uri="{FF2B5EF4-FFF2-40B4-BE49-F238E27FC236}">
                <a16:creationId xmlns:a16="http://schemas.microsoft.com/office/drawing/2014/main" id="{4AAED925-F16C-8F45-B5D7-47EABDB0B993}"/>
              </a:ext>
            </a:extLst>
          </p:cNvPr>
          <p:cNvGrpSpPr/>
          <p:nvPr/>
        </p:nvGrpSpPr>
        <p:grpSpPr>
          <a:xfrm>
            <a:off x="584365" y="1859143"/>
            <a:ext cx="736099" cy="1229581"/>
            <a:chOff x="10030307" y="3444875"/>
            <a:chExt cx="736099" cy="1229581"/>
          </a:xfrm>
        </p:grpSpPr>
        <p:sp>
          <p:nvSpPr>
            <p:cNvPr id="160" name="TextBox 159">
              <a:extLst>
                <a:ext uri="{FF2B5EF4-FFF2-40B4-BE49-F238E27FC236}">
                  <a16:creationId xmlns:a16="http://schemas.microsoft.com/office/drawing/2014/main" id="{6655EB12-A2B9-9D4A-A0A9-F9958BDB0106}"/>
                </a:ext>
              </a:extLst>
            </p:cNvPr>
            <p:cNvSpPr txBox="1"/>
            <p:nvPr/>
          </p:nvSpPr>
          <p:spPr>
            <a:xfrm>
              <a:off x="10030307" y="4089681"/>
              <a:ext cx="736099" cy="584775"/>
            </a:xfrm>
            <a:prstGeom prst="rect">
              <a:avLst/>
            </a:prstGeom>
            <a:noFill/>
          </p:spPr>
          <p:txBody>
            <a:bodyPr wrap="none" rtlCol="0">
              <a:spAutoFit/>
            </a:bodyPr>
            <a:lstStyle/>
            <a:p>
              <a:r>
                <a:rPr lang="en-US" sz="3200" dirty="0">
                  <a:solidFill>
                    <a:prstClr val="black"/>
                  </a:solidFill>
                </a:rPr>
                <a:t>t=2</a:t>
              </a:r>
            </a:p>
          </p:txBody>
        </p:sp>
        <p:grpSp>
          <p:nvGrpSpPr>
            <p:cNvPr id="161" name="Group 160">
              <a:extLst>
                <a:ext uri="{FF2B5EF4-FFF2-40B4-BE49-F238E27FC236}">
                  <a16:creationId xmlns:a16="http://schemas.microsoft.com/office/drawing/2014/main" id="{0523D739-F413-264B-A745-A38C62E06D3B}"/>
                </a:ext>
              </a:extLst>
            </p:cNvPr>
            <p:cNvGrpSpPr/>
            <p:nvPr/>
          </p:nvGrpSpPr>
          <p:grpSpPr>
            <a:xfrm>
              <a:off x="10034588" y="3444875"/>
              <a:ext cx="682627" cy="682625"/>
              <a:chOff x="10034588" y="3444875"/>
              <a:chExt cx="682627" cy="682625"/>
            </a:xfrm>
          </p:grpSpPr>
          <p:sp>
            <p:nvSpPr>
              <p:cNvPr id="162" name="Oval 161">
                <a:extLst>
                  <a:ext uri="{FF2B5EF4-FFF2-40B4-BE49-F238E27FC236}">
                    <a16:creationId xmlns:a16="http://schemas.microsoft.com/office/drawing/2014/main" id="{CB814881-01DB-0E43-BA2F-B64D7EA26896}"/>
                  </a:ext>
                </a:extLst>
              </p:cNvPr>
              <p:cNvSpPr/>
              <p:nvPr/>
            </p:nvSpPr>
            <p:spPr>
              <a:xfrm>
                <a:off x="10039551" y="3449256"/>
                <a:ext cx="671332" cy="671332"/>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163" name="Straight Connector 162">
                <a:extLst>
                  <a:ext uri="{FF2B5EF4-FFF2-40B4-BE49-F238E27FC236}">
                    <a16:creationId xmlns:a16="http://schemas.microsoft.com/office/drawing/2014/main" id="{08775389-41CA-4740-B083-4D54E5FAECED}"/>
                  </a:ext>
                </a:extLst>
              </p:cNvPr>
              <p:cNvCxnSpPr/>
              <p:nvPr/>
            </p:nvCxnSpPr>
            <p:spPr>
              <a:xfrm>
                <a:off x="10372725" y="34448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3E6B6CB9-512E-6343-AD8B-BBAB6CE819A4}"/>
                  </a:ext>
                </a:extLst>
              </p:cNvPr>
              <p:cNvCxnSpPr/>
              <p:nvPr/>
            </p:nvCxnSpPr>
            <p:spPr>
              <a:xfrm>
                <a:off x="10372725" y="40671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6B84002D-08B3-2041-9EB9-DE4D7AA96DC7}"/>
                  </a:ext>
                </a:extLst>
              </p:cNvPr>
              <p:cNvCxnSpPr>
                <a:cxnSpLocks/>
              </p:cNvCxnSpPr>
              <p:nvPr/>
            </p:nvCxnSpPr>
            <p:spPr>
              <a:xfrm rot="16200000">
                <a:off x="10064751"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10AF67D-3C60-074D-85D9-BB7F3C22BA6E}"/>
                  </a:ext>
                </a:extLst>
              </p:cNvPr>
              <p:cNvCxnSpPr>
                <a:cxnSpLocks/>
              </p:cNvCxnSpPr>
              <p:nvPr/>
            </p:nvCxnSpPr>
            <p:spPr>
              <a:xfrm rot="16200000">
                <a:off x="10687053"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D7001C9A-A249-5941-879B-C26FFA2151F7}"/>
                  </a:ext>
                </a:extLst>
              </p:cNvPr>
              <p:cNvCxnSpPr>
                <a:cxnSpLocks/>
              </p:cNvCxnSpPr>
              <p:nvPr/>
            </p:nvCxnSpPr>
            <p:spPr>
              <a:xfrm>
                <a:off x="10523542" y="40370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F6CFD6FA-4D66-9F4F-9565-82515FD78B17}"/>
                  </a:ext>
                </a:extLst>
              </p:cNvPr>
              <p:cNvCxnSpPr>
                <a:cxnSpLocks/>
              </p:cNvCxnSpPr>
              <p:nvPr/>
            </p:nvCxnSpPr>
            <p:spPr>
              <a:xfrm>
                <a:off x="10202867" y="34909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3AF8B4F1-6823-4E49-BDC2-8B3DFF75FC97}"/>
                  </a:ext>
                </a:extLst>
              </p:cNvPr>
              <p:cNvCxnSpPr>
                <a:cxnSpLocks/>
              </p:cNvCxnSpPr>
              <p:nvPr/>
            </p:nvCxnSpPr>
            <p:spPr>
              <a:xfrm flipH="1">
                <a:off x="10196517" y="40338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A8A30E75-242F-B744-AD86-D5121CF798F7}"/>
                  </a:ext>
                </a:extLst>
              </p:cNvPr>
              <p:cNvCxnSpPr>
                <a:cxnSpLocks/>
              </p:cNvCxnSpPr>
              <p:nvPr/>
            </p:nvCxnSpPr>
            <p:spPr>
              <a:xfrm flipH="1">
                <a:off x="10517192" y="34877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CA6C8979-7ABA-2548-A690-DBB79A1510E8}"/>
                  </a:ext>
                </a:extLst>
              </p:cNvPr>
              <p:cNvCxnSpPr>
                <a:cxnSpLocks/>
              </p:cNvCxnSpPr>
              <p:nvPr/>
            </p:nvCxnSpPr>
            <p:spPr>
              <a:xfrm flipH="1">
                <a:off x="10631493" y="36115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9D0B68AA-F684-FE43-A969-18E51C1C177F}"/>
                  </a:ext>
                </a:extLst>
              </p:cNvPr>
              <p:cNvCxnSpPr>
                <a:cxnSpLocks/>
              </p:cNvCxnSpPr>
              <p:nvPr/>
            </p:nvCxnSpPr>
            <p:spPr>
              <a:xfrm flipH="1">
                <a:off x="10085393" y="39290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5419F84A-0D3B-EF47-949B-02A63FAFFC86}"/>
                  </a:ext>
                </a:extLst>
              </p:cNvPr>
              <p:cNvCxnSpPr>
                <a:cxnSpLocks/>
              </p:cNvCxnSpPr>
              <p:nvPr/>
            </p:nvCxnSpPr>
            <p:spPr>
              <a:xfrm flipH="1" flipV="1">
                <a:off x="10094918" y="36147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FDC9525E-B8EE-704E-94A9-DA434054CDB0}"/>
                  </a:ext>
                </a:extLst>
              </p:cNvPr>
              <p:cNvCxnSpPr>
                <a:cxnSpLocks/>
              </p:cNvCxnSpPr>
              <p:nvPr/>
            </p:nvCxnSpPr>
            <p:spPr>
              <a:xfrm flipH="1" flipV="1">
                <a:off x="10631493" y="39322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175" name="Oval 174">
                <a:extLst>
                  <a:ext uri="{FF2B5EF4-FFF2-40B4-BE49-F238E27FC236}">
                    <a16:creationId xmlns:a16="http://schemas.microsoft.com/office/drawing/2014/main" id="{1326D6D5-4368-3242-940E-7E5978F1247E}"/>
                  </a:ext>
                </a:extLst>
              </p:cNvPr>
              <p:cNvSpPr/>
              <p:nvPr/>
            </p:nvSpPr>
            <p:spPr>
              <a:xfrm>
                <a:off x="10331450" y="3743325"/>
                <a:ext cx="82550" cy="87136"/>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cxnSp>
        <p:nvCxnSpPr>
          <p:cNvPr id="153" name="Straight Connector 152">
            <a:extLst>
              <a:ext uri="{FF2B5EF4-FFF2-40B4-BE49-F238E27FC236}">
                <a16:creationId xmlns:a16="http://schemas.microsoft.com/office/drawing/2014/main" id="{1BDF6761-A298-0649-AD22-E32D353E085B}"/>
              </a:ext>
            </a:extLst>
          </p:cNvPr>
          <p:cNvCxnSpPr>
            <a:cxnSpLocks/>
          </p:cNvCxnSpPr>
          <p:nvPr/>
        </p:nvCxnSpPr>
        <p:spPr>
          <a:xfrm flipH="1">
            <a:off x="919556" y="2070953"/>
            <a:ext cx="240612" cy="121026"/>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593956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1032"/>
                                        </p:tgtEl>
                                        <p:attrNameLst>
                                          <p:attrName>style.visibility</p:attrName>
                                        </p:attrNameLst>
                                      </p:cBhvr>
                                      <p:to>
                                        <p:strVal val="visible"/>
                                      </p:to>
                                    </p:set>
                                    <p:animEffect transition="in" filter="wipe(up)">
                                      <p:cBhvr>
                                        <p:cTn id="7" dur="1000"/>
                                        <p:tgtEl>
                                          <p:spTgt spid="1032"/>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351"/>
                                        </p:tgtEl>
                                        <p:attrNameLst>
                                          <p:attrName>style.visibility</p:attrName>
                                        </p:attrNameLst>
                                      </p:cBhvr>
                                      <p:to>
                                        <p:strVal val="visible"/>
                                      </p:to>
                                    </p:set>
                                    <p:animEffect transition="in" filter="wipe(left)">
                                      <p:cBhvr>
                                        <p:cTn id="10" dur="1000"/>
                                        <p:tgtEl>
                                          <p:spTgt spid="351"/>
                                        </p:tgtEl>
                                      </p:cBhvr>
                                    </p:animEffect>
                                  </p:childTnLst>
                                </p:cTn>
                              </p:par>
                              <p:par>
                                <p:cTn id="11" presetID="22" presetClass="entr" presetSubtype="2" fill="hold" grpId="0" nodeType="withEffect">
                                  <p:stCondLst>
                                    <p:cond delay="0"/>
                                  </p:stCondLst>
                                  <p:childTnLst>
                                    <p:set>
                                      <p:cBhvr>
                                        <p:cTn id="12" dur="1" fill="hold">
                                          <p:stCondLst>
                                            <p:cond delay="0"/>
                                          </p:stCondLst>
                                        </p:cTn>
                                        <p:tgtEl>
                                          <p:spTgt spid="350"/>
                                        </p:tgtEl>
                                        <p:attrNameLst>
                                          <p:attrName>style.visibility</p:attrName>
                                        </p:attrNameLst>
                                      </p:cBhvr>
                                      <p:to>
                                        <p:strVal val="visible"/>
                                      </p:to>
                                    </p:set>
                                    <p:animEffect transition="in" filter="wipe(right)">
                                      <p:cBhvr>
                                        <p:cTn id="13" dur="1000"/>
                                        <p:tgtEl>
                                          <p:spTgt spid="350"/>
                                        </p:tgtEl>
                                      </p:cBhvr>
                                    </p:animEffect>
                                  </p:childTnLst>
                                </p:cTn>
                              </p:par>
                              <p:par>
                                <p:cTn id="14" presetID="22" presetClass="entr" presetSubtype="1" fill="hold" grpId="0" nodeType="withEffect">
                                  <p:stCondLst>
                                    <p:cond delay="0"/>
                                  </p:stCondLst>
                                  <p:childTnLst>
                                    <p:set>
                                      <p:cBhvr>
                                        <p:cTn id="15" dur="1" fill="hold">
                                          <p:stCondLst>
                                            <p:cond delay="0"/>
                                          </p:stCondLst>
                                        </p:cTn>
                                        <p:tgtEl>
                                          <p:spTgt spid="268"/>
                                        </p:tgtEl>
                                        <p:attrNameLst>
                                          <p:attrName>style.visibility</p:attrName>
                                        </p:attrNameLst>
                                      </p:cBhvr>
                                      <p:to>
                                        <p:strVal val="visible"/>
                                      </p:to>
                                    </p:set>
                                    <p:animEffect transition="in" filter="wipe(up)">
                                      <p:cBhvr>
                                        <p:cTn id="16" dur="1000"/>
                                        <p:tgtEl>
                                          <p:spTgt spid="268"/>
                                        </p:tgtEl>
                                      </p:cBhvr>
                                    </p:animEffect>
                                  </p:childTnLst>
                                </p:cTn>
                              </p:par>
                              <p:par>
                                <p:cTn id="17" presetID="22" presetClass="entr" presetSubtype="8" fill="hold" grpId="0" nodeType="withEffect">
                                  <p:stCondLst>
                                    <p:cond delay="0"/>
                                  </p:stCondLst>
                                  <p:childTnLst>
                                    <p:set>
                                      <p:cBhvr>
                                        <p:cTn id="18" dur="1" fill="hold">
                                          <p:stCondLst>
                                            <p:cond delay="0"/>
                                          </p:stCondLst>
                                        </p:cTn>
                                        <p:tgtEl>
                                          <p:spTgt spid="353"/>
                                        </p:tgtEl>
                                        <p:attrNameLst>
                                          <p:attrName>style.visibility</p:attrName>
                                        </p:attrNameLst>
                                      </p:cBhvr>
                                      <p:to>
                                        <p:strVal val="visible"/>
                                      </p:to>
                                    </p:set>
                                    <p:animEffect transition="in" filter="wipe(left)">
                                      <p:cBhvr>
                                        <p:cTn id="19" dur="1000"/>
                                        <p:tgtEl>
                                          <p:spTgt spid="353"/>
                                        </p:tgtEl>
                                      </p:cBhvr>
                                    </p:animEffect>
                                  </p:childTnLst>
                                </p:cTn>
                              </p:par>
                              <p:par>
                                <p:cTn id="20" presetID="22" presetClass="entr" presetSubtype="2" fill="hold" grpId="0" nodeType="withEffect">
                                  <p:stCondLst>
                                    <p:cond delay="0"/>
                                  </p:stCondLst>
                                  <p:childTnLst>
                                    <p:set>
                                      <p:cBhvr>
                                        <p:cTn id="21" dur="1" fill="hold">
                                          <p:stCondLst>
                                            <p:cond delay="0"/>
                                          </p:stCondLst>
                                        </p:cTn>
                                        <p:tgtEl>
                                          <p:spTgt spid="352"/>
                                        </p:tgtEl>
                                        <p:attrNameLst>
                                          <p:attrName>style.visibility</p:attrName>
                                        </p:attrNameLst>
                                      </p:cBhvr>
                                      <p:to>
                                        <p:strVal val="visible"/>
                                      </p:to>
                                    </p:set>
                                    <p:animEffect transition="in" filter="wipe(right)">
                                      <p:cBhvr>
                                        <p:cTn id="22" dur="1000"/>
                                        <p:tgtEl>
                                          <p:spTgt spid="352"/>
                                        </p:tgtEl>
                                      </p:cBhvr>
                                    </p:animEffect>
                                  </p:childTnLst>
                                </p:cTn>
                              </p:par>
                              <p:par>
                                <p:cTn id="23" presetID="22" presetClass="entr" presetSubtype="4" fill="hold" grpId="0" nodeType="withEffect">
                                  <p:stCondLst>
                                    <p:cond delay="0"/>
                                  </p:stCondLst>
                                  <p:childTnLst>
                                    <p:set>
                                      <p:cBhvr>
                                        <p:cTn id="24" dur="1" fill="hold">
                                          <p:stCondLst>
                                            <p:cond delay="0"/>
                                          </p:stCondLst>
                                        </p:cTn>
                                        <p:tgtEl>
                                          <p:spTgt spid="267"/>
                                        </p:tgtEl>
                                        <p:attrNameLst>
                                          <p:attrName>style.visibility</p:attrName>
                                        </p:attrNameLst>
                                      </p:cBhvr>
                                      <p:to>
                                        <p:strVal val="visible"/>
                                      </p:to>
                                    </p:set>
                                    <p:animEffect transition="in" filter="wipe(down)">
                                      <p:cBhvr>
                                        <p:cTn id="25" dur="1000"/>
                                        <p:tgtEl>
                                          <p:spTgt spid="267"/>
                                        </p:tgtEl>
                                      </p:cBhvr>
                                    </p:animEffect>
                                  </p:childTnLst>
                                </p:cTn>
                              </p:par>
                              <p:par>
                                <p:cTn id="26" presetID="22" presetClass="entr" presetSubtype="8" fill="hold" grpId="0" nodeType="withEffect">
                                  <p:stCondLst>
                                    <p:cond delay="0"/>
                                  </p:stCondLst>
                                  <p:childTnLst>
                                    <p:set>
                                      <p:cBhvr>
                                        <p:cTn id="27" dur="1" fill="hold">
                                          <p:stCondLst>
                                            <p:cond delay="0"/>
                                          </p:stCondLst>
                                        </p:cTn>
                                        <p:tgtEl>
                                          <p:spTgt spid="349"/>
                                        </p:tgtEl>
                                        <p:attrNameLst>
                                          <p:attrName>style.visibility</p:attrName>
                                        </p:attrNameLst>
                                      </p:cBhvr>
                                      <p:to>
                                        <p:strVal val="visible"/>
                                      </p:to>
                                    </p:set>
                                    <p:animEffect transition="in" filter="wipe(left)">
                                      <p:cBhvr>
                                        <p:cTn id="28" dur="1000"/>
                                        <p:tgtEl>
                                          <p:spTgt spid="349"/>
                                        </p:tgtEl>
                                      </p:cBhvr>
                                    </p:animEffect>
                                  </p:childTnLst>
                                </p:cTn>
                              </p:par>
                              <p:par>
                                <p:cTn id="29" presetID="22" presetClass="entr" presetSubtype="1" fill="hold" grpId="0" nodeType="withEffect">
                                  <p:stCondLst>
                                    <p:cond delay="0"/>
                                  </p:stCondLst>
                                  <p:childTnLst>
                                    <p:set>
                                      <p:cBhvr>
                                        <p:cTn id="30" dur="1" fill="hold">
                                          <p:stCondLst>
                                            <p:cond delay="0"/>
                                          </p:stCondLst>
                                        </p:cTn>
                                        <p:tgtEl>
                                          <p:spTgt spid="270"/>
                                        </p:tgtEl>
                                        <p:attrNameLst>
                                          <p:attrName>style.visibility</p:attrName>
                                        </p:attrNameLst>
                                      </p:cBhvr>
                                      <p:to>
                                        <p:strVal val="visible"/>
                                      </p:to>
                                    </p:set>
                                    <p:animEffect transition="in" filter="wipe(up)">
                                      <p:cBhvr>
                                        <p:cTn id="31" dur="1000"/>
                                        <p:tgtEl>
                                          <p:spTgt spid="270"/>
                                        </p:tgtEl>
                                      </p:cBhvr>
                                    </p:animEffect>
                                  </p:childTnLst>
                                </p:cTn>
                              </p:par>
                              <p:par>
                                <p:cTn id="32" presetID="22" presetClass="entr" presetSubtype="2" fill="hold" grpId="0" nodeType="withEffect">
                                  <p:stCondLst>
                                    <p:cond delay="0"/>
                                  </p:stCondLst>
                                  <p:childTnLst>
                                    <p:set>
                                      <p:cBhvr>
                                        <p:cTn id="33" dur="1" fill="hold">
                                          <p:stCondLst>
                                            <p:cond delay="0"/>
                                          </p:stCondLst>
                                        </p:cTn>
                                        <p:tgtEl>
                                          <p:spTgt spid="348"/>
                                        </p:tgtEl>
                                        <p:attrNameLst>
                                          <p:attrName>style.visibility</p:attrName>
                                        </p:attrNameLst>
                                      </p:cBhvr>
                                      <p:to>
                                        <p:strVal val="visible"/>
                                      </p:to>
                                    </p:set>
                                    <p:animEffect transition="in" filter="wipe(right)">
                                      <p:cBhvr>
                                        <p:cTn id="34" dur="1000"/>
                                        <p:tgtEl>
                                          <p:spTgt spid="348"/>
                                        </p:tgtEl>
                                      </p:cBhvr>
                                    </p:animEffect>
                                  </p:childTnLst>
                                </p:cTn>
                              </p:par>
                              <p:par>
                                <p:cTn id="35" presetID="22" presetClass="entr" presetSubtype="4" fill="hold" grpId="0" nodeType="withEffect">
                                  <p:stCondLst>
                                    <p:cond delay="0"/>
                                  </p:stCondLst>
                                  <p:childTnLst>
                                    <p:set>
                                      <p:cBhvr>
                                        <p:cTn id="36" dur="1" fill="hold">
                                          <p:stCondLst>
                                            <p:cond delay="0"/>
                                          </p:stCondLst>
                                        </p:cTn>
                                        <p:tgtEl>
                                          <p:spTgt spid="269"/>
                                        </p:tgtEl>
                                        <p:attrNameLst>
                                          <p:attrName>style.visibility</p:attrName>
                                        </p:attrNameLst>
                                      </p:cBhvr>
                                      <p:to>
                                        <p:strVal val="visible"/>
                                      </p:to>
                                    </p:set>
                                    <p:animEffect transition="in" filter="wipe(down)">
                                      <p:cBhvr>
                                        <p:cTn id="37" dur="1000"/>
                                        <p:tgtEl>
                                          <p:spTgt spid="269"/>
                                        </p:tgtEl>
                                      </p:cBhvr>
                                    </p:animEffect>
                                  </p:childTnLst>
                                </p:cTn>
                              </p:par>
                              <p:par>
                                <p:cTn id="38" presetID="22" presetClass="entr" presetSubtype="8" fill="hold" grpId="0" nodeType="withEffect">
                                  <p:stCondLst>
                                    <p:cond delay="0"/>
                                  </p:stCondLst>
                                  <p:childTnLst>
                                    <p:set>
                                      <p:cBhvr>
                                        <p:cTn id="39" dur="1" fill="hold">
                                          <p:stCondLst>
                                            <p:cond delay="0"/>
                                          </p:stCondLst>
                                        </p:cTn>
                                        <p:tgtEl>
                                          <p:spTgt spid="355"/>
                                        </p:tgtEl>
                                        <p:attrNameLst>
                                          <p:attrName>style.visibility</p:attrName>
                                        </p:attrNameLst>
                                      </p:cBhvr>
                                      <p:to>
                                        <p:strVal val="visible"/>
                                      </p:to>
                                    </p:set>
                                    <p:animEffect transition="in" filter="wipe(left)">
                                      <p:cBhvr>
                                        <p:cTn id="40" dur="1000"/>
                                        <p:tgtEl>
                                          <p:spTgt spid="355"/>
                                        </p:tgtEl>
                                      </p:cBhvr>
                                    </p:animEffect>
                                  </p:childTnLst>
                                </p:cTn>
                              </p:par>
                              <p:par>
                                <p:cTn id="41" presetID="22" presetClass="entr" presetSubtype="1" fill="hold" grpId="0" nodeType="withEffect">
                                  <p:stCondLst>
                                    <p:cond delay="0"/>
                                  </p:stCondLst>
                                  <p:childTnLst>
                                    <p:set>
                                      <p:cBhvr>
                                        <p:cTn id="42" dur="1" fill="hold">
                                          <p:stCondLst>
                                            <p:cond delay="0"/>
                                          </p:stCondLst>
                                        </p:cTn>
                                        <p:tgtEl>
                                          <p:spTgt spid="272"/>
                                        </p:tgtEl>
                                        <p:attrNameLst>
                                          <p:attrName>style.visibility</p:attrName>
                                        </p:attrNameLst>
                                      </p:cBhvr>
                                      <p:to>
                                        <p:strVal val="visible"/>
                                      </p:to>
                                    </p:set>
                                    <p:animEffect transition="in" filter="wipe(up)">
                                      <p:cBhvr>
                                        <p:cTn id="43" dur="1000"/>
                                        <p:tgtEl>
                                          <p:spTgt spid="272"/>
                                        </p:tgtEl>
                                      </p:cBhvr>
                                    </p:animEffect>
                                  </p:childTnLst>
                                </p:cTn>
                              </p:par>
                              <p:par>
                                <p:cTn id="44" presetID="22" presetClass="entr" presetSubtype="2" fill="hold" grpId="0" nodeType="withEffect">
                                  <p:stCondLst>
                                    <p:cond delay="0"/>
                                  </p:stCondLst>
                                  <p:childTnLst>
                                    <p:set>
                                      <p:cBhvr>
                                        <p:cTn id="45" dur="1" fill="hold">
                                          <p:stCondLst>
                                            <p:cond delay="0"/>
                                          </p:stCondLst>
                                        </p:cTn>
                                        <p:tgtEl>
                                          <p:spTgt spid="354"/>
                                        </p:tgtEl>
                                        <p:attrNameLst>
                                          <p:attrName>style.visibility</p:attrName>
                                        </p:attrNameLst>
                                      </p:cBhvr>
                                      <p:to>
                                        <p:strVal val="visible"/>
                                      </p:to>
                                    </p:set>
                                    <p:animEffect transition="in" filter="wipe(right)">
                                      <p:cBhvr>
                                        <p:cTn id="46" dur="1000"/>
                                        <p:tgtEl>
                                          <p:spTgt spid="354"/>
                                        </p:tgtEl>
                                      </p:cBhvr>
                                    </p:animEffect>
                                  </p:childTnLst>
                                </p:cTn>
                              </p:par>
                              <p:par>
                                <p:cTn id="47" presetID="22" presetClass="entr" presetSubtype="1" fill="hold" grpId="0" nodeType="withEffect">
                                  <p:stCondLst>
                                    <p:cond delay="0"/>
                                  </p:stCondLst>
                                  <p:childTnLst>
                                    <p:set>
                                      <p:cBhvr>
                                        <p:cTn id="48" dur="1" fill="hold">
                                          <p:stCondLst>
                                            <p:cond delay="0"/>
                                          </p:stCondLst>
                                        </p:cTn>
                                        <p:tgtEl>
                                          <p:spTgt spid="274"/>
                                        </p:tgtEl>
                                        <p:attrNameLst>
                                          <p:attrName>style.visibility</p:attrName>
                                        </p:attrNameLst>
                                      </p:cBhvr>
                                      <p:to>
                                        <p:strVal val="visible"/>
                                      </p:to>
                                    </p:set>
                                    <p:animEffect transition="in" filter="wipe(up)">
                                      <p:cBhvr>
                                        <p:cTn id="49" dur="1000"/>
                                        <p:tgtEl>
                                          <p:spTgt spid="274"/>
                                        </p:tgtEl>
                                      </p:cBhvr>
                                    </p:animEffect>
                                  </p:childTnLst>
                                </p:cTn>
                              </p:par>
                              <p:par>
                                <p:cTn id="50" presetID="22" presetClass="entr" presetSubtype="4" fill="hold" grpId="0" nodeType="withEffect">
                                  <p:stCondLst>
                                    <p:cond delay="0"/>
                                  </p:stCondLst>
                                  <p:childTnLst>
                                    <p:set>
                                      <p:cBhvr>
                                        <p:cTn id="51" dur="1" fill="hold">
                                          <p:stCondLst>
                                            <p:cond delay="0"/>
                                          </p:stCondLst>
                                        </p:cTn>
                                        <p:tgtEl>
                                          <p:spTgt spid="271"/>
                                        </p:tgtEl>
                                        <p:attrNameLst>
                                          <p:attrName>style.visibility</p:attrName>
                                        </p:attrNameLst>
                                      </p:cBhvr>
                                      <p:to>
                                        <p:strVal val="visible"/>
                                      </p:to>
                                    </p:set>
                                    <p:animEffect transition="in" filter="wipe(down)">
                                      <p:cBhvr>
                                        <p:cTn id="52" dur="1000"/>
                                        <p:tgtEl>
                                          <p:spTgt spid="271"/>
                                        </p:tgtEl>
                                      </p:cBhvr>
                                    </p:animEffect>
                                  </p:childTnLst>
                                </p:cTn>
                              </p:par>
                              <p:par>
                                <p:cTn id="53" presetID="22" presetClass="entr" presetSubtype="8" fill="hold" grpId="0" nodeType="withEffect">
                                  <p:stCondLst>
                                    <p:cond delay="0"/>
                                  </p:stCondLst>
                                  <p:childTnLst>
                                    <p:set>
                                      <p:cBhvr>
                                        <p:cTn id="54" dur="1" fill="hold">
                                          <p:stCondLst>
                                            <p:cond delay="0"/>
                                          </p:stCondLst>
                                        </p:cTn>
                                        <p:tgtEl>
                                          <p:spTgt spid="347"/>
                                        </p:tgtEl>
                                        <p:attrNameLst>
                                          <p:attrName>style.visibility</p:attrName>
                                        </p:attrNameLst>
                                      </p:cBhvr>
                                      <p:to>
                                        <p:strVal val="visible"/>
                                      </p:to>
                                    </p:set>
                                    <p:animEffect transition="in" filter="wipe(left)">
                                      <p:cBhvr>
                                        <p:cTn id="55" dur="1000"/>
                                        <p:tgtEl>
                                          <p:spTgt spid="347"/>
                                        </p:tgtEl>
                                      </p:cBhvr>
                                    </p:animEffect>
                                  </p:childTnLst>
                                </p:cTn>
                              </p:par>
                              <p:par>
                                <p:cTn id="56" presetID="22" presetClass="entr" presetSubtype="2" fill="hold" grpId="0" nodeType="withEffect">
                                  <p:stCondLst>
                                    <p:cond delay="0"/>
                                  </p:stCondLst>
                                  <p:childTnLst>
                                    <p:set>
                                      <p:cBhvr>
                                        <p:cTn id="57" dur="1" fill="hold">
                                          <p:stCondLst>
                                            <p:cond delay="0"/>
                                          </p:stCondLst>
                                        </p:cTn>
                                        <p:tgtEl>
                                          <p:spTgt spid="346"/>
                                        </p:tgtEl>
                                        <p:attrNameLst>
                                          <p:attrName>style.visibility</p:attrName>
                                        </p:attrNameLst>
                                      </p:cBhvr>
                                      <p:to>
                                        <p:strVal val="visible"/>
                                      </p:to>
                                    </p:set>
                                    <p:animEffect transition="in" filter="wipe(right)">
                                      <p:cBhvr>
                                        <p:cTn id="58" dur="1000"/>
                                        <p:tgtEl>
                                          <p:spTgt spid="346"/>
                                        </p:tgtEl>
                                      </p:cBhvr>
                                    </p:animEffect>
                                  </p:childTnLst>
                                </p:cTn>
                              </p:par>
                              <p:par>
                                <p:cTn id="59" presetID="22" presetClass="entr" presetSubtype="4" fill="hold" grpId="0" nodeType="withEffect">
                                  <p:stCondLst>
                                    <p:cond delay="0"/>
                                  </p:stCondLst>
                                  <p:childTnLst>
                                    <p:set>
                                      <p:cBhvr>
                                        <p:cTn id="60" dur="1" fill="hold">
                                          <p:stCondLst>
                                            <p:cond delay="0"/>
                                          </p:stCondLst>
                                        </p:cTn>
                                        <p:tgtEl>
                                          <p:spTgt spid="273"/>
                                        </p:tgtEl>
                                        <p:attrNameLst>
                                          <p:attrName>style.visibility</p:attrName>
                                        </p:attrNameLst>
                                      </p:cBhvr>
                                      <p:to>
                                        <p:strVal val="visible"/>
                                      </p:to>
                                    </p:set>
                                    <p:animEffect transition="in" filter="wipe(down)">
                                      <p:cBhvr>
                                        <p:cTn id="61" dur="1000"/>
                                        <p:tgtEl>
                                          <p:spTgt spid="273"/>
                                        </p:tgtEl>
                                      </p:cBhvr>
                                    </p:animEffect>
                                  </p:childTnLst>
                                </p:cTn>
                              </p:par>
                              <p:par>
                                <p:cTn id="62" presetID="22" presetClass="entr" presetSubtype="8" fill="hold" grpId="0" nodeType="withEffect">
                                  <p:stCondLst>
                                    <p:cond delay="0"/>
                                  </p:stCondLst>
                                  <p:childTnLst>
                                    <p:set>
                                      <p:cBhvr>
                                        <p:cTn id="63" dur="1" fill="hold">
                                          <p:stCondLst>
                                            <p:cond delay="0"/>
                                          </p:stCondLst>
                                        </p:cTn>
                                        <p:tgtEl>
                                          <p:spTgt spid="280"/>
                                        </p:tgtEl>
                                        <p:attrNameLst>
                                          <p:attrName>style.visibility</p:attrName>
                                        </p:attrNameLst>
                                      </p:cBhvr>
                                      <p:to>
                                        <p:strVal val="visible"/>
                                      </p:to>
                                    </p:set>
                                    <p:animEffect transition="in" filter="wipe(left)">
                                      <p:cBhvr>
                                        <p:cTn id="64" dur="1000"/>
                                        <p:tgtEl>
                                          <p:spTgt spid="280"/>
                                        </p:tgtEl>
                                      </p:cBhvr>
                                    </p:animEffect>
                                  </p:childTnLst>
                                </p:cTn>
                              </p:par>
                              <p:par>
                                <p:cTn id="65" presetID="22" presetClass="entr" presetSubtype="2" fill="hold" grpId="0" nodeType="withEffect">
                                  <p:stCondLst>
                                    <p:cond delay="0"/>
                                  </p:stCondLst>
                                  <p:childTnLst>
                                    <p:set>
                                      <p:cBhvr>
                                        <p:cTn id="66" dur="1" fill="hold">
                                          <p:stCondLst>
                                            <p:cond delay="0"/>
                                          </p:stCondLst>
                                        </p:cTn>
                                        <p:tgtEl>
                                          <p:spTgt spid="279"/>
                                        </p:tgtEl>
                                        <p:attrNameLst>
                                          <p:attrName>style.visibility</p:attrName>
                                        </p:attrNameLst>
                                      </p:cBhvr>
                                      <p:to>
                                        <p:strVal val="visible"/>
                                      </p:to>
                                    </p:set>
                                    <p:animEffect transition="in" filter="wipe(right)">
                                      <p:cBhvr>
                                        <p:cTn id="67" dur="1000"/>
                                        <p:tgtEl>
                                          <p:spTgt spid="279"/>
                                        </p:tgtEl>
                                      </p:cBhvr>
                                    </p:animEffect>
                                  </p:childTnLst>
                                </p:cTn>
                              </p:par>
                              <p:par>
                                <p:cTn id="68" presetID="22" presetClass="entr" presetSubtype="4" fill="hold" grpId="0" nodeType="withEffect">
                                  <p:stCondLst>
                                    <p:cond delay="0"/>
                                  </p:stCondLst>
                                  <p:childTnLst>
                                    <p:set>
                                      <p:cBhvr>
                                        <p:cTn id="69" dur="1" fill="hold">
                                          <p:stCondLst>
                                            <p:cond delay="0"/>
                                          </p:stCondLst>
                                        </p:cTn>
                                        <p:tgtEl>
                                          <p:spTgt spid="275"/>
                                        </p:tgtEl>
                                        <p:attrNameLst>
                                          <p:attrName>style.visibility</p:attrName>
                                        </p:attrNameLst>
                                      </p:cBhvr>
                                      <p:to>
                                        <p:strVal val="visible"/>
                                      </p:to>
                                    </p:set>
                                    <p:animEffect transition="in" filter="wipe(down)">
                                      <p:cBhvr>
                                        <p:cTn id="70" dur="1000"/>
                                        <p:tgtEl>
                                          <p:spTgt spid="2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2" grpId="0" animBg="1"/>
      <p:bldP spid="267" grpId="0" animBg="1"/>
      <p:bldP spid="268" grpId="0" animBg="1"/>
      <p:bldP spid="269" grpId="0" animBg="1"/>
      <p:bldP spid="270" grpId="0" animBg="1"/>
      <p:bldP spid="271" grpId="0" animBg="1"/>
      <p:bldP spid="272" grpId="0" animBg="1"/>
      <p:bldP spid="273" grpId="0" animBg="1"/>
      <p:bldP spid="274" grpId="0" animBg="1"/>
      <p:bldP spid="275" grpId="0" animBg="1"/>
      <p:bldP spid="279" grpId="0" animBg="1"/>
      <p:bldP spid="280" grpId="0" animBg="1"/>
      <p:bldP spid="346" grpId="0" animBg="1"/>
      <p:bldP spid="347" grpId="0" animBg="1"/>
      <p:bldP spid="348" grpId="0" animBg="1"/>
      <p:bldP spid="349" grpId="0" animBg="1"/>
      <p:bldP spid="350" grpId="0" animBg="1"/>
      <p:bldP spid="351" grpId="0" animBg="1"/>
      <p:bldP spid="352" grpId="0" animBg="1"/>
      <p:bldP spid="353" grpId="0" animBg="1"/>
      <p:bldP spid="354" grpId="0" animBg="1"/>
      <p:bldP spid="355"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2B9189-7CDF-0741-9858-A79357149B7C}"/>
              </a:ext>
            </a:extLst>
          </p:cNvPr>
          <p:cNvSpPr>
            <a:spLocks noGrp="1"/>
          </p:cNvSpPr>
          <p:nvPr>
            <p:ph type="title"/>
          </p:nvPr>
        </p:nvSpPr>
        <p:spPr>
          <a:xfrm>
            <a:off x="826625" y="174028"/>
            <a:ext cx="10515600" cy="894622"/>
          </a:xfrm>
        </p:spPr>
        <p:txBody>
          <a:bodyPr/>
          <a:lstStyle/>
          <a:p>
            <a:r>
              <a:rPr lang="en-US" dirty="0"/>
              <a:t>Distance vector example: </a:t>
            </a:r>
            <a:r>
              <a:rPr lang="en-US" dirty="0">
                <a:solidFill>
                  <a:srgbClr val="0000A8"/>
                </a:solidFill>
              </a:rPr>
              <a:t>iteration</a:t>
            </a:r>
            <a:endParaRPr lang="en-US" dirty="0"/>
          </a:p>
        </p:txBody>
      </p:sp>
      <p:sp>
        <p:nvSpPr>
          <p:cNvPr id="5" name="Slide Number Placeholder 4">
            <a:extLst>
              <a:ext uri="{FF2B5EF4-FFF2-40B4-BE49-F238E27FC236}">
                <a16:creationId xmlns:a16="http://schemas.microsoft.com/office/drawing/2014/main" id="{98E05715-B0AC-CF47-B242-18018B71339C}"/>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59</a:t>
            </a:fld>
            <a:endParaRPr lang="en-US" dirty="0">
              <a:solidFill>
                <a:prstClr val="white">
                  <a:lumMod val="50000"/>
                </a:prstClr>
              </a:solidFill>
            </a:endParaRPr>
          </a:p>
        </p:txBody>
      </p:sp>
      <p:sp>
        <p:nvSpPr>
          <p:cNvPr id="3" name="TextBox 2">
            <a:extLst>
              <a:ext uri="{FF2B5EF4-FFF2-40B4-BE49-F238E27FC236}">
                <a16:creationId xmlns:a16="http://schemas.microsoft.com/office/drawing/2014/main" id="{E64D2C47-1DEC-CB48-81E3-F236B95001DD}"/>
              </a:ext>
            </a:extLst>
          </p:cNvPr>
          <p:cNvSpPr txBox="1"/>
          <p:nvPr/>
        </p:nvSpPr>
        <p:spPr>
          <a:xfrm>
            <a:off x="1280160" y="1859280"/>
            <a:ext cx="8864671" cy="1384995"/>
          </a:xfrm>
          <a:prstGeom prst="rect">
            <a:avLst/>
          </a:prstGeom>
          <a:noFill/>
        </p:spPr>
        <p:txBody>
          <a:bodyPr wrap="none" rtlCol="0">
            <a:spAutoFit/>
          </a:bodyPr>
          <a:lstStyle/>
          <a:p>
            <a:r>
              <a:rPr lang="en-US" sz="2800" dirty="0">
                <a:solidFill>
                  <a:prstClr val="black"/>
                </a:solidFill>
              </a:rPr>
              <a:t>…. and so on</a:t>
            </a:r>
          </a:p>
          <a:p>
            <a:endParaRPr lang="en-US" sz="2800" dirty="0">
              <a:solidFill>
                <a:prstClr val="black"/>
              </a:solidFill>
            </a:endParaRPr>
          </a:p>
          <a:p>
            <a:r>
              <a:rPr lang="en-US" sz="2800" dirty="0">
                <a:solidFill>
                  <a:prstClr val="black"/>
                </a:solidFill>
              </a:rPr>
              <a:t>Let’s next take a look at the iterative </a:t>
            </a:r>
            <a:r>
              <a:rPr lang="en-US" sz="2800" i="1" dirty="0">
                <a:solidFill>
                  <a:prstClr val="black"/>
                </a:solidFill>
              </a:rPr>
              <a:t>computations</a:t>
            </a:r>
            <a:r>
              <a:rPr lang="en-US" sz="2800" dirty="0">
                <a:solidFill>
                  <a:prstClr val="black"/>
                </a:solidFill>
              </a:rPr>
              <a:t> at nodes</a:t>
            </a:r>
          </a:p>
        </p:txBody>
      </p:sp>
    </p:spTree>
    <p:extLst>
      <p:ext uri="{BB962C8B-B14F-4D97-AF65-F5344CB8AC3E}">
        <p14:creationId xmlns:p14="http://schemas.microsoft.com/office/powerpoint/2010/main" val="676616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2" name="Group 371">
            <a:extLst>
              <a:ext uri="{FF2B5EF4-FFF2-40B4-BE49-F238E27FC236}">
                <a16:creationId xmlns:a16="http://schemas.microsoft.com/office/drawing/2014/main" id="{6256310D-2722-AC40-836B-70B2E6C735F3}"/>
              </a:ext>
            </a:extLst>
          </p:cNvPr>
          <p:cNvGrpSpPr/>
          <p:nvPr/>
        </p:nvGrpSpPr>
        <p:grpSpPr>
          <a:xfrm>
            <a:off x="2827965" y="1130710"/>
            <a:ext cx="1547391" cy="2620631"/>
            <a:chOff x="3221255" y="1012723"/>
            <a:chExt cx="1547391" cy="2620631"/>
          </a:xfrm>
        </p:grpSpPr>
        <p:sp>
          <p:nvSpPr>
            <p:cNvPr id="373" name="Freeform 372">
              <a:extLst>
                <a:ext uri="{FF2B5EF4-FFF2-40B4-BE49-F238E27FC236}">
                  <a16:creationId xmlns:a16="http://schemas.microsoft.com/office/drawing/2014/main" id="{83550A18-F3EF-E943-8229-8A03AEBA0C06}"/>
                </a:ext>
              </a:extLst>
            </p:cNvPr>
            <p:cNvSpPr/>
            <p:nvPr/>
          </p:nvSpPr>
          <p:spPr>
            <a:xfrm>
              <a:off x="4316362" y="1042219"/>
              <a:ext cx="452284" cy="2389239"/>
            </a:xfrm>
            <a:custGeom>
              <a:avLst/>
              <a:gdLst>
                <a:gd name="connsiteX0" fmla="*/ 0 w 491613"/>
                <a:gd name="connsiteY0" fmla="*/ 0 h 2389239"/>
                <a:gd name="connsiteX1" fmla="*/ 491613 w 491613"/>
                <a:gd name="connsiteY1" fmla="*/ 904568 h 2389239"/>
                <a:gd name="connsiteX2" fmla="*/ 491613 w 491613"/>
                <a:gd name="connsiteY2" fmla="*/ 1052052 h 2389239"/>
                <a:gd name="connsiteX3" fmla="*/ 19665 w 491613"/>
                <a:gd name="connsiteY3" fmla="*/ 2389239 h 2389239"/>
                <a:gd name="connsiteX4" fmla="*/ 0 w 491613"/>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0 w 452284"/>
                <a:gd name="connsiteY0" fmla="*/ 0 h 2389239"/>
                <a:gd name="connsiteX1" fmla="*/ 452284 w 452284"/>
                <a:gd name="connsiteY1" fmla="*/ 904568 h 2389239"/>
                <a:gd name="connsiteX2" fmla="*/ 452284 w 452284"/>
                <a:gd name="connsiteY2" fmla="*/ 1052052 h 2389239"/>
                <a:gd name="connsiteX3" fmla="*/ 9833 w 452284"/>
                <a:gd name="connsiteY3" fmla="*/ 2389239 h 2389239"/>
                <a:gd name="connsiteX4" fmla="*/ 0 w 452284"/>
                <a:gd name="connsiteY4" fmla="*/ 0 h 2389239"/>
                <a:gd name="connsiteX0" fmla="*/ 0 w 452284"/>
                <a:gd name="connsiteY0" fmla="*/ 0 h 2389239"/>
                <a:gd name="connsiteX1" fmla="*/ 452284 w 452284"/>
                <a:gd name="connsiteY1" fmla="*/ 904568 h 2389239"/>
                <a:gd name="connsiteX2" fmla="*/ 452284 w 452284"/>
                <a:gd name="connsiteY2" fmla="*/ 1052052 h 2389239"/>
                <a:gd name="connsiteX3" fmla="*/ 9833 w 452284"/>
                <a:gd name="connsiteY3" fmla="*/ 2389239 h 2389239"/>
                <a:gd name="connsiteX4" fmla="*/ 0 w 452284"/>
                <a:gd name="connsiteY4" fmla="*/ 0 h 2389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284" h="2389239">
                  <a:moveTo>
                    <a:pt x="0" y="0"/>
                  </a:moveTo>
                  <a:cubicBezTo>
                    <a:pt x="170425" y="625988"/>
                    <a:pt x="242530" y="681703"/>
                    <a:pt x="452284" y="904568"/>
                  </a:cubicBezTo>
                  <a:lnTo>
                    <a:pt x="452284" y="1052052"/>
                  </a:lnTo>
                  <a:cubicBezTo>
                    <a:pt x="206477" y="1507613"/>
                    <a:pt x="137653" y="1825523"/>
                    <a:pt x="9833" y="2389239"/>
                  </a:cubicBezTo>
                  <a:cubicBezTo>
                    <a:pt x="6555" y="1592826"/>
                    <a:pt x="3278" y="796413"/>
                    <a:pt x="0" y="0"/>
                  </a:cubicBez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74" name="Group 373">
              <a:extLst>
                <a:ext uri="{FF2B5EF4-FFF2-40B4-BE49-F238E27FC236}">
                  <a16:creationId xmlns:a16="http://schemas.microsoft.com/office/drawing/2014/main" id="{CB9AF062-8753-5B40-ABD3-B709A7CA41D6}"/>
                </a:ext>
              </a:extLst>
            </p:cNvPr>
            <p:cNvGrpSpPr/>
            <p:nvPr/>
          </p:nvGrpSpPr>
          <p:grpSpPr>
            <a:xfrm>
              <a:off x="3221255" y="1012723"/>
              <a:ext cx="1172904" cy="2620631"/>
              <a:chOff x="3221255" y="1012723"/>
              <a:chExt cx="1172904" cy="2620631"/>
            </a:xfrm>
          </p:grpSpPr>
          <p:sp>
            <p:nvSpPr>
              <p:cNvPr id="375" name="Rectangle 374">
                <a:extLst>
                  <a:ext uri="{FF2B5EF4-FFF2-40B4-BE49-F238E27FC236}">
                    <a16:creationId xmlns:a16="http://schemas.microsoft.com/office/drawing/2014/main" id="{993DA739-7CEA-114D-820B-DF132DB3984F}"/>
                  </a:ext>
                </a:extLst>
              </p:cNvPr>
              <p:cNvSpPr/>
              <p:nvPr/>
            </p:nvSpPr>
            <p:spPr>
              <a:xfrm>
                <a:off x="3224981" y="1012723"/>
                <a:ext cx="1111045" cy="24187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76" name="Group 375">
                <a:extLst>
                  <a:ext uri="{FF2B5EF4-FFF2-40B4-BE49-F238E27FC236}">
                    <a16:creationId xmlns:a16="http://schemas.microsoft.com/office/drawing/2014/main" id="{CCC46E28-2F9A-614B-981E-EA679AD82EB0}"/>
                  </a:ext>
                </a:extLst>
              </p:cNvPr>
              <p:cNvGrpSpPr/>
              <p:nvPr/>
            </p:nvGrpSpPr>
            <p:grpSpPr>
              <a:xfrm>
                <a:off x="3221255" y="1017253"/>
                <a:ext cx="1172904" cy="2616101"/>
                <a:chOff x="9477371" y="702026"/>
                <a:chExt cx="1172904" cy="2616101"/>
              </a:xfrm>
            </p:grpSpPr>
            <p:sp>
              <p:nvSpPr>
                <p:cNvPr id="377" name="Rectangle 376">
                  <a:extLst>
                    <a:ext uri="{FF2B5EF4-FFF2-40B4-BE49-F238E27FC236}">
                      <a16:creationId xmlns:a16="http://schemas.microsoft.com/office/drawing/2014/main" id="{99E48FE5-7FBB-0648-927F-69AA9BA117F7}"/>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78" name="TextBox 377">
                  <a:extLst>
                    <a:ext uri="{FF2B5EF4-FFF2-40B4-BE49-F238E27FC236}">
                      <a16:creationId xmlns:a16="http://schemas.microsoft.com/office/drawing/2014/main" id="{741917D9-8AC9-0D49-8D6F-B97725FED00C}"/>
                    </a:ext>
                  </a:extLst>
                </p:cNvPr>
                <p:cNvSpPr txBox="1"/>
                <p:nvPr/>
              </p:nvSpPr>
              <p:spPr>
                <a:xfrm>
                  <a:off x="9533078" y="702026"/>
                  <a:ext cx="1117197" cy="2616101"/>
                </a:xfrm>
                <a:prstGeom prst="rect">
                  <a:avLst/>
                </a:prstGeom>
                <a:noFill/>
              </p:spPr>
              <p:txBody>
                <a:bodyPr wrap="square" rtlCol="0">
                  <a:spAutoFit/>
                </a:bodyPr>
                <a:lstStyle/>
                <a:p>
                  <a:r>
                    <a:rPr lang="en-US" sz="2000" dirty="0">
                      <a:solidFill>
                        <a:prstClr val="white"/>
                      </a:solidFill>
                    </a:rPr>
                    <a:t>DV in a: </a:t>
                  </a:r>
                  <a:r>
                    <a:rPr lang="en-US" sz="1600" dirty="0">
                      <a:solidFill>
                        <a:prstClr val="black"/>
                      </a:solidFill>
                    </a:rPr>
                    <a:t>D</a:t>
                  </a:r>
                  <a:r>
                    <a:rPr lang="en-US" sz="1600" baseline="-25000" dirty="0">
                      <a:solidFill>
                        <a:prstClr val="black"/>
                      </a:solidFill>
                    </a:rPr>
                    <a:t>a</a:t>
                  </a:r>
                  <a:r>
                    <a:rPr lang="en-US" sz="1600" dirty="0">
                      <a:solidFill>
                        <a:prstClr val="black"/>
                      </a:solidFill>
                    </a:rPr>
                    <a:t>(a)=0</a:t>
                  </a:r>
                </a:p>
                <a:p>
                  <a:r>
                    <a:rPr lang="en-US" sz="1600" dirty="0">
                      <a:solidFill>
                        <a:prstClr val="black"/>
                      </a:solidFill>
                    </a:rPr>
                    <a:t>D</a:t>
                  </a:r>
                  <a:r>
                    <a:rPr lang="en-US" sz="1600" baseline="-25000" dirty="0">
                      <a:solidFill>
                        <a:prstClr val="black"/>
                      </a:solidFill>
                    </a:rPr>
                    <a:t>a</a:t>
                  </a:r>
                  <a:r>
                    <a:rPr lang="en-US" sz="1600" dirty="0">
                      <a:solidFill>
                        <a:prstClr val="black"/>
                      </a:solidFill>
                    </a:rPr>
                    <a:t>(b) = 8</a:t>
                  </a:r>
                  <a:endParaRPr lang="en-US" sz="1600" dirty="0">
                    <a:solidFill>
                      <a:prstClr val="black"/>
                    </a:solidFill>
                    <a:cs typeface="Arial" charset="0"/>
                  </a:endParaRPr>
                </a:p>
                <a:p>
                  <a:r>
                    <a:rPr lang="en-US" sz="1600" dirty="0">
                      <a:solidFill>
                        <a:prstClr val="black"/>
                      </a:solidFill>
                    </a:rPr>
                    <a:t>D</a:t>
                  </a:r>
                  <a:r>
                    <a:rPr lang="en-US" sz="1600" baseline="-25000" dirty="0">
                      <a:solidFill>
                        <a:prstClr val="black"/>
                      </a:solidFill>
                    </a:rPr>
                    <a:t>a</a:t>
                  </a:r>
                  <a:r>
                    <a:rPr lang="en-US" sz="1600" dirty="0">
                      <a:solidFill>
                        <a:prstClr val="black"/>
                      </a:solidFill>
                    </a:rPr>
                    <a:t>(c) =</a:t>
                  </a:r>
                  <a:r>
                    <a:rPr lang="en-US" sz="1600" dirty="0">
                      <a:solidFill>
                        <a:prstClr val="black"/>
                      </a:solidFill>
                      <a:cs typeface="Arial" charset="0"/>
                    </a:rPr>
                    <a:t> ∞</a:t>
                  </a:r>
                </a:p>
                <a:p>
                  <a:r>
                    <a:rPr lang="en-US" sz="1600" dirty="0">
                      <a:solidFill>
                        <a:prstClr val="black"/>
                      </a:solidFill>
                    </a:rPr>
                    <a:t>D</a:t>
                  </a:r>
                  <a:r>
                    <a:rPr lang="en-US" sz="1600" baseline="-25000" dirty="0">
                      <a:solidFill>
                        <a:prstClr val="black"/>
                      </a:solidFill>
                    </a:rPr>
                    <a:t>a</a:t>
                  </a:r>
                  <a:r>
                    <a:rPr lang="en-US" sz="1600" dirty="0">
                      <a:solidFill>
                        <a:prstClr val="black"/>
                      </a:solidFill>
                    </a:rPr>
                    <a:t>(d) =</a:t>
                  </a:r>
                  <a:r>
                    <a:rPr lang="en-US" sz="1600" dirty="0">
                      <a:solidFill>
                        <a:prstClr val="black"/>
                      </a:solidFill>
                      <a:cs typeface="Arial" charset="0"/>
                    </a:rPr>
                    <a:t> 1</a:t>
                  </a:r>
                </a:p>
                <a:p>
                  <a:r>
                    <a:rPr lang="en-US" sz="1600" dirty="0">
                      <a:solidFill>
                        <a:prstClr val="black"/>
                      </a:solidFill>
                    </a:rPr>
                    <a:t>D</a:t>
                  </a:r>
                  <a:r>
                    <a:rPr lang="en-US" sz="1600" baseline="-25000" dirty="0">
                      <a:solidFill>
                        <a:prstClr val="black"/>
                      </a:solidFill>
                    </a:rPr>
                    <a:t>a</a:t>
                  </a:r>
                  <a:r>
                    <a:rPr lang="en-US" sz="1600" dirty="0">
                      <a:solidFill>
                        <a:prstClr val="black"/>
                      </a:solidFill>
                    </a:rPr>
                    <a:t>(e) =</a:t>
                  </a:r>
                  <a:r>
                    <a:rPr lang="en-US" sz="1600" dirty="0">
                      <a:solidFill>
                        <a:prstClr val="black"/>
                      </a:solidFill>
                      <a:cs typeface="Arial" charset="0"/>
                    </a:rPr>
                    <a:t> ∞</a:t>
                  </a:r>
                </a:p>
                <a:p>
                  <a:r>
                    <a:rPr lang="en-US" sz="1600" dirty="0">
                      <a:solidFill>
                        <a:prstClr val="black"/>
                      </a:solidFill>
                    </a:rPr>
                    <a:t>D</a:t>
                  </a:r>
                  <a:r>
                    <a:rPr lang="en-US" sz="1600" baseline="-25000" dirty="0">
                      <a:solidFill>
                        <a:prstClr val="black"/>
                      </a:solidFill>
                    </a:rPr>
                    <a:t>a</a:t>
                  </a:r>
                  <a:r>
                    <a:rPr lang="en-US" sz="1600" dirty="0">
                      <a:solidFill>
                        <a:prstClr val="black"/>
                      </a:solidFill>
                    </a:rPr>
                    <a:t>(f) =</a:t>
                  </a:r>
                  <a:r>
                    <a:rPr lang="en-US" sz="1600" dirty="0">
                      <a:solidFill>
                        <a:prstClr val="black"/>
                      </a:solidFill>
                      <a:cs typeface="Arial" charset="0"/>
                    </a:rPr>
                    <a:t> ∞</a:t>
                  </a:r>
                </a:p>
                <a:p>
                  <a:r>
                    <a:rPr lang="en-US" sz="1600" dirty="0">
                      <a:solidFill>
                        <a:prstClr val="black"/>
                      </a:solidFill>
                    </a:rPr>
                    <a:t>D</a:t>
                  </a:r>
                  <a:r>
                    <a:rPr lang="en-US" sz="1600" baseline="-25000" dirty="0">
                      <a:solidFill>
                        <a:prstClr val="black"/>
                      </a:solidFill>
                    </a:rPr>
                    <a:t>a</a:t>
                  </a:r>
                  <a:r>
                    <a:rPr lang="en-US" sz="1600" dirty="0">
                      <a:solidFill>
                        <a:prstClr val="black"/>
                      </a:solidFill>
                    </a:rPr>
                    <a:t>(g) =</a:t>
                  </a:r>
                  <a:r>
                    <a:rPr lang="en-US" sz="1600" dirty="0">
                      <a:solidFill>
                        <a:prstClr val="black"/>
                      </a:solidFill>
                      <a:cs typeface="Arial" charset="0"/>
                    </a:rPr>
                    <a:t> ∞</a:t>
                  </a:r>
                </a:p>
                <a:p>
                  <a:r>
                    <a:rPr lang="en-US" sz="1600" dirty="0">
                      <a:solidFill>
                        <a:prstClr val="black"/>
                      </a:solidFill>
                    </a:rPr>
                    <a:t>D</a:t>
                  </a:r>
                  <a:r>
                    <a:rPr lang="en-US" sz="1600" baseline="-25000" dirty="0">
                      <a:solidFill>
                        <a:prstClr val="black"/>
                      </a:solidFill>
                    </a:rPr>
                    <a:t>a</a:t>
                  </a:r>
                  <a:r>
                    <a:rPr lang="en-US" sz="1600" dirty="0">
                      <a:solidFill>
                        <a:prstClr val="black"/>
                      </a:solidFill>
                    </a:rPr>
                    <a:t>(h) =</a:t>
                  </a:r>
                  <a:r>
                    <a:rPr lang="en-US" sz="1600" dirty="0">
                      <a:solidFill>
                        <a:prstClr val="black"/>
                      </a:solidFill>
                      <a:cs typeface="Arial" charset="0"/>
                    </a:rPr>
                    <a:t> ∞</a:t>
                  </a:r>
                </a:p>
                <a:p>
                  <a:r>
                    <a:rPr lang="en-US" sz="1600" dirty="0">
                      <a:solidFill>
                        <a:prstClr val="black"/>
                      </a:solidFill>
                    </a:rPr>
                    <a:t>D</a:t>
                  </a:r>
                  <a:r>
                    <a:rPr lang="en-US" sz="1600" baseline="-25000" dirty="0">
                      <a:solidFill>
                        <a:prstClr val="black"/>
                      </a:solidFill>
                    </a:rPr>
                    <a:t>a</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cxnSp>
              <p:nvCxnSpPr>
                <p:cNvPr id="379" name="Straight Connector 378">
                  <a:extLst>
                    <a:ext uri="{FF2B5EF4-FFF2-40B4-BE49-F238E27FC236}">
                      <a16:creationId xmlns:a16="http://schemas.microsoft.com/office/drawing/2014/main" id="{50ED32A2-619A-5348-8102-F0D95343ADBB}"/>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80" name="Rectangle 379">
                  <a:extLst>
                    <a:ext uri="{FF2B5EF4-FFF2-40B4-BE49-F238E27FC236}">
                      <a16:creationId xmlns:a16="http://schemas.microsoft.com/office/drawing/2014/main" id="{DCEA8569-4767-BC4F-95B8-4CEC559CA8A1}"/>
                    </a:ext>
                  </a:extLst>
                </p:cNvPr>
                <p:cNvSpPr/>
                <p:nvPr/>
              </p:nvSpPr>
              <p:spPr>
                <a:xfrm>
                  <a:off x="9479666" y="706056"/>
                  <a:ext cx="1122744" cy="25894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grpSp>
      <p:sp>
        <p:nvSpPr>
          <p:cNvPr id="2" name="Title 1">
            <a:extLst>
              <a:ext uri="{FF2B5EF4-FFF2-40B4-BE49-F238E27FC236}">
                <a16:creationId xmlns:a16="http://schemas.microsoft.com/office/drawing/2014/main" id="{252B9189-7CDF-0741-9858-A79357149B7C}"/>
              </a:ext>
            </a:extLst>
          </p:cNvPr>
          <p:cNvSpPr>
            <a:spLocks noGrp="1"/>
          </p:cNvSpPr>
          <p:nvPr>
            <p:ph type="title"/>
          </p:nvPr>
        </p:nvSpPr>
        <p:spPr>
          <a:xfrm>
            <a:off x="826624" y="174028"/>
            <a:ext cx="10893427" cy="894622"/>
          </a:xfrm>
        </p:spPr>
        <p:txBody>
          <a:bodyPr/>
          <a:lstStyle/>
          <a:p>
            <a:r>
              <a:rPr lang="en-US" dirty="0"/>
              <a:t>Distance vector example: computation</a:t>
            </a:r>
          </a:p>
        </p:txBody>
      </p:sp>
      <p:sp>
        <p:nvSpPr>
          <p:cNvPr id="5" name="Slide Number Placeholder 4">
            <a:extLst>
              <a:ext uri="{FF2B5EF4-FFF2-40B4-BE49-F238E27FC236}">
                <a16:creationId xmlns:a16="http://schemas.microsoft.com/office/drawing/2014/main" id="{98E05715-B0AC-CF47-B242-18018B71339C}"/>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60</a:t>
            </a:fld>
            <a:endParaRPr lang="en-US" dirty="0">
              <a:solidFill>
                <a:prstClr val="white">
                  <a:lumMod val="50000"/>
                </a:prstClr>
              </a:solidFill>
            </a:endParaRPr>
          </a:p>
        </p:txBody>
      </p:sp>
      <p:cxnSp>
        <p:nvCxnSpPr>
          <p:cNvPr id="82" name="Straight Connector 81">
            <a:extLst>
              <a:ext uri="{FF2B5EF4-FFF2-40B4-BE49-F238E27FC236}">
                <a16:creationId xmlns:a16="http://schemas.microsoft.com/office/drawing/2014/main" id="{374B35E8-95B6-B946-8240-59B747B607B3}"/>
              </a:ext>
            </a:extLst>
          </p:cNvPr>
          <p:cNvCxnSpPr>
            <a:cxnSpLocks/>
            <a:stCxn id="76" idx="2"/>
            <a:endCxn id="76" idx="0"/>
          </p:cNvCxnSpPr>
          <p:nvPr/>
        </p:nvCxnSpPr>
        <p:spPr>
          <a:xfrm flipV="1">
            <a:off x="6530326" y="2129120"/>
            <a:ext cx="0" cy="38631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DE34EA38-AB93-704A-ACF2-764D62663226}"/>
              </a:ext>
            </a:extLst>
          </p:cNvPr>
          <p:cNvCxnSpPr>
            <a:cxnSpLocks/>
            <a:stCxn id="76" idx="1"/>
            <a:endCxn id="76" idx="3"/>
          </p:cNvCxnSpPr>
          <p:nvPr/>
        </p:nvCxnSpPr>
        <p:spPr>
          <a:xfrm>
            <a:off x="4598770" y="4060675"/>
            <a:ext cx="386311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Rectangle 75">
            <a:extLst>
              <a:ext uri="{FF2B5EF4-FFF2-40B4-BE49-F238E27FC236}">
                <a16:creationId xmlns:a16="http://schemas.microsoft.com/office/drawing/2014/main" id="{A169888C-5E10-3E40-BC1D-A5D0DB850712}"/>
              </a:ext>
            </a:extLst>
          </p:cNvPr>
          <p:cNvSpPr/>
          <p:nvPr/>
        </p:nvSpPr>
        <p:spPr>
          <a:xfrm>
            <a:off x="4598770" y="2129120"/>
            <a:ext cx="3863111" cy="3863111"/>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sp>
        <p:nvSpPr>
          <p:cNvPr id="150" name="Rectangle 149">
            <a:extLst>
              <a:ext uri="{FF2B5EF4-FFF2-40B4-BE49-F238E27FC236}">
                <a16:creationId xmlns:a16="http://schemas.microsoft.com/office/drawing/2014/main" id="{CB39BACF-E4D1-6641-8B8C-0274EDEFA113}"/>
              </a:ext>
            </a:extLst>
          </p:cNvPr>
          <p:cNvSpPr/>
          <p:nvPr/>
        </p:nvSpPr>
        <p:spPr>
          <a:xfrm>
            <a:off x="8380337" y="2200470"/>
            <a:ext cx="132508" cy="185510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grpSp>
        <p:nvGrpSpPr>
          <p:cNvPr id="1034" name="Group 1033">
            <a:extLst>
              <a:ext uri="{FF2B5EF4-FFF2-40B4-BE49-F238E27FC236}">
                <a16:creationId xmlns:a16="http://schemas.microsoft.com/office/drawing/2014/main" id="{B4BFA757-E5EA-9A42-8A16-AA2091E708C8}"/>
              </a:ext>
            </a:extLst>
          </p:cNvPr>
          <p:cNvGrpSpPr/>
          <p:nvPr/>
        </p:nvGrpSpPr>
        <p:grpSpPr>
          <a:xfrm>
            <a:off x="4333785" y="5772213"/>
            <a:ext cx="4395351" cy="404576"/>
            <a:chOff x="4333785" y="5772213"/>
            <a:chExt cx="4395351" cy="404576"/>
          </a:xfrm>
        </p:grpSpPr>
        <p:grpSp>
          <p:nvGrpSpPr>
            <p:cNvPr id="184" name="Group 183">
              <a:extLst>
                <a:ext uri="{FF2B5EF4-FFF2-40B4-BE49-F238E27FC236}">
                  <a16:creationId xmlns:a16="http://schemas.microsoft.com/office/drawing/2014/main" id="{600795BD-C1B6-1748-B28A-001A8505BE86}"/>
                </a:ext>
              </a:extLst>
            </p:cNvPr>
            <p:cNvGrpSpPr/>
            <p:nvPr/>
          </p:nvGrpSpPr>
          <p:grpSpPr>
            <a:xfrm>
              <a:off x="4333785" y="5772213"/>
              <a:ext cx="531821" cy="369069"/>
              <a:chOff x="1348328" y="2475647"/>
              <a:chExt cx="603916" cy="419100"/>
            </a:xfrm>
          </p:grpSpPr>
          <p:grpSp>
            <p:nvGrpSpPr>
              <p:cNvPr id="205" name="Group 204">
                <a:extLst>
                  <a:ext uri="{FF2B5EF4-FFF2-40B4-BE49-F238E27FC236}">
                    <a16:creationId xmlns:a16="http://schemas.microsoft.com/office/drawing/2014/main" id="{CE81AFB3-2346-434C-A463-93F9C295562A}"/>
                  </a:ext>
                </a:extLst>
              </p:cNvPr>
              <p:cNvGrpSpPr/>
              <p:nvPr/>
            </p:nvGrpSpPr>
            <p:grpSpPr>
              <a:xfrm>
                <a:off x="1348328" y="2555748"/>
                <a:ext cx="603916" cy="308999"/>
                <a:chOff x="5278570" y="2983486"/>
                <a:chExt cx="501650" cy="233363"/>
              </a:xfrm>
            </p:grpSpPr>
            <p:sp>
              <p:nvSpPr>
                <p:cNvPr id="209" name="Oval 5">
                  <a:extLst>
                    <a:ext uri="{FF2B5EF4-FFF2-40B4-BE49-F238E27FC236}">
                      <a16:creationId xmlns:a16="http://schemas.microsoft.com/office/drawing/2014/main" id="{7918ED2E-E380-6C4E-86AA-0BF9D7614418}"/>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0" name="Line 6">
                  <a:extLst>
                    <a:ext uri="{FF2B5EF4-FFF2-40B4-BE49-F238E27FC236}">
                      <a16:creationId xmlns:a16="http://schemas.microsoft.com/office/drawing/2014/main" id="{45F96407-8127-654C-9C52-5B6269075623}"/>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1" name="Line 7">
                  <a:extLst>
                    <a:ext uri="{FF2B5EF4-FFF2-40B4-BE49-F238E27FC236}">
                      <a16:creationId xmlns:a16="http://schemas.microsoft.com/office/drawing/2014/main" id="{F1C01DA2-272A-CD4F-87F1-779C30F35559}"/>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2" name="Rectangle 8">
                  <a:extLst>
                    <a:ext uri="{FF2B5EF4-FFF2-40B4-BE49-F238E27FC236}">
                      <a16:creationId xmlns:a16="http://schemas.microsoft.com/office/drawing/2014/main" id="{7969C970-9697-A847-B375-82D629934D59}"/>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13" name="Oval 9">
                  <a:extLst>
                    <a:ext uri="{FF2B5EF4-FFF2-40B4-BE49-F238E27FC236}">
                      <a16:creationId xmlns:a16="http://schemas.microsoft.com/office/drawing/2014/main" id="{F8D02D26-0EA1-FD40-AD1F-E4E8635F47CA}"/>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06" name="Group 44">
                <a:extLst>
                  <a:ext uri="{FF2B5EF4-FFF2-40B4-BE49-F238E27FC236}">
                    <a16:creationId xmlns:a16="http://schemas.microsoft.com/office/drawing/2014/main" id="{02C0B744-445A-A04E-812A-2D60476C1521}"/>
                  </a:ext>
                </a:extLst>
              </p:cNvPr>
              <p:cNvGrpSpPr>
                <a:grpSpLocks/>
              </p:cNvGrpSpPr>
              <p:nvPr/>
            </p:nvGrpSpPr>
            <p:grpSpPr bwMode="auto">
              <a:xfrm>
                <a:off x="1456374" y="2475647"/>
                <a:ext cx="355165" cy="419100"/>
                <a:chOff x="2944" y="2405"/>
                <a:chExt cx="227" cy="264"/>
              </a:xfrm>
            </p:grpSpPr>
            <p:sp>
              <p:nvSpPr>
                <p:cNvPr id="207" name="Rectangle 45">
                  <a:extLst>
                    <a:ext uri="{FF2B5EF4-FFF2-40B4-BE49-F238E27FC236}">
                      <a16:creationId xmlns:a16="http://schemas.microsoft.com/office/drawing/2014/main" id="{83E6E4B2-940F-B749-91D8-19B033341D50}"/>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8" name="Text Box 46">
                  <a:extLst>
                    <a:ext uri="{FF2B5EF4-FFF2-40B4-BE49-F238E27FC236}">
                      <a16:creationId xmlns:a16="http://schemas.microsoft.com/office/drawing/2014/main" id="{16D546E0-A23E-174D-8F0D-BFB691AF1D6C}"/>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g</a:t>
                  </a:r>
                  <a:endParaRPr lang="en-US" sz="2000" kern="0" dirty="0">
                    <a:solidFill>
                      <a:srgbClr val="000000"/>
                    </a:solidFill>
                  </a:endParaRPr>
                </a:p>
              </p:txBody>
            </p:sp>
          </p:grpSp>
        </p:grpSp>
        <p:grpSp>
          <p:nvGrpSpPr>
            <p:cNvPr id="185" name="Group 184">
              <a:extLst>
                <a:ext uri="{FF2B5EF4-FFF2-40B4-BE49-F238E27FC236}">
                  <a16:creationId xmlns:a16="http://schemas.microsoft.com/office/drawing/2014/main" id="{34A0F8A7-FCD0-9A45-80B9-24CC78B561FE}"/>
                </a:ext>
              </a:extLst>
            </p:cNvPr>
            <p:cNvGrpSpPr/>
            <p:nvPr/>
          </p:nvGrpSpPr>
          <p:grpSpPr>
            <a:xfrm>
              <a:off x="6263949" y="5807720"/>
              <a:ext cx="531821" cy="369069"/>
              <a:chOff x="1348328" y="2507397"/>
              <a:chExt cx="603916" cy="419100"/>
            </a:xfrm>
          </p:grpSpPr>
          <p:grpSp>
            <p:nvGrpSpPr>
              <p:cNvPr id="196" name="Group 195">
                <a:extLst>
                  <a:ext uri="{FF2B5EF4-FFF2-40B4-BE49-F238E27FC236}">
                    <a16:creationId xmlns:a16="http://schemas.microsoft.com/office/drawing/2014/main" id="{18AECA76-7F06-F84A-928B-C13839D9F43F}"/>
                  </a:ext>
                </a:extLst>
              </p:cNvPr>
              <p:cNvGrpSpPr/>
              <p:nvPr/>
            </p:nvGrpSpPr>
            <p:grpSpPr>
              <a:xfrm>
                <a:off x="1348328" y="2555748"/>
                <a:ext cx="603916" cy="308999"/>
                <a:chOff x="5278570" y="2983486"/>
                <a:chExt cx="501650" cy="233363"/>
              </a:xfrm>
            </p:grpSpPr>
            <p:sp>
              <p:nvSpPr>
                <p:cNvPr id="200" name="Oval 5">
                  <a:extLst>
                    <a:ext uri="{FF2B5EF4-FFF2-40B4-BE49-F238E27FC236}">
                      <a16:creationId xmlns:a16="http://schemas.microsoft.com/office/drawing/2014/main" id="{04917013-CC10-D043-8A71-34F24813049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1" name="Line 6">
                  <a:extLst>
                    <a:ext uri="{FF2B5EF4-FFF2-40B4-BE49-F238E27FC236}">
                      <a16:creationId xmlns:a16="http://schemas.microsoft.com/office/drawing/2014/main" id="{7E7DEF49-D295-8547-9FE7-8CBB42CEB81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2" name="Line 7">
                  <a:extLst>
                    <a:ext uri="{FF2B5EF4-FFF2-40B4-BE49-F238E27FC236}">
                      <a16:creationId xmlns:a16="http://schemas.microsoft.com/office/drawing/2014/main" id="{5633B25D-6786-5A4A-A44E-E4A1EE3575B2}"/>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3" name="Rectangle 8">
                  <a:extLst>
                    <a:ext uri="{FF2B5EF4-FFF2-40B4-BE49-F238E27FC236}">
                      <a16:creationId xmlns:a16="http://schemas.microsoft.com/office/drawing/2014/main" id="{968E012E-E513-8340-9324-11A79B223E28}"/>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04" name="Oval 9">
                  <a:extLst>
                    <a:ext uri="{FF2B5EF4-FFF2-40B4-BE49-F238E27FC236}">
                      <a16:creationId xmlns:a16="http://schemas.microsoft.com/office/drawing/2014/main" id="{7AFB2A7E-90B7-454F-BABB-E2A39AC7C95C}"/>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97" name="Group 44">
                <a:extLst>
                  <a:ext uri="{FF2B5EF4-FFF2-40B4-BE49-F238E27FC236}">
                    <a16:creationId xmlns:a16="http://schemas.microsoft.com/office/drawing/2014/main" id="{5567606D-D82D-2A4D-A3C8-A7D0703B3CC5}"/>
                  </a:ext>
                </a:extLst>
              </p:cNvPr>
              <p:cNvGrpSpPr>
                <a:grpSpLocks/>
              </p:cNvGrpSpPr>
              <p:nvPr/>
            </p:nvGrpSpPr>
            <p:grpSpPr bwMode="auto">
              <a:xfrm>
                <a:off x="1456374" y="2507397"/>
                <a:ext cx="355165" cy="419100"/>
                <a:chOff x="2944" y="2425"/>
                <a:chExt cx="227" cy="264"/>
              </a:xfrm>
            </p:grpSpPr>
            <p:sp>
              <p:nvSpPr>
                <p:cNvPr id="198" name="Rectangle 45">
                  <a:extLst>
                    <a:ext uri="{FF2B5EF4-FFF2-40B4-BE49-F238E27FC236}">
                      <a16:creationId xmlns:a16="http://schemas.microsoft.com/office/drawing/2014/main" id="{39206D20-AD6D-3242-8865-2C6680CB410C}"/>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9" name="Text Box 46">
                  <a:extLst>
                    <a:ext uri="{FF2B5EF4-FFF2-40B4-BE49-F238E27FC236}">
                      <a16:creationId xmlns:a16="http://schemas.microsoft.com/office/drawing/2014/main" id="{E3BB3556-A335-984F-978A-FECE515B6702}"/>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h</a:t>
                  </a:r>
                  <a:endParaRPr lang="en-US" sz="2000" kern="0" dirty="0">
                    <a:solidFill>
                      <a:srgbClr val="000000"/>
                    </a:solidFill>
                  </a:endParaRPr>
                </a:p>
              </p:txBody>
            </p:sp>
          </p:grpSp>
        </p:grpSp>
        <p:grpSp>
          <p:nvGrpSpPr>
            <p:cNvPr id="186" name="Group 185">
              <a:extLst>
                <a:ext uri="{FF2B5EF4-FFF2-40B4-BE49-F238E27FC236}">
                  <a16:creationId xmlns:a16="http://schemas.microsoft.com/office/drawing/2014/main" id="{3B620D34-7BA8-EF49-AC1C-93F5BBC84AEC}"/>
                </a:ext>
              </a:extLst>
            </p:cNvPr>
            <p:cNvGrpSpPr/>
            <p:nvPr/>
          </p:nvGrpSpPr>
          <p:grpSpPr>
            <a:xfrm>
              <a:off x="8197315" y="5805271"/>
              <a:ext cx="531821" cy="369069"/>
              <a:chOff x="1348328" y="2507397"/>
              <a:chExt cx="603916" cy="419100"/>
            </a:xfrm>
          </p:grpSpPr>
          <p:grpSp>
            <p:nvGrpSpPr>
              <p:cNvPr id="187" name="Group 186">
                <a:extLst>
                  <a:ext uri="{FF2B5EF4-FFF2-40B4-BE49-F238E27FC236}">
                    <a16:creationId xmlns:a16="http://schemas.microsoft.com/office/drawing/2014/main" id="{A6C2F80D-43A1-5746-B518-C0C4F1A20ACD}"/>
                  </a:ext>
                </a:extLst>
              </p:cNvPr>
              <p:cNvGrpSpPr/>
              <p:nvPr/>
            </p:nvGrpSpPr>
            <p:grpSpPr>
              <a:xfrm>
                <a:off x="1348328" y="2555748"/>
                <a:ext cx="603916" cy="308999"/>
                <a:chOff x="5278570" y="2983486"/>
                <a:chExt cx="501650" cy="233363"/>
              </a:xfrm>
            </p:grpSpPr>
            <p:sp>
              <p:nvSpPr>
                <p:cNvPr id="191" name="Oval 5">
                  <a:extLst>
                    <a:ext uri="{FF2B5EF4-FFF2-40B4-BE49-F238E27FC236}">
                      <a16:creationId xmlns:a16="http://schemas.microsoft.com/office/drawing/2014/main" id="{442E1AFF-BC2C-C849-85D1-13E42B701CE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2" name="Line 6">
                  <a:extLst>
                    <a:ext uri="{FF2B5EF4-FFF2-40B4-BE49-F238E27FC236}">
                      <a16:creationId xmlns:a16="http://schemas.microsoft.com/office/drawing/2014/main" id="{C2994154-DB6D-E247-8511-C6FE8D9665F8}"/>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3" name="Line 7">
                  <a:extLst>
                    <a:ext uri="{FF2B5EF4-FFF2-40B4-BE49-F238E27FC236}">
                      <a16:creationId xmlns:a16="http://schemas.microsoft.com/office/drawing/2014/main" id="{C730A3ED-5222-5348-831E-092DE7D6CEE3}"/>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4" name="Rectangle 8">
                  <a:extLst>
                    <a:ext uri="{FF2B5EF4-FFF2-40B4-BE49-F238E27FC236}">
                      <a16:creationId xmlns:a16="http://schemas.microsoft.com/office/drawing/2014/main" id="{BED424F7-1928-5F41-831D-417161F220B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195" name="Oval 9">
                  <a:extLst>
                    <a:ext uri="{FF2B5EF4-FFF2-40B4-BE49-F238E27FC236}">
                      <a16:creationId xmlns:a16="http://schemas.microsoft.com/office/drawing/2014/main" id="{76DDF5F9-ACB7-E642-ACEA-223EE2F5F418}"/>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88" name="Group 44">
                <a:extLst>
                  <a:ext uri="{FF2B5EF4-FFF2-40B4-BE49-F238E27FC236}">
                    <a16:creationId xmlns:a16="http://schemas.microsoft.com/office/drawing/2014/main" id="{495DC56F-8C0E-6549-849D-6D43F4F8BC0A}"/>
                  </a:ext>
                </a:extLst>
              </p:cNvPr>
              <p:cNvGrpSpPr>
                <a:grpSpLocks/>
              </p:cNvGrpSpPr>
              <p:nvPr/>
            </p:nvGrpSpPr>
            <p:grpSpPr bwMode="auto">
              <a:xfrm>
                <a:off x="1500196" y="2507397"/>
                <a:ext cx="267548" cy="419100"/>
                <a:chOff x="2972" y="2425"/>
                <a:chExt cx="171" cy="264"/>
              </a:xfrm>
            </p:grpSpPr>
            <p:sp>
              <p:nvSpPr>
                <p:cNvPr id="189" name="Rectangle 45">
                  <a:extLst>
                    <a:ext uri="{FF2B5EF4-FFF2-40B4-BE49-F238E27FC236}">
                      <a16:creationId xmlns:a16="http://schemas.microsoft.com/office/drawing/2014/main" id="{892DBBAB-E011-FD4A-BA7E-105CEF9075A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0" name="Text Box 46">
                  <a:extLst>
                    <a:ext uri="{FF2B5EF4-FFF2-40B4-BE49-F238E27FC236}">
                      <a16:creationId xmlns:a16="http://schemas.microsoft.com/office/drawing/2014/main" id="{173A4036-1DC3-BD4D-9E66-D9BC48C58BA0}"/>
                    </a:ext>
                  </a:extLst>
                </p:cNvPr>
                <p:cNvSpPr txBox="1">
                  <a:spLocks noChangeArrowheads="1"/>
                </p:cNvSpPr>
                <p:nvPr/>
              </p:nvSpPr>
              <p:spPr bwMode="auto">
                <a:xfrm>
                  <a:off x="2972" y="2425"/>
                  <a:ext cx="17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i</a:t>
                  </a:r>
                  <a:endParaRPr lang="en-US" sz="2000" kern="0" dirty="0">
                    <a:solidFill>
                      <a:srgbClr val="000000"/>
                    </a:solidFill>
                  </a:endParaRPr>
                </a:p>
              </p:txBody>
            </p:sp>
          </p:grpSp>
        </p:grpSp>
      </p:grpSp>
      <p:sp>
        <p:nvSpPr>
          <p:cNvPr id="215" name="TextBox 214">
            <a:extLst>
              <a:ext uri="{FF2B5EF4-FFF2-40B4-BE49-F238E27FC236}">
                <a16:creationId xmlns:a16="http://schemas.microsoft.com/office/drawing/2014/main" id="{74A89238-377F-A840-BB03-52D53CBBC3F3}"/>
              </a:ext>
            </a:extLst>
          </p:cNvPr>
          <p:cNvSpPr txBox="1"/>
          <p:nvPr/>
        </p:nvSpPr>
        <p:spPr>
          <a:xfrm>
            <a:off x="4305782" y="2870522"/>
            <a:ext cx="301686" cy="338554"/>
          </a:xfrm>
          <a:prstGeom prst="rect">
            <a:avLst/>
          </a:prstGeom>
          <a:noFill/>
        </p:spPr>
        <p:txBody>
          <a:bodyPr wrap="square" rtlCol="0">
            <a:spAutoFit/>
          </a:bodyPr>
          <a:lstStyle/>
          <a:p>
            <a:r>
              <a:rPr lang="en-US" sz="1600" dirty="0">
                <a:solidFill>
                  <a:prstClr val="black"/>
                </a:solidFill>
              </a:rPr>
              <a:t>1</a:t>
            </a:r>
          </a:p>
        </p:txBody>
      </p:sp>
      <p:sp>
        <p:nvSpPr>
          <p:cNvPr id="216" name="TextBox 215">
            <a:extLst>
              <a:ext uri="{FF2B5EF4-FFF2-40B4-BE49-F238E27FC236}">
                <a16:creationId xmlns:a16="http://schemas.microsoft.com/office/drawing/2014/main" id="{3D3F7215-9DE8-0542-8CCA-A9CEDC8717E2}"/>
              </a:ext>
            </a:extLst>
          </p:cNvPr>
          <p:cNvSpPr txBox="1"/>
          <p:nvPr/>
        </p:nvSpPr>
        <p:spPr>
          <a:xfrm>
            <a:off x="6217534" y="2860877"/>
            <a:ext cx="288862" cy="338554"/>
          </a:xfrm>
          <a:prstGeom prst="rect">
            <a:avLst/>
          </a:prstGeom>
          <a:noFill/>
        </p:spPr>
        <p:txBody>
          <a:bodyPr wrap="none" rtlCol="0">
            <a:spAutoFit/>
          </a:bodyPr>
          <a:lstStyle/>
          <a:p>
            <a:r>
              <a:rPr lang="en-US" sz="1600" dirty="0">
                <a:solidFill>
                  <a:prstClr val="black"/>
                </a:solidFill>
              </a:rPr>
              <a:t>1</a:t>
            </a:r>
          </a:p>
        </p:txBody>
      </p:sp>
      <p:sp>
        <p:nvSpPr>
          <p:cNvPr id="217" name="TextBox 216">
            <a:extLst>
              <a:ext uri="{FF2B5EF4-FFF2-40B4-BE49-F238E27FC236}">
                <a16:creationId xmlns:a16="http://schemas.microsoft.com/office/drawing/2014/main" id="{FC342D48-14A2-BA4E-A191-060C4177F678}"/>
              </a:ext>
            </a:extLst>
          </p:cNvPr>
          <p:cNvSpPr txBox="1"/>
          <p:nvPr/>
        </p:nvSpPr>
        <p:spPr>
          <a:xfrm>
            <a:off x="4296138" y="4886446"/>
            <a:ext cx="301686" cy="338554"/>
          </a:xfrm>
          <a:prstGeom prst="rect">
            <a:avLst/>
          </a:prstGeom>
          <a:noFill/>
        </p:spPr>
        <p:txBody>
          <a:bodyPr wrap="square" rtlCol="0">
            <a:spAutoFit/>
          </a:bodyPr>
          <a:lstStyle/>
          <a:p>
            <a:r>
              <a:rPr lang="en-US" sz="1600" dirty="0">
                <a:solidFill>
                  <a:prstClr val="black"/>
                </a:solidFill>
              </a:rPr>
              <a:t>1</a:t>
            </a:r>
          </a:p>
        </p:txBody>
      </p:sp>
      <p:sp>
        <p:nvSpPr>
          <p:cNvPr id="218" name="TextBox 217">
            <a:extLst>
              <a:ext uri="{FF2B5EF4-FFF2-40B4-BE49-F238E27FC236}">
                <a16:creationId xmlns:a16="http://schemas.microsoft.com/office/drawing/2014/main" id="{C9336A94-9BC9-8F41-95A7-69E18360DF3D}"/>
              </a:ext>
            </a:extLst>
          </p:cNvPr>
          <p:cNvSpPr txBox="1"/>
          <p:nvPr/>
        </p:nvSpPr>
        <p:spPr>
          <a:xfrm>
            <a:off x="6231040" y="4888376"/>
            <a:ext cx="288862" cy="338554"/>
          </a:xfrm>
          <a:prstGeom prst="rect">
            <a:avLst/>
          </a:prstGeom>
          <a:noFill/>
        </p:spPr>
        <p:txBody>
          <a:bodyPr wrap="none" rtlCol="0">
            <a:spAutoFit/>
          </a:bodyPr>
          <a:lstStyle/>
          <a:p>
            <a:r>
              <a:rPr lang="en-US" sz="1600" dirty="0">
                <a:solidFill>
                  <a:prstClr val="black"/>
                </a:solidFill>
              </a:rPr>
              <a:t>1</a:t>
            </a:r>
          </a:p>
        </p:txBody>
      </p:sp>
      <p:sp>
        <p:nvSpPr>
          <p:cNvPr id="219" name="TextBox 218">
            <a:extLst>
              <a:ext uri="{FF2B5EF4-FFF2-40B4-BE49-F238E27FC236}">
                <a16:creationId xmlns:a16="http://schemas.microsoft.com/office/drawing/2014/main" id="{E11EFAA3-3025-6E40-9F7B-8AEC8E44C52D}"/>
              </a:ext>
            </a:extLst>
          </p:cNvPr>
          <p:cNvSpPr txBox="1"/>
          <p:nvPr/>
        </p:nvSpPr>
        <p:spPr>
          <a:xfrm>
            <a:off x="8154365" y="4890306"/>
            <a:ext cx="288862" cy="338554"/>
          </a:xfrm>
          <a:prstGeom prst="rect">
            <a:avLst/>
          </a:prstGeom>
          <a:noFill/>
        </p:spPr>
        <p:txBody>
          <a:bodyPr wrap="none" rtlCol="0">
            <a:spAutoFit/>
          </a:bodyPr>
          <a:lstStyle/>
          <a:p>
            <a:r>
              <a:rPr lang="en-US" sz="1600" dirty="0">
                <a:solidFill>
                  <a:prstClr val="black"/>
                </a:solidFill>
              </a:rPr>
              <a:t>1</a:t>
            </a:r>
          </a:p>
        </p:txBody>
      </p:sp>
      <p:sp>
        <p:nvSpPr>
          <p:cNvPr id="221" name="TextBox 220">
            <a:extLst>
              <a:ext uri="{FF2B5EF4-FFF2-40B4-BE49-F238E27FC236}">
                <a16:creationId xmlns:a16="http://schemas.microsoft.com/office/drawing/2014/main" id="{EECDCBF1-5ACC-CF43-B981-907337945BA2}"/>
              </a:ext>
            </a:extLst>
          </p:cNvPr>
          <p:cNvSpPr txBox="1"/>
          <p:nvPr/>
        </p:nvSpPr>
        <p:spPr>
          <a:xfrm>
            <a:off x="5442030" y="4029920"/>
            <a:ext cx="301686" cy="338554"/>
          </a:xfrm>
          <a:prstGeom prst="rect">
            <a:avLst/>
          </a:prstGeom>
          <a:noFill/>
        </p:spPr>
        <p:txBody>
          <a:bodyPr wrap="square" rtlCol="0">
            <a:spAutoFit/>
          </a:bodyPr>
          <a:lstStyle/>
          <a:p>
            <a:r>
              <a:rPr lang="en-US" sz="1600" dirty="0">
                <a:solidFill>
                  <a:prstClr val="black"/>
                </a:solidFill>
              </a:rPr>
              <a:t>1</a:t>
            </a:r>
          </a:p>
        </p:txBody>
      </p:sp>
      <p:sp>
        <p:nvSpPr>
          <p:cNvPr id="222" name="TextBox 221">
            <a:extLst>
              <a:ext uri="{FF2B5EF4-FFF2-40B4-BE49-F238E27FC236}">
                <a16:creationId xmlns:a16="http://schemas.microsoft.com/office/drawing/2014/main" id="{2DD32315-0DAF-354B-ADE2-76F406D6A871}"/>
              </a:ext>
            </a:extLst>
          </p:cNvPr>
          <p:cNvSpPr txBox="1"/>
          <p:nvPr/>
        </p:nvSpPr>
        <p:spPr>
          <a:xfrm>
            <a:off x="7353782" y="4020275"/>
            <a:ext cx="288862" cy="338554"/>
          </a:xfrm>
          <a:prstGeom prst="rect">
            <a:avLst/>
          </a:prstGeom>
          <a:noFill/>
        </p:spPr>
        <p:txBody>
          <a:bodyPr wrap="none" rtlCol="0">
            <a:spAutoFit/>
          </a:bodyPr>
          <a:lstStyle/>
          <a:p>
            <a:r>
              <a:rPr lang="en-US" sz="1600" dirty="0">
                <a:solidFill>
                  <a:prstClr val="black"/>
                </a:solidFill>
              </a:rPr>
              <a:t>1</a:t>
            </a:r>
          </a:p>
        </p:txBody>
      </p:sp>
      <p:sp>
        <p:nvSpPr>
          <p:cNvPr id="223" name="TextBox 222">
            <a:extLst>
              <a:ext uri="{FF2B5EF4-FFF2-40B4-BE49-F238E27FC236}">
                <a16:creationId xmlns:a16="http://schemas.microsoft.com/office/drawing/2014/main" id="{25B3E8DA-82E1-B746-9524-A8B47546C7B7}"/>
              </a:ext>
            </a:extLst>
          </p:cNvPr>
          <p:cNvSpPr txBox="1"/>
          <p:nvPr/>
        </p:nvSpPr>
        <p:spPr>
          <a:xfrm>
            <a:off x="5443958" y="5953247"/>
            <a:ext cx="301686" cy="338554"/>
          </a:xfrm>
          <a:prstGeom prst="rect">
            <a:avLst/>
          </a:prstGeom>
          <a:noFill/>
        </p:spPr>
        <p:txBody>
          <a:bodyPr wrap="square" rtlCol="0">
            <a:spAutoFit/>
          </a:bodyPr>
          <a:lstStyle/>
          <a:p>
            <a:r>
              <a:rPr lang="en-US" sz="1600" dirty="0">
                <a:solidFill>
                  <a:prstClr val="black"/>
                </a:solidFill>
              </a:rPr>
              <a:t>1</a:t>
            </a:r>
          </a:p>
        </p:txBody>
      </p:sp>
      <p:sp>
        <p:nvSpPr>
          <p:cNvPr id="224" name="TextBox 223">
            <a:extLst>
              <a:ext uri="{FF2B5EF4-FFF2-40B4-BE49-F238E27FC236}">
                <a16:creationId xmlns:a16="http://schemas.microsoft.com/office/drawing/2014/main" id="{51516E14-40A2-B34F-B880-05B80B68D6FC}"/>
              </a:ext>
            </a:extLst>
          </p:cNvPr>
          <p:cNvSpPr txBox="1"/>
          <p:nvPr/>
        </p:nvSpPr>
        <p:spPr>
          <a:xfrm>
            <a:off x="7355710" y="5943602"/>
            <a:ext cx="288862" cy="338554"/>
          </a:xfrm>
          <a:prstGeom prst="rect">
            <a:avLst/>
          </a:prstGeom>
          <a:noFill/>
        </p:spPr>
        <p:txBody>
          <a:bodyPr wrap="none" rtlCol="0">
            <a:spAutoFit/>
          </a:bodyPr>
          <a:lstStyle/>
          <a:p>
            <a:r>
              <a:rPr lang="en-US" sz="1600" dirty="0">
                <a:solidFill>
                  <a:prstClr val="black"/>
                </a:solidFill>
              </a:rPr>
              <a:t>1</a:t>
            </a:r>
          </a:p>
        </p:txBody>
      </p:sp>
      <p:sp>
        <p:nvSpPr>
          <p:cNvPr id="225" name="TextBox 224">
            <a:extLst>
              <a:ext uri="{FF2B5EF4-FFF2-40B4-BE49-F238E27FC236}">
                <a16:creationId xmlns:a16="http://schemas.microsoft.com/office/drawing/2014/main" id="{9174059A-E895-E740-9A26-AA7943E4A64F}"/>
              </a:ext>
            </a:extLst>
          </p:cNvPr>
          <p:cNvSpPr txBox="1"/>
          <p:nvPr/>
        </p:nvSpPr>
        <p:spPr>
          <a:xfrm>
            <a:off x="5445886" y="2123956"/>
            <a:ext cx="301686" cy="338554"/>
          </a:xfrm>
          <a:prstGeom prst="rect">
            <a:avLst/>
          </a:prstGeom>
          <a:noFill/>
        </p:spPr>
        <p:txBody>
          <a:bodyPr wrap="square" rtlCol="0">
            <a:spAutoFit/>
          </a:bodyPr>
          <a:lstStyle/>
          <a:p>
            <a:r>
              <a:rPr lang="en-US" sz="1600" dirty="0">
                <a:solidFill>
                  <a:prstClr val="black"/>
                </a:solidFill>
              </a:rPr>
              <a:t>8</a:t>
            </a:r>
          </a:p>
        </p:txBody>
      </p:sp>
      <p:sp>
        <p:nvSpPr>
          <p:cNvPr id="226" name="TextBox 225">
            <a:extLst>
              <a:ext uri="{FF2B5EF4-FFF2-40B4-BE49-F238E27FC236}">
                <a16:creationId xmlns:a16="http://schemas.microsoft.com/office/drawing/2014/main" id="{F7510488-7C59-7449-A4EE-C5A32BFCB3A5}"/>
              </a:ext>
            </a:extLst>
          </p:cNvPr>
          <p:cNvSpPr txBox="1"/>
          <p:nvPr/>
        </p:nvSpPr>
        <p:spPr>
          <a:xfrm>
            <a:off x="7357638" y="2114311"/>
            <a:ext cx="288862" cy="338554"/>
          </a:xfrm>
          <a:prstGeom prst="rect">
            <a:avLst/>
          </a:prstGeom>
          <a:noFill/>
        </p:spPr>
        <p:txBody>
          <a:bodyPr wrap="none" rtlCol="0">
            <a:spAutoFit/>
          </a:bodyPr>
          <a:lstStyle/>
          <a:p>
            <a:r>
              <a:rPr lang="en-US" sz="1600" dirty="0">
                <a:solidFill>
                  <a:prstClr val="black"/>
                </a:solidFill>
              </a:rPr>
              <a:t>1</a:t>
            </a:r>
          </a:p>
        </p:txBody>
      </p:sp>
      <p:grpSp>
        <p:nvGrpSpPr>
          <p:cNvPr id="159" name="Group 158">
            <a:extLst>
              <a:ext uri="{FF2B5EF4-FFF2-40B4-BE49-F238E27FC236}">
                <a16:creationId xmlns:a16="http://schemas.microsoft.com/office/drawing/2014/main" id="{4AAED925-F16C-8F45-B5D7-47EABDB0B993}"/>
              </a:ext>
            </a:extLst>
          </p:cNvPr>
          <p:cNvGrpSpPr/>
          <p:nvPr/>
        </p:nvGrpSpPr>
        <p:grpSpPr>
          <a:xfrm>
            <a:off x="584365" y="1859143"/>
            <a:ext cx="736099" cy="1229581"/>
            <a:chOff x="10030307" y="3444875"/>
            <a:chExt cx="736099" cy="1229581"/>
          </a:xfrm>
        </p:grpSpPr>
        <p:sp>
          <p:nvSpPr>
            <p:cNvPr id="160" name="TextBox 159">
              <a:extLst>
                <a:ext uri="{FF2B5EF4-FFF2-40B4-BE49-F238E27FC236}">
                  <a16:creationId xmlns:a16="http://schemas.microsoft.com/office/drawing/2014/main" id="{6655EB12-A2B9-9D4A-A0A9-F9958BDB0106}"/>
                </a:ext>
              </a:extLst>
            </p:cNvPr>
            <p:cNvSpPr txBox="1"/>
            <p:nvPr/>
          </p:nvSpPr>
          <p:spPr>
            <a:xfrm>
              <a:off x="10030307" y="4089681"/>
              <a:ext cx="736099" cy="584775"/>
            </a:xfrm>
            <a:prstGeom prst="rect">
              <a:avLst/>
            </a:prstGeom>
            <a:noFill/>
          </p:spPr>
          <p:txBody>
            <a:bodyPr wrap="none" rtlCol="0">
              <a:spAutoFit/>
            </a:bodyPr>
            <a:lstStyle/>
            <a:p>
              <a:r>
                <a:rPr lang="en-US" sz="3200" dirty="0">
                  <a:solidFill>
                    <a:prstClr val="black"/>
                  </a:solidFill>
                </a:rPr>
                <a:t>t=1</a:t>
              </a:r>
            </a:p>
          </p:txBody>
        </p:sp>
        <p:grpSp>
          <p:nvGrpSpPr>
            <p:cNvPr id="161" name="Group 160">
              <a:extLst>
                <a:ext uri="{FF2B5EF4-FFF2-40B4-BE49-F238E27FC236}">
                  <a16:creationId xmlns:a16="http://schemas.microsoft.com/office/drawing/2014/main" id="{0523D739-F413-264B-A745-A38C62E06D3B}"/>
                </a:ext>
              </a:extLst>
            </p:cNvPr>
            <p:cNvGrpSpPr/>
            <p:nvPr/>
          </p:nvGrpSpPr>
          <p:grpSpPr>
            <a:xfrm>
              <a:off x="10034588" y="3444875"/>
              <a:ext cx="682627" cy="682625"/>
              <a:chOff x="10034588" y="3444875"/>
              <a:chExt cx="682627" cy="682625"/>
            </a:xfrm>
          </p:grpSpPr>
          <p:sp>
            <p:nvSpPr>
              <p:cNvPr id="162" name="Oval 161">
                <a:extLst>
                  <a:ext uri="{FF2B5EF4-FFF2-40B4-BE49-F238E27FC236}">
                    <a16:creationId xmlns:a16="http://schemas.microsoft.com/office/drawing/2014/main" id="{CB814881-01DB-0E43-BA2F-B64D7EA26896}"/>
                  </a:ext>
                </a:extLst>
              </p:cNvPr>
              <p:cNvSpPr/>
              <p:nvPr/>
            </p:nvSpPr>
            <p:spPr>
              <a:xfrm>
                <a:off x="10039551" y="3449256"/>
                <a:ext cx="671332" cy="671332"/>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163" name="Straight Connector 162">
                <a:extLst>
                  <a:ext uri="{FF2B5EF4-FFF2-40B4-BE49-F238E27FC236}">
                    <a16:creationId xmlns:a16="http://schemas.microsoft.com/office/drawing/2014/main" id="{08775389-41CA-4740-B083-4D54E5FAECED}"/>
                  </a:ext>
                </a:extLst>
              </p:cNvPr>
              <p:cNvCxnSpPr/>
              <p:nvPr/>
            </p:nvCxnSpPr>
            <p:spPr>
              <a:xfrm>
                <a:off x="10372725" y="34448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3E6B6CB9-512E-6343-AD8B-BBAB6CE819A4}"/>
                  </a:ext>
                </a:extLst>
              </p:cNvPr>
              <p:cNvCxnSpPr/>
              <p:nvPr/>
            </p:nvCxnSpPr>
            <p:spPr>
              <a:xfrm>
                <a:off x="10372725" y="40671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6B84002D-08B3-2041-9EB9-DE4D7AA96DC7}"/>
                  </a:ext>
                </a:extLst>
              </p:cNvPr>
              <p:cNvCxnSpPr>
                <a:cxnSpLocks/>
              </p:cNvCxnSpPr>
              <p:nvPr/>
            </p:nvCxnSpPr>
            <p:spPr>
              <a:xfrm rot="16200000">
                <a:off x="10064751"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10AF67D-3C60-074D-85D9-BB7F3C22BA6E}"/>
                  </a:ext>
                </a:extLst>
              </p:cNvPr>
              <p:cNvCxnSpPr>
                <a:cxnSpLocks/>
              </p:cNvCxnSpPr>
              <p:nvPr/>
            </p:nvCxnSpPr>
            <p:spPr>
              <a:xfrm rot="16200000">
                <a:off x="10687053"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D7001C9A-A249-5941-879B-C26FFA2151F7}"/>
                  </a:ext>
                </a:extLst>
              </p:cNvPr>
              <p:cNvCxnSpPr>
                <a:cxnSpLocks/>
              </p:cNvCxnSpPr>
              <p:nvPr/>
            </p:nvCxnSpPr>
            <p:spPr>
              <a:xfrm>
                <a:off x="10523542" y="40370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F6CFD6FA-4D66-9F4F-9565-82515FD78B17}"/>
                  </a:ext>
                </a:extLst>
              </p:cNvPr>
              <p:cNvCxnSpPr>
                <a:cxnSpLocks/>
              </p:cNvCxnSpPr>
              <p:nvPr/>
            </p:nvCxnSpPr>
            <p:spPr>
              <a:xfrm>
                <a:off x="10202867" y="34909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3AF8B4F1-6823-4E49-BDC2-8B3DFF75FC97}"/>
                  </a:ext>
                </a:extLst>
              </p:cNvPr>
              <p:cNvCxnSpPr>
                <a:cxnSpLocks/>
              </p:cNvCxnSpPr>
              <p:nvPr/>
            </p:nvCxnSpPr>
            <p:spPr>
              <a:xfrm flipH="1">
                <a:off x="10196517" y="40338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A8A30E75-242F-B744-AD86-D5121CF798F7}"/>
                  </a:ext>
                </a:extLst>
              </p:cNvPr>
              <p:cNvCxnSpPr>
                <a:cxnSpLocks/>
              </p:cNvCxnSpPr>
              <p:nvPr/>
            </p:nvCxnSpPr>
            <p:spPr>
              <a:xfrm flipH="1">
                <a:off x="10517192" y="34877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CA6C8979-7ABA-2548-A690-DBB79A1510E8}"/>
                  </a:ext>
                </a:extLst>
              </p:cNvPr>
              <p:cNvCxnSpPr>
                <a:cxnSpLocks/>
              </p:cNvCxnSpPr>
              <p:nvPr/>
            </p:nvCxnSpPr>
            <p:spPr>
              <a:xfrm flipH="1">
                <a:off x="10631493" y="36115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9D0B68AA-F684-FE43-A969-18E51C1C177F}"/>
                  </a:ext>
                </a:extLst>
              </p:cNvPr>
              <p:cNvCxnSpPr>
                <a:cxnSpLocks/>
              </p:cNvCxnSpPr>
              <p:nvPr/>
            </p:nvCxnSpPr>
            <p:spPr>
              <a:xfrm flipH="1">
                <a:off x="10085393" y="39290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5419F84A-0D3B-EF47-949B-02A63FAFFC86}"/>
                  </a:ext>
                </a:extLst>
              </p:cNvPr>
              <p:cNvCxnSpPr>
                <a:cxnSpLocks/>
              </p:cNvCxnSpPr>
              <p:nvPr/>
            </p:nvCxnSpPr>
            <p:spPr>
              <a:xfrm flipH="1" flipV="1">
                <a:off x="10094918" y="36147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FDC9525E-B8EE-704E-94A9-DA434054CDB0}"/>
                  </a:ext>
                </a:extLst>
              </p:cNvPr>
              <p:cNvCxnSpPr>
                <a:cxnSpLocks/>
              </p:cNvCxnSpPr>
              <p:nvPr/>
            </p:nvCxnSpPr>
            <p:spPr>
              <a:xfrm flipH="1" flipV="1">
                <a:off x="10631493" y="39322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175" name="Oval 174">
                <a:extLst>
                  <a:ext uri="{FF2B5EF4-FFF2-40B4-BE49-F238E27FC236}">
                    <a16:creationId xmlns:a16="http://schemas.microsoft.com/office/drawing/2014/main" id="{1326D6D5-4368-3242-940E-7E5978F1247E}"/>
                  </a:ext>
                </a:extLst>
              </p:cNvPr>
              <p:cNvSpPr/>
              <p:nvPr/>
            </p:nvSpPr>
            <p:spPr>
              <a:xfrm>
                <a:off x="10331450" y="3743325"/>
                <a:ext cx="82550" cy="87136"/>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cxnSp>
        <p:nvCxnSpPr>
          <p:cNvPr id="153" name="Straight Connector 152">
            <a:extLst>
              <a:ext uri="{FF2B5EF4-FFF2-40B4-BE49-F238E27FC236}">
                <a16:creationId xmlns:a16="http://schemas.microsoft.com/office/drawing/2014/main" id="{1BDF6761-A298-0649-AD22-E32D353E085B}"/>
              </a:ext>
            </a:extLst>
          </p:cNvPr>
          <p:cNvCxnSpPr>
            <a:cxnSpLocks/>
          </p:cNvCxnSpPr>
          <p:nvPr/>
        </p:nvCxnSpPr>
        <p:spPr>
          <a:xfrm>
            <a:off x="919556" y="1995948"/>
            <a:ext cx="0" cy="196031"/>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sp>
        <p:nvSpPr>
          <p:cNvPr id="154" name="Rectangle 153">
            <a:extLst>
              <a:ext uri="{FF2B5EF4-FFF2-40B4-BE49-F238E27FC236}">
                <a16:creationId xmlns:a16="http://schemas.microsoft.com/office/drawing/2014/main" id="{6E805ECD-DD10-C845-94C0-375A905AFE6F}"/>
              </a:ext>
            </a:extLst>
          </p:cNvPr>
          <p:cNvSpPr/>
          <p:nvPr/>
        </p:nvSpPr>
        <p:spPr>
          <a:xfrm>
            <a:off x="6626942" y="275303"/>
            <a:ext cx="3038168" cy="62926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41" name="Group 240">
            <a:extLst>
              <a:ext uri="{FF2B5EF4-FFF2-40B4-BE49-F238E27FC236}">
                <a16:creationId xmlns:a16="http://schemas.microsoft.com/office/drawing/2014/main" id="{C0DE6387-1D17-B74C-B49C-337140026F6C}"/>
              </a:ext>
            </a:extLst>
          </p:cNvPr>
          <p:cNvGrpSpPr/>
          <p:nvPr/>
        </p:nvGrpSpPr>
        <p:grpSpPr>
          <a:xfrm>
            <a:off x="6656438" y="235974"/>
            <a:ext cx="2493133" cy="1917291"/>
            <a:chOff x="7010400" y="108155"/>
            <a:chExt cx="2493133" cy="1917291"/>
          </a:xfrm>
        </p:grpSpPr>
        <p:sp>
          <p:nvSpPr>
            <p:cNvPr id="242" name="Freeform 241">
              <a:extLst>
                <a:ext uri="{FF2B5EF4-FFF2-40B4-BE49-F238E27FC236}">
                  <a16:creationId xmlns:a16="http://schemas.microsoft.com/office/drawing/2014/main" id="{AAB1A5DE-415B-F14B-A28A-363ED94665BF}"/>
                </a:ext>
              </a:extLst>
            </p:cNvPr>
            <p:cNvSpPr/>
            <p:nvPr/>
          </p:nvSpPr>
          <p:spPr>
            <a:xfrm>
              <a:off x="7010400" y="176982"/>
              <a:ext cx="2340077" cy="1848464"/>
            </a:xfrm>
            <a:custGeom>
              <a:avLst/>
              <a:gdLst>
                <a:gd name="connsiteX0" fmla="*/ 0 w 2340077"/>
                <a:gd name="connsiteY0" fmla="*/ 304800 h 432619"/>
                <a:gd name="connsiteX1" fmla="*/ 393290 w 2340077"/>
                <a:gd name="connsiteY1" fmla="*/ 0 h 432619"/>
                <a:gd name="connsiteX2" fmla="*/ 2340077 w 2340077"/>
                <a:gd name="connsiteY2" fmla="*/ 0 h 432619"/>
                <a:gd name="connsiteX3" fmla="*/ 147484 w 2340077"/>
                <a:gd name="connsiteY3" fmla="*/ 432619 h 432619"/>
                <a:gd name="connsiteX4" fmla="*/ 0 w 2340077"/>
                <a:gd name="connsiteY4" fmla="*/ 304800 h 432619"/>
                <a:gd name="connsiteX0" fmla="*/ 0 w 2340077"/>
                <a:gd name="connsiteY0" fmla="*/ 1691148 h 1818967"/>
                <a:gd name="connsiteX1" fmla="*/ 383458 w 2340077"/>
                <a:gd name="connsiteY1" fmla="*/ 0 h 1818967"/>
                <a:gd name="connsiteX2" fmla="*/ 2340077 w 2340077"/>
                <a:gd name="connsiteY2" fmla="*/ 1386348 h 1818967"/>
                <a:gd name="connsiteX3" fmla="*/ 147484 w 2340077"/>
                <a:gd name="connsiteY3" fmla="*/ 1818967 h 1818967"/>
                <a:gd name="connsiteX4" fmla="*/ 0 w 2340077"/>
                <a:gd name="connsiteY4" fmla="*/ 1691148 h 1818967"/>
                <a:gd name="connsiteX0" fmla="*/ 0 w 2340077"/>
                <a:gd name="connsiteY0" fmla="*/ 1691148 h 1818967"/>
                <a:gd name="connsiteX1" fmla="*/ 383458 w 2340077"/>
                <a:gd name="connsiteY1" fmla="*/ 0 h 1818967"/>
                <a:gd name="connsiteX2" fmla="*/ 2340077 w 2340077"/>
                <a:gd name="connsiteY2" fmla="*/ 1386348 h 1818967"/>
                <a:gd name="connsiteX3" fmla="*/ 147484 w 2340077"/>
                <a:gd name="connsiteY3" fmla="*/ 1818967 h 1818967"/>
                <a:gd name="connsiteX4" fmla="*/ 0 w 2340077"/>
                <a:gd name="connsiteY4" fmla="*/ 1691148 h 1818967"/>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48464"/>
                <a:gd name="connsiteX1" fmla="*/ 383458 w 2340077"/>
                <a:gd name="connsiteY1" fmla="*/ 0 h 1848464"/>
                <a:gd name="connsiteX2" fmla="*/ 2340077 w 2340077"/>
                <a:gd name="connsiteY2" fmla="*/ 1386348 h 1848464"/>
                <a:gd name="connsiteX3" fmla="*/ 137651 w 2340077"/>
                <a:gd name="connsiteY3" fmla="*/ 1848464 h 1848464"/>
                <a:gd name="connsiteX4" fmla="*/ 0 w 2340077"/>
                <a:gd name="connsiteY4" fmla="*/ 1691148 h 18484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0077" h="1848464">
                  <a:moveTo>
                    <a:pt x="0" y="1691148"/>
                  </a:moveTo>
                  <a:cubicBezTo>
                    <a:pt x="167148" y="1304412"/>
                    <a:pt x="285136" y="770193"/>
                    <a:pt x="383458" y="0"/>
                  </a:cubicBezTo>
                  <a:lnTo>
                    <a:pt x="2340077" y="1386348"/>
                  </a:lnTo>
                  <a:cubicBezTo>
                    <a:pt x="871794" y="1579716"/>
                    <a:pt x="740695" y="1645264"/>
                    <a:pt x="137651" y="1848464"/>
                  </a:cubicBezTo>
                  <a:lnTo>
                    <a:pt x="0" y="1691148"/>
                  </a:ln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43" name="Group 242">
              <a:extLst>
                <a:ext uri="{FF2B5EF4-FFF2-40B4-BE49-F238E27FC236}">
                  <a16:creationId xmlns:a16="http://schemas.microsoft.com/office/drawing/2014/main" id="{937CC7FC-FB1E-3F44-8360-192E93D54F76}"/>
                </a:ext>
              </a:extLst>
            </p:cNvPr>
            <p:cNvGrpSpPr/>
            <p:nvPr/>
          </p:nvGrpSpPr>
          <p:grpSpPr>
            <a:xfrm>
              <a:off x="7323884" y="108155"/>
              <a:ext cx="2179649" cy="1445342"/>
              <a:chOff x="7323884" y="108155"/>
              <a:chExt cx="2179649" cy="1445342"/>
            </a:xfrm>
          </p:grpSpPr>
          <p:sp>
            <p:nvSpPr>
              <p:cNvPr id="244" name="Rectangle 243">
                <a:extLst>
                  <a:ext uri="{FF2B5EF4-FFF2-40B4-BE49-F238E27FC236}">
                    <a16:creationId xmlns:a16="http://schemas.microsoft.com/office/drawing/2014/main" id="{4491BF2B-1B3B-CC46-9290-459EE74E54A2}"/>
                  </a:ext>
                </a:extLst>
              </p:cNvPr>
              <p:cNvSpPr/>
              <p:nvPr/>
            </p:nvSpPr>
            <p:spPr>
              <a:xfrm>
                <a:off x="7413523" y="108155"/>
                <a:ext cx="1936954" cy="14355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45" name="Group 244">
                <a:extLst>
                  <a:ext uri="{FF2B5EF4-FFF2-40B4-BE49-F238E27FC236}">
                    <a16:creationId xmlns:a16="http://schemas.microsoft.com/office/drawing/2014/main" id="{FCF8DCB2-D709-AF40-B84B-C341D1A769CD}"/>
                  </a:ext>
                </a:extLst>
              </p:cNvPr>
              <p:cNvGrpSpPr/>
              <p:nvPr/>
            </p:nvGrpSpPr>
            <p:grpSpPr>
              <a:xfrm>
                <a:off x="7323884" y="120836"/>
                <a:ext cx="2179649" cy="1432661"/>
                <a:chOff x="7323884" y="120836"/>
                <a:chExt cx="2179649" cy="1432661"/>
              </a:xfrm>
            </p:grpSpPr>
            <p:sp>
              <p:nvSpPr>
                <p:cNvPr id="246" name="Rectangle 245">
                  <a:extLst>
                    <a:ext uri="{FF2B5EF4-FFF2-40B4-BE49-F238E27FC236}">
                      <a16:creationId xmlns:a16="http://schemas.microsoft.com/office/drawing/2014/main" id="{AAB1F5FE-4DFF-8942-96D2-1BF59A9B8ED7}"/>
                    </a:ext>
                  </a:extLst>
                </p:cNvPr>
                <p:cNvSpPr/>
                <p:nvPr/>
              </p:nvSpPr>
              <p:spPr>
                <a:xfrm>
                  <a:off x="7409951" y="124866"/>
                  <a:ext cx="1940525"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47" name="TextBox 246">
                  <a:extLst>
                    <a:ext uri="{FF2B5EF4-FFF2-40B4-BE49-F238E27FC236}">
                      <a16:creationId xmlns:a16="http://schemas.microsoft.com/office/drawing/2014/main" id="{02C346E9-CF40-A846-ACD9-F72DFBB9E805}"/>
                    </a:ext>
                  </a:extLst>
                </p:cNvPr>
                <p:cNvSpPr txBox="1"/>
                <p:nvPr/>
              </p:nvSpPr>
              <p:spPr>
                <a:xfrm>
                  <a:off x="7799764" y="120836"/>
                  <a:ext cx="1117197" cy="400110"/>
                </a:xfrm>
                <a:prstGeom prst="rect">
                  <a:avLst/>
                </a:prstGeom>
                <a:noFill/>
              </p:spPr>
              <p:txBody>
                <a:bodyPr wrap="square" rtlCol="0">
                  <a:spAutoFit/>
                </a:bodyPr>
                <a:lstStyle/>
                <a:p>
                  <a:pPr algn="ctr">
                    <a:spcAft>
                      <a:spcPts val="400"/>
                    </a:spcAft>
                  </a:pPr>
                  <a:r>
                    <a:rPr lang="en-US" sz="2000" dirty="0">
                      <a:solidFill>
                        <a:prstClr val="white"/>
                      </a:solidFill>
                    </a:rPr>
                    <a:t>DV in b:</a:t>
                  </a:r>
                </a:p>
              </p:txBody>
            </p:sp>
            <p:cxnSp>
              <p:nvCxnSpPr>
                <p:cNvPr id="248" name="Straight Connector 247">
                  <a:extLst>
                    <a:ext uri="{FF2B5EF4-FFF2-40B4-BE49-F238E27FC236}">
                      <a16:creationId xmlns:a16="http://schemas.microsoft.com/office/drawing/2014/main" id="{322E19FC-BD9D-FC41-8AF9-4540EB9B5BC4}"/>
                    </a:ext>
                  </a:extLst>
                </p:cNvPr>
                <p:cNvCxnSpPr>
                  <a:cxnSpLocks/>
                </p:cNvCxnSpPr>
                <p:nvPr/>
              </p:nvCxnSpPr>
              <p:spPr>
                <a:xfrm>
                  <a:off x="7401895" y="49525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49" name="Rectangle 248">
                  <a:extLst>
                    <a:ext uri="{FF2B5EF4-FFF2-40B4-BE49-F238E27FC236}">
                      <a16:creationId xmlns:a16="http://schemas.microsoft.com/office/drawing/2014/main" id="{14EC7CB6-196B-5E44-AD24-302ACAC213D8}"/>
                    </a:ext>
                  </a:extLst>
                </p:cNvPr>
                <p:cNvSpPr/>
                <p:nvPr/>
              </p:nvSpPr>
              <p:spPr>
                <a:xfrm>
                  <a:off x="7404189" y="124866"/>
                  <a:ext cx="1936455" cy="142863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50" name="TextBox 249">
                  <a:extLst>
                    <a:ext uri="{FF2B5EF4-FFF2-40B4-BE49-F238E27FC236}">
                      <a16:creationId xmlns:a16="http://schemas.microsoft.com/office/drawing/2014/main" id="{15AACE12-C210-0141-824B-658545F2E1EB}"/>
                    </a:ext>
                  </a:extLst>
                </p:cNvPr>
                <p:cNvSpPr txBox="1"/>
                <p:nvPr/>
              </p:nvSpPr>
              <p:spPr>
                <a:xfrm>
                  <a:off x="8392488" y="560500"/>
                  <a:ext cx="1111045" cy="978729"/>
                </a:xfrm>
                <a:prstGeom prst="rect">
                  <a:avLst/>
                </a:prstGeom>
                <a:noFill/>
              </p:spPr>
              <p:txBody>
                <a:bodyPr wrap="square" rtlCol="0">
                  <a:spAutoFit/>
                </a:bodyPr>
                <a:lstStyle/>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(f) =</a:t>
                  </a:r>
                  <a:r>
                    <a:rPr lang="en-US" sz="1600" dirty="0">
                      <a:solidFill>
                        <a:prstClr val="black"/>
                      </a:solidFill>
                      <a:cs typeface="Arial" charset="0"/>
                    </a:rPr>
                    <a:t> ∞</a:t>
                  </a:r>
                </a:p>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(g) =</a:t>
                  </a:r>
                  <a:r>
                    <a:rPr lang="en-US" sz="1600" dirty="0">
                      <a:solidFill>
                        <a:prstClr val="black"/>
                      </a:solidFill>
                      <a:cs typeface="Arial" charset="0"/>
                    </a:rPr>
                    <a:t> ∞</a:t>
                  </a:r>
                </a:p>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(h) =</a:t>
                  </a:r>
                  <a:r>
                    <a:rPr lang="en-US" sz="1600" dirty="0">
                      <a:solidFill>
                        <a:prstClr val="black"/>
                      </a:solidFill>
                      <a:cs typeface="Arial" charset="0"/>
                    </a:rPr>
                    <a:t> ∞</a:t>
                  </a:r>
                </a:p>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sp>
              <p:nvSpPr>
                <p:cNvPr id="251" name="TextBox 250">
                  <a:extLst>
                    <a:ext uri="{FF2B5EF4-FFF2-40B4-BE49-F238E27FC236}">
                      <a16:creationId xmlns:a16="http://schemas.microsoft.com/office/drawing/2014/main" id="{8FBBD149-E4A4-7649-964F-57535C719AD2}"/>
                    </a:ext>
                  </a:extLst>
                </p:cNvPr>
                <p:cNvSpPr txBox="1"/>
                <p:nvPr/>
              </p:nvSpPr>
              <p:spPr>
                <a:xfrm>
                  <a:off x="7323884" y="557387"/>
                  <a:ext cx="1117197" cy="978729"/>
                </a:xfrm>
                <a:prstGeom prst="rect">
                  <a:avLst/>
                </a:prstGeom>
                <a:noFill/>
              </p:spPr>
              <p:txBody>
                <a:bodyPr wrap="square" rtlCol="0">
                  <a:spAutoFit/>
                </a:bodyPr>
                <a:lstStyle/>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(a) = 8</a:t>
                  </a:r>
                  <a:endParaRPr lang="en-US" sz="1600" dirty="0">
                    <a:solidFill>
                      <a:prstClr val="black"/>
                    </a:solidFill>
                    <a:cs typeface="Arial" charset="0"/>
                  </a:endParaRPr>
                </a:p>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(c) =</a:t>
                  </a:r>
                  <a:r>
                    <a:rPr lang="en-US" sz="1600" dirty="0">
                      <a:solidFill>
                        <a:prstClr val="black"/>
                      </a:solidFill>
                      <a:cs typeface="Arial" charset="0"/>
                    </a:rPr>
                    <a:t> 1</a:t>
                  </a:r>
                  <a:endParaRPr lang="en-US" sz="1600" dirty="0">
                    <a:solidFill>
                      <a:prstClr val="black"/>
                    </a:solidFill>
                  </a:endParaRPr>
                </a:p>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(d) =</a:t>
                  </a:r>
                  <a:r>
                    <a:rPr lang="en-US" sz="1600" dirty="0">
                      <a:solidFill>
                        <a:prstClr val="black"/>
                      </a:solidFill>
                      <a:cs typeface="Arial" charset="0"/>
                    </a:rPr>
                    <a:t> ∞</a:t>
                  </a:r>
                  <a:endParaRPr lang="en-US" sz="1600" dirty="0">
                    <a:solidFill>
                      <a:prstClr val="black"/>
                    </a:solidFill>
                  </a:endParaRPr>
                </a:p>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(e) =</a:t>
                  </a:r>
                  <a:r>
                    <a:rPr lang="en-US" sz="1600" dirty="0">
                      <a:solidFill>
                        <a:prstClr val="black"/>
                      </a:solidFill>
                      <a:cs typeface="Arial" charset="0"/>
                    </a:rPr>
                    <a:t> 1</a:t>
                  </a:r>
                  <a:endParaRPr lang="en-US" sz="1600" dirty="0">
                    <a:solidFill>
                      <a:prstClr val="black"/>
                    </a:solidFill>
                  </a:endParaRPr>
                </a:p>
              </p:txBody>
            </p:sp>
          </p:grpSp>
        </p:grpSp>
      </p:grpSp>
      <p:sp>
        <p:nvSpPr>
          <p:cNvPr id="281" name="TextBox 280">
            <a:extLst>
              <a:ext uri="{FF2B5EF4-FFF2-40B4-BE49-F238E27FC236}">
                <a16:creationId xmlns:a16="http://schemas.microsoft.com/office/drawing/2014/main" id="{9547E6FC-ED98-A842-83E6-5B393D42D482}"/>
              </a:ext>
            </a:extLst>
          </p:cNvPr>
          <p:cNvSpPr txBox="1"/>
          <p:nvPr/>
        </p:nvSpPr>
        <p:spPr>
          <a:xfrm flipH="1">
            <a:off x="348626" y="3078991"/>
            <a:ext cx="2195814" cy="590931"/>
          </a:xfrm>
          <a:prstGeom prst="rect">
            <a:avLst/>
          </a:prstGeom>
          <a:noFill/>
        </p:spPr>
        <p:txBody>
          <a:bodyPr wrap="square" rtlCol="0">
            <a:spAutoFit/>
          </a:bodyPr>
          <a:lstStyle/>
          <a:p>
            <a:pPr marL="285750" indent="-285750">
              <a:lnSpc>
                <a:spcPct val="90000"/>
              </a:lnSpc>
              <a:buClr>
                <a:srgbClr val="0000A8"/>
              </a:buClr>
              <a:buFont typeface="Wingdings" pitchFamily="2" charset="2"/>
              <a:buChar char="§"/>
            </a:pPr>
            <a:r>
              <a:rPr lang="en-US" dirty="0">
                <a:solidFill>
                  <a:prstClr val="black"/>
                </a:solidFill>
              </a:rPr>
              <a:t>b receives DVs from a, c, e</a:t>
            </a:r>
          </a:p>
        </p:txBody>
      </p:sp>
      <p:sp>
        <p:nvSpPr>
          <p:cNvPr id="345" name="Right Arrow 344">
            <a:extLst>
              <a:ext uri="{FF2B5EF4-FFF2-40B4-BE49-F238E27FC236}">
                <a16:creationId xmlns:a16="http://schemas.microsoft.com/office/drawing/2014/main" id="{92F5E3C5-FAC5-934A-B5A5-9BE872588D4E}"/>
              </a:ext>
            </a:extLst>
          </p:cNvPr>
          <p:cNvSpPr/>
          <p:nvPr/>
        </p:nvSpPr>
        <p:spPr>
          <a:xfrm rot="16200000">
            <a:off x="6346718" y="3406881"/>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6" name="Right Arrow 355">
            <a:extLst>
              <a:ext uri="{FF2B5EF4-FFF2-40B4-BE49-F238E27FC236}">
                <a16:creationId xmlns:a16="http://schemas.microsoft.com/office/drawing/2014/main" id="{FECE1C4C-C6DE-E44B-8914-C9FAB6E59F01}"/>
              </a:ext>
            </a:extLst>
          </p:cNvPr>
          <p:cNvSpPr/>
          <p:nvPr/>
        </p:nvSpPr>
        <p:spPr>
          <a:xfrm>
            <a:off x="4973224" y="1937987"/>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7" name="Right Arrow 356">
            <a:extLst>
              <a:ext uri="{FF2B5EF4-FFF2-40B4-BE49-F238E27FC236}">
                <a16:creationId xmlns:a16="http://schemas.microsoft.com/office/drawing/2014/main" id="{E44AC5A8-AB5C-6D48-965A-B3150C882B9F}"/>
              </a:ext>
            </a:extLst>
          </p:cNvPr>
          <p:cNvSpPr/>
          <p:nvPr/>
        </p:nvSpPr>
        <p:spPr>
          <a:xfrm rot="10800000">
            <a:off x="7631559" y="1919702"/>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14" name="Group 313">
            <a:extLst>
              <a:ext uri="{FF2B5EF4-FFF2-40B4-BE49-F238E27FC236}">
                <a16:creationId xmlns:a16="http://schemas.microsoft.com/office/drawing/2014/main" id="{917871C2-1731-FE43-944D-6364CCE85DA9}"/>
              </a:ext>
            </a:extLst>
          </p:cNvPr>
          <p:cNvGrpSpPr/>
          <p:nvPr/>
        </p:nvGrpSpPr>
        <p:grpSpPr>
          <a:xfrm>
            <a:off x="4333785" y="1906063"/>
            <a:ext cx="4395351" cy="404576"/>
            <a:chOff x="4333785" y="5772213"/>
            <a:chExt cx="4395351" cy="404576"/>
          </a:xfrm>
        </p:grpSpPr>
        <p:grpSp>
          <p:nvGrpSpPr>
            <p:cNvPr id="315" name="Group 314">
              <a:extLst>
                <a:ext uri="{FF2B5EF4-FFF2-40B4-BE49-F238E27FC236}">
                  <a16:creationId xmlns:a16="http://schemas.microsoft.com/office/drawing/2014/main" id="{68E7B419-D4D3-3A4B-86E1-D40C76B2BB2C}"/>
                </a:ext>
              </a:extLst>
            </p:cNvPr>
            <p:cNvGrpSpPr/>
            <p:nvPr/>
          </p:nvGrpSpPr>
          <p:grpSpPr>
            <a:xfrm>
              <a:off x="4333785" y="5772213"/>
              <a:ext cx="531821" cy="369069"/>
              <a:chOff x="1348328" y="2475647"/>
              <a:chExt cx="603916" cy="419100"/>
            </a:xfrm>
          </p:grpSpPr>
          <p:grpSp>
            <p:nvGrpSpPr>
              <p:cNvPr id="336" name="Group 335">
                <a:extLst>
                  <a:ext uri="{FF2B5EF4-FFF2-40B4-BE49-F238E27FC236}">
                    <a16:creationId xmlns:a16="http://schemas.microsoft.com/office/drawing/2014/main" id="{93705575-DDBD-3D44-B843-C77E28CEAAD2}"/>
                  </a:ext>
                </a:extLst>
              </p:cNvPr>
              <p:cNvGrpSpPr/>
              <p:nvPr/>
            </p:nvGrpSpPr>
            <p:grpSpPr>
              <a:xfrm>
                <a:off x="1348328" y="2555748"/>
                <a:ext cx="603916" cy="308999"/>
                <a:chOff x="5278570" y="2983486"/>
                <a:chExt cx="501650" cy="233363"/>
              </a:xfrm>
            </p:grpSpPr>
            <p:sp>
              <p:nvSpPr>
                <p:cNvPr id="340" name="Oval 5">
                  <a:extLst>
                    <a:ext uri="{FF2B5EF4-FFF2-40B4-BE49-F238E27FC236}">
                      <a16:creationId xmlns:a16="http://schemas.microsoft.com/office/drawing/2014/main" id="{AF888CEF-6837-CD45-809F-91550C92C80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1" name="Line 6">
                  <a:extLst>
                    <a:ext uri="{FF2B5EF4-FFF2-40B4-BE49-F238E27FC236}">
                      <a16:creationId xmlns:a16="http://schemas.microsoft.com/office/drawing/2014/main" id="{4535759C-A65E-D84B-9508-03E1DC0B824C}"/>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2" name="Line 7">
                  <a:extLst>
                    <a:ext uri="{FF2B5EF4-FFF2-40B4-BE49-F238E27FC236}">
                      <a16:creationId xmlns:a16="http://schemas.microsoft.com/office/drawing/2014/main" id="{FFA7BAB7-E53C-EC41-ACE7-66FCD862969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3" name="Rectangle 8">
                  <a:extLst>
                    <a:ext uri="{FF2B5EF4-FFF2-40B4-BE49-F238E27FC236}">
                      <a16:creationId xmlns:a16="http://schemas.microsoft.com/office/drawing/2014/main" id="{69E05203-3EC0-6447-8988-D4F7C2150FA6}"/>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44" name="Oval 9">
                  <a:extLst>
                    <a:ext uri="{FF2B5EF4-FFF2-40B4-BE49-F238E27FC236}">
                      <a16:creationId xmlns:a16="http://schemas.microsoft.com/office/drawing/2014/main" id="{D9043B05-A159-7D41-90D4-718D621EA02B}"/>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37" name="Group 44">
                <a:extLst>
                  <a:ext uri="{FF2B5EF4-FFF2-40B4-BE49-F238E27FC236}">
                    <a16:creationId xmlns:a16="http://schemas.microsoft.com/office/drawing/2014/main" id="{230264F8-C92F-C344-8341-A92C3D105F2A}"/>
                  </a:ext>
                </a:extLst>
              </p:cNvPr>
              <p:cNvGrpSpPr>
                <a:grpSpLocks/>
              </p:cNvGrpSpPr>
              <p:nvPr/>
            </p:nvGrpSpPr>
            <p:grpSpPr bwMode="auto">
              <a:xfrm>
                <a:off x="1456374" y="2475647"/>
                <a:ext cx="355165" cy="419100"/>
                <a:chOff x="2944" y="2405"/>
                <a:chExt cx="227" cy="264"/>
              </a:xfrm>
            </p:grpSpPr>
            <p:sp>
              <p:nvSpPr>
                <p:cNvPr id="338" name="Rectangle 45">
                  <a:extLst>
                    <a:ext uri="{FF2B5EF4-FFF2-40B4-BE49-F238E27FC236}">
                      <a16:creationId xmlns:a16="http://schemas.microsoft.com/office/drawing/2014/main" id="{F2B81453-DE5E-984D-B97A-6884B0BDD35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9" name="Text Box 46">
                  <a:extLst>
                    <a:ext uri="{FF2B5EF4-FFF2-40B4-BE49-F238E27FC236}">
                      <a16:creationId xmlns:a16="http://schemas.microsoft.com/office/drawing/2014/main" id="{35E945F9-D699-744B-ACB7-587B2AA668D3}"/>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a</a:t>
                  </a:r>
                  <a:endParaRPr lang="en-US" sz="2000" kern="0" dirty="0">
                    <a:solidFill>
                      <a:srgbClr val="000000"/>
                    </a:solidFill>
                  </a:endParaRPr>
                </a:p>
              </p:txBody>
            </p:sp>
          </p:grpSp>
        </p:grpSp>
        <p:grpSp>
          <p:nvGrpSpPr>
            <p:cNvPr id="316" name="Group 315">
              <a:extLst>
                <a:ext uri="{FF2B5EF4-FFF2-40B4-BE49-F238E27FC236}">
                  <a16:creationId xmlns:a16="http://schemas.microsoft.com/office/drawing/2014/main" id="{1CE7BA36-0E22-4F41-B503-121F0E8FF751}"/>
                </a:ext>
              </a:extLst>
            </p:cNvPr>
            <p:cNvGrpSpPr/>
            <p:nvPr/>
          </p:nvGrpSpPr>
          <p:grpSpPr>
            <a:xfrm>
              <a:off x="6263949" y="5807720"/>
              <a:ext cx="531821" cy="369069"/>
              <a:chOff x="1348328" y="2507397"/>
              <a:chExt cx="603916" cy="419100"/>
            </a:xfrm>
          </p:grpSpPr>
          <p:grpSp>
            <p:nvGrpSpPr>
              <p:cNvPr id="327" name="Group 326">
                <a:extLst>
                  <a:ext uri="{FF2B5EF4-FFF2-40B4-BE49-F238E27FC236}">
                    <a16:creationId xmlns:a16="http://schemas.microsoft.com/office/drawing/2014/main" id="{ABA31A37-F3CD-1746-9C86-0557D36C5404}"/>
                  </a:ext>
                </a:extLst>
              </p:cNvPr>
              <p:cNvGrpSpPr/>
              <p:nvPr/>
            </p:nvGrpSpPr>
            <p:grpSpPr>
              <a:xfrm>
                <a:off x="1348328" y="2555748"/>
                <a:ext cx="603916" cy="308999"/>
                <a:chOff x="5278570" y="2983486"/>
                <a:chExt cx="501650" cy="233363"/>
              </a:xfrm>
            </p:grpSpPr>
            <p:sp>
              <p:nvSpPr>
                <p:cNvPr id="331" name="Oval 5">
                  <a:extLst>
                    <a:ext uri="{FF2B5EF4-FFF2-40B4-BE49-F238E27FC236}">
                      <a16:creationId xmlns:a16="http://schemas.microsoft.com/office/drawing/2014/main" id="{39C9919B-E459-6946-BAB3-A266303D27E7}"/>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2" name="Line 6">
                  <a:extLst>
                    <a:ext uri="{FF2B5EF4-FFF2-40B4-BE49-F238E27FC236}">
                      <a16:creationId xmlns:a16="http://schemas.microsoft.com/office/drawing/2014/main" id="{61A62C09-3017-A541-9429-460C1A7F6B50}"/>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3" name="Line 7">
                  <a:extLst>
                    <a:ext uri="{FF2B5EF4-FFF2-40B4-BE49-F238E27FC236}">
                      <a16:creationId xmlns:a16="http://schemas.microsoft.com/office/drawing/2014/main" id="{86063EB7-D2C3-3447-B2FD-57FC1E74D327}"/>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4" name="Rectangle 8">
                  <a:extLst>
                    <a:ext uri="{FF2B5EF4-FFF2-40B4-BE49-F238E27FC236}">
                      <a16:creationId xmlns:a16="http://schemas.microsoft.com/office/drawing/2014/main" id="{BD5BCC42-3550-DF4A-BB55-F643AEBFD9AD}"/>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35" name="Oval 9">
                  <a:extLst>
                    <a:ext uri="{FF2B5EF4-FFF2-40B4-BE49-F238E27FC236}">
                      <a16:creationId xmlns:a16="http://schemas.microsoft.com/office/drawing/2014/main" id="{74611398-E647-494F-A7BD-186BB5CB5454}"/>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28" name="Group 44">
                <a:extLst>
                  <a:ext uri="{FF2B5EF4-FFF2-40B4-BE49-F238E27FC236}">
                    <a16:creationId xmlns:a16="http://schemas.microsoft.com/office/drawing/2014/main" id="{B57BC638-F090-114B-B8BF-7E2F4A6CC8F0}"/>
                  </a:ext>
                </a:extLst>
              </p:cNvPr>
              <p:cNvGrpSpPr>
                <a:grpSpLocks/>
              </p:cNvGrpSpPr>
              <p:nvPr/>
            </p:nvGrpSpPr>
            <p:grpSpPr bwMode="auto">
              <a:xfrm>
                <a:off x="1456374" y="2507397"/>
                <a:ext cx="355165" cy="419100"/>
                <a:chOff x="2944" y="2425"/>
                <a:chExt cx="227" cy="264"/>
              </a:xfrm>
            </p:grpSpPr>
            <p:sp>
              <p:nvSpPr>
                <p:cNvPr id="329" name="Rectangle 45">
                  <a:extLst>
                    <a:ext uri="{FF2B5EF4-FFF2-40B4-BE49-F238E27FC236}">
                      <a16:creationId xmlns:a16="http://schemas.microsoft.com/office/drawing/2014/main" id="{0F91A427-A1B7-A54C-8320-A92F425DFC7E}"/>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0" name="Text Box 46">
                  <a:extLst>
                    <a:ext uri="{FF2B5EF4-FFF2-40B4-BE49-F238E27FC236}">
                      <a16:creationId xmlns:a16="http://schemas.microsoft.com/office/drawing/2014/main" id="{E600E15A-04DE-4F44-AD3B-D284039393AF}"/>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b</a:t>
                  </a:r>
                  <a:endParaRPr lang="en-US" sz="2000" kern="0" dirty="0">
                    <a:solidFill>
                      <a:srgbClr val="000000"/>
                    </a:solidFill>
                  </a:endParaRPr>
                </a:p>
              </p:txBody>
            </p:sp>
          </p:grpSp>
        </p:grpSp>
        <p:grpSp>
          <p:nvGrpSpPr>
            <p:cNvPr id="317" name="Group 316">
              <a:extLst>
                <a:ext uri="{FF2B5EF4-FFF2-40B4-BE49-F238E27FC236}">
                  <a16:creationId xmlns:a16="http://schemas.microsoft.com/office/drawing/2014/main" id="{2EB87748-B820-0349-A8AC-FE8BBD55B257}"/>
                </a:ext>
              </a:extLst>
            </p:cNvPr>
            <p:cNvGrpSpPr/>
            <p:nvPr/>
          </p:nvGrpSpPr>
          <p:grpSpPr>
            <a:xfrm>
              <a:off x="8197315" y="5805271"/>
              <a:ext cx="531821" cy="369069"/>
              <a:chOff x="1348328" y="2507397"/>
              <a:chExt cx="603916" cy="419100"/>
            </a:xfrm>
          </p:grpSpPr>
          <p:grpSp>
            <p:nvGrpSpPr>
              <p:cNvPr id="318" name="Group 317">
                <a:extLst>
                  <a:ext uri="{FF2B5EF4-FFF2-40B4-BE49-F238E27FC236}">
                    <a16:creationId xmlns:a16="http://schemas.microsoft.com/office/drawing/2014/main" id="{EB6E4C7D-CDAA-7F47-A797-1E5FB2A80494}"/>
                  </a:ext>
                </a:extLst>
              </p:cNvPr>
              <p:cNvGrpSpPr/>
              <p:nvPr/>
            </p:nvGrpSpPr>
            <p:grpSpPr>
              <a:xfrm>
                <a:off x="1348328" y="2555748"/>
                <a:ext cx="603916" cy="308999"/>
                <a:chOff x="5278570" y="2983486"/>
                <a:chExt cx="501650" cy="233363"/>
              </a:xfrm>
            </p:grpSpPr>
            <p:sp>
              <p:nvSpPr>
                <p:cNvPr id="322" name="Oval 5">
                  <a:extLst>
                    <a:ext uri="{FF2B5EF4-FFF2-40B4-BE49-F238E27FC236}">
                      <a16:creationId xmlns:a16="http://schemas.microsoft.com/office/drawing/2014/main" id="{F9943B67-FB21-3647-869F-669BE6A721C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3" name="Line 6">
                  <a:extLst>
                    <a:ext uri="{FF2B5EF4-FFF2-40B4-BE49-F238E27FC236}">
                      <a16:creationId xmlns:a16="http://schemas.microsoft.com/office/drawing/2014/main" id="{57CCD935-17C4-B04B-B482-9A946E848EC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4" name="Line 7">
                  <a:extLst>
                    <a:ext uri="{FF2B5EF4-FFF2-40B4-BE49-F238E27FC236}">
                      <a16:creationId xmlns:a16="http://schemas.microsoft.com/office/drawing/2014/main" id="{2FE8EAFF-CC53-364C-974F-2F913B960D6B}"/>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5" name="Rectangle 8">
                  <a:extLst>
                    <a:ext uri="{FF2B5EF4-FFF2-40B4-BE49-F238E27FC236}">
                      <a16:creationId xmlns:a16="http://schemas.microsoft.com/office/drawing/2014/main" id="{B25B691E-9E1D-1E4F-9419-9156013814CE}"/>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26" name="Oval 9">
                  <a:extLst>
                    <a:ext uri="{FF2B5EF4-FFF2-40B4-BE49-F238E27FC236}">
                      <a16:creationId xmlns:a16="http://schemas.microsoft.com/office/drawing/2014/main" id="{9CB3B73F-9E39-EC4E-83F7-FBE10697408E}"/>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19" name="Group 44">
                <a:extLst>
                  <a:ext uri="{FF2B5EF4-FFF2-40B4-BE49-F238E27FC236}">
                    <a16:creationId xmlns:a16="http://schemas.microsoft.com/office/drawing/2014/main" id="{0F42679C-ED56-BC45-8C82-597609DBD4D2}"/>
                  </a:ext>
                </a:extLst>
              </p:cNvPr>
              <p:cNvGrpSpPr>
                <a:grpSpLocks/>
              </p:cNvGrpSpPr>
              <p:nvPr/>
            </p:nvGrpSpPr>
            <p:grpSpPr bwMode="auto">
              <a:xfrm>
                <a:off x="1464216" y="2507397"/>
                <a:ext cx="341085" cy="419100"/>
                <a:chOff x="2949" y="2425"/>
                <a:chExt cx="218" cy="264"/>
              </a:xfrm>
            </p:grpSpPr>
            <p:sp>
              <p:nvSpPr>
                <p:cNvPr id="320" name="Rectangle 45">
                  <a:extLst>
                    <a:ext uri="{FF2B5EF4-FFF2-40B4-BE49-F238E27FC236}">
                      <a16:creationId xmlns:a16="http://schemas.microsoft.com/office/drawing/2014/main" id="{CF557465-1C6C-1245-9762-D6D2D9F891F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1" name="Text Box 46">
                  <a:extLst>
                    <a:ext uri="{FF2B5EF4-FFF2-40B4-BE49-F238E27FC236}">
                      <a16:creationId xmlns:a16="http://schemas.microsoft.com/office/drawing/2014/main" id="{CEEF1658-9381-E84D-81A0-1A501484FB8A}"/>
                    </a:ext>
                  </a:extLst>
                </p:cNvPr>
                <p:cNvSpPr txBox="1">
                  <a:spLocks noChangeArrowheads="1"/>
                </p:cNvSpPr>
                <p:nvPr/>
              </p:nvSpPr>
              <p:spPr bwMode="auto">
                <a:xfrm>
                  <a:off x="2949" y="2425"/>
                  <a:ext cx="218"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c</a:t>
                  </a:r>
                  <a:endParaRPr lang="en-US" sz="2000" kern="0" dirty="0">
                    <a:solidFill>
                      <a:srgbClr val="000000"/>
                    </a:solidFill>
                  </a:endParaRPr>
                </a:p>
              </p:txBody>
            </p:sp>
          </p:grpSp>
        </p:grpSp>
      </p:grpSp>
      <p:grpSp>
        <p:nvGrpSpPr>
          <p:cNvPr id="283" name="Group 282">
            <a:extLst>
              <a:ext uri="{FF2B5EF4-FFF2-40B4-BE49-F238E27FC236}">
                <a16:creationId xmlns:a16="http://schemas.microsoft.com/office/drawing/2014/main" id="{A665C0C8-7FDD-0A42-80A3-CC602804C042}"/>
              </a:ext>
            </a:extLst>
          </p:cNvPr>
          <p:cNvGrpSpPr/>
          <p:nvPr/>
        </p:nvGrpSpPr>
        <p:grpSpPr>
          <a:xfrm>
            <a:off x="4336458" y="3833790"/>
            <a:ext cx="4395351" cy="404576"/>
            <a:chOff x="4333785" y="5772213"/>
            <a:chExt cx="4395351" cy="404576"/>
          </a:xfrm>
        </p:grpSpPr>
        <p:grpSp>
          <p:nvGrpSpPr>
            <p:cNvPr id="284" name="Group 283">
              <a:extLst>
                <a:ext uri="{FF2B5EF4-FFF2-40B4-BE49-F238E27FC236}">
                  <a16:creationId xmlns:a16="http://schemas.microsoft.com/office/drawing/2014/main" id="{4C02DC92-2A83-AC4D-B9F0-2BCDE917BDBC}"/>
                </a:ext>
              </a:extLst>
            </p:cNvPr>
            <p:cNvGrpSpPr/>
            <p:nvPr/>
          </p:nvGrpSpPr>
          <p:grpSpPr>
            <a:xfrm>
              <a:off x="4333785" y="5772213"/>
              <a:ext cx="531821" cy="369069"/>
              <a:chOff x="1348328" y="2475647"/>
              <a:chExt cx="603916" cy="419100"/>
            </a:xfrm>
          </p:grpSpPr>
          <p:grpSp>
            <p:nvGrpSpPr>
              <p:cNvPr id="305" name="Group 304">
                <a:extLst>
                  <a:ext uri="{FF2B5EF4-FFF2-40B4-BE49-F238E27FC236}">
                    <a16:creationId xmlns:a16="http://schemas.microsoft.com/office/drawing/2014/main" id="{F01EB862-010E-A34F-8D39-25BC2BED2A63}"/>
                  </a:ext>
                </a:extLst>
              </p:cNvPr>
              <p:cNvGrpSpPr/>
              <p:nvPr/>
            </p:nvGrpSpPr>
            <p:grpSpPr>
              <a:xfrm>
                <a:off x="1348328" y="2555748"/>
                <a:ext cx="603916" cy="308999"/>
                <a:chOff x="5278570" y="2983486"/>
                <a:chExt cx="501650" cy="233363"/>
              </a:xfrm>
            </p:grpSpPr>
            <p:sp>
              <p:nvSpPr>
                <p:cNvPr id="309" name="Oval 5">
                  <a:extLst>
                    <a:ext uri="{FF2B5EF4-FFF2-40B4-BE49-F238E27FC236}">
                      <a16:creationId xmlns:a16="http://schemas.microsoft.com/office/drawing/2014/main" id="{C2A61603-05BC-1E4D-99AA-0AB1CC49473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0" name="Line 6">
                  <a:extLst>
                    <a:ext uri="{FF2B5EF4-FFF2-40B4-BE49-F238E27FC236}">
                      <a16:creationId xmlns:a16="http://schemas.microsoft.com/office/drawing/2014/main" id="{7043DA0E-702D-CD4E-BA28-9341275851D9}"/>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1" name="Line 7">
                  <a:extLst>
                    <a:ext uri="{FF2B5EF4-FFF2-40B4-BE49-F238E27FC236}">
                      <a16:creationId xmlns:a16="http://schemas.microsoft.com/office/drawing/2014/main" id="{CE93F761-782C-C640-B2B6-8CA7492B28BC}"/>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2" name="Rectangle 8">
                  <a:extLst>
                    <a:ext uri="{FF2B5EF4-FFF2-40B4-BE49-F238E27FC236}">
                      <a16:creationId xmlns:a16="http://schemas.microsoft.com/office/drawing/2014/main" id="{723858D6-68CF-1C4E-A28B-A9FF5D728F2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13" name="Oval 9">
                  <a:extLst>
                    <a:ext uri="{FF2B5EF4-FFF2-40B4-BE49-F238E27FC236}">
                      <a16:creationId xmlns:a16="http://schemas.microsoft.com/office/drawing/2014/main" id="{70A7292E-FC97-924B-9010-8079BEC6219F}"/>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06" name="Group 44">
                <a:extLst>
                  <a:ext uri="{FF2B5EF4-FFF2-40B4-BE49-F238E27FC236}">
                    <a16:creationId xmlns:a16="http://schemas.microsoft.com/office/drawing/2014/main" id="{DA3B2173-D171-E340-B704-06A3FE481C71}"/>
                  </a:ext>
                </a:extLst>
              </p:cNvPr>
              <p:cNvGrpSpPr>
                <a:grpSpLocks/>
              </p:cNvGrpSpPr>
              <p:nvPr/>
            </p:nvGrpSpPr>
            <p:grpSpPr bwMode="auto">
              <a:xfrm>
                <a:off x="1456374" y="2475647"/>
                <a:ext cx="355165" cy="419100"/>
                <a:chOff x="2944" y="2405"/>
                <a:chExt cx="227" cy="264"/>
              </a:xfrm>
            </p:grpSpPr>
            <p:sp>
              <p:nvSpPr>
                <p:cNvPr id="307" name="Rectangle 45">
                  <a:extLst>
                    <a:ext uri="{FF2B5EF4-FFF2-40B4-BE49-F238E27FC236}">
                      <a16:creationId xmlns:a16="http://schemas.microsoft.com/office/drawing/2014/main" id="{A7CA85B6-08AA-4840-AE2B-A3321A49B6FA}"/>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8" name="Text Box 46">
                  <a:extLst>
                    <a:ext uri="{FF2B5EF4-FFF2-40B4-BE49-F238E27FC236}">
                      <a16:creationId xmlns:a16="http://schemas.microsoft.com/office/drawing/2014/main" id="{68812F5E-7A92-7B45-BBDE-2068A3A134D0}"/>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d</a:t>
                  </a:r>
                  <a:endParaRPr lang="en-US" sz="2000" kern="0" dirty="0">
                    <a:solidFill>
                      <a:srgbClr val="000000"/>
                    </a:solidFill>
                  </a:endParaRPr>
                </a:p>
              </p:txBody>
            </p:sp>
          </p:grpSp>
        </p:grpSp>
        <p:grpSp>
          <p:nvGrpSpPr>
            <p:cNvPr id="285" name="Group 284">
              <a:extLst>
                <a:ext uri="{FF2B5EF4-FFF2-40B4-BE49-F238E27FC236}">
                  <a16:creationId xmlns:a16="http://schemas.microsoft.com/office/drawing/2014/main" id="{5E3B07EB-D89E-C542-85F0-D68A3698AEC4}"/>
                </a:ext>
              </a:extLst>
            </p:cNvPr>
            <p:cNvGrpSpPr/>
            <p:nvPr/>
          </p:nvGrpSpPr>
          <p:grpSpPr>
            <a:xfrm>
              <a:off x="6263949" y="5807720"/>
              <a:ext cx="531821" cy="369069"/>
              <a:chOff x="1348328" y="2507397"/>
              <a:chExt cx="603916" cy="419100"/>
            </a:xfrm>
          </p:grpSpPr>
          <p:grpSp>
            <p:nvGrpSpPr>
              <p:cNvPr id="296" name="Group 295">
                <a:extLst>
                  <a:ext uri="{FF2B5EF4-FFF2-40B4-BE49-F238E27FC236}">
                    <a16:creationId xmlns:a16="http://schemas.microsoft.com/office/drawing/2014/main" id="{CE2D511A-9878-0E42-B4E3-97548A8A67A3}"/>
                  </a:ext>
                </a:extLst>
              </p:cNvPr>
              <p:cNvGrpSpPr/>
              <p:nvPr/>
            </p:nvGrpSpPr>
            <p:grpSpPr>
              <a:xfrm>
                <a:off x="1348328" y="2555748"/>
                <a:ext cx="603916" cy="308999"/>
                <a:chOff x="5278570" y="2983486"/>
                <a:chExt cx="501650" cy="233363"/>
              </a:xfrm>
            </p:grpSpPr>
            <p:sp>
              <p:nvSpPr>
                <p:cNvPr id="300" name="Oval 5">
                  <a:extLst>
                    <a:ext uri="{FF2B5EF4-FFF2-40B4-BE49-F238E27FC236}">
                      <a16:creationId xmlns:a16="http://schemas.microsoft.com/office/drawing/2014/main" id="{C66E96DA-F1B1-9A41-8B0D-2F21B3B7ACBA}"/>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1" name="Line 6">
                  <a:extLst>
                    <a:ext uri="{FF2B5EF4-FFF2-40B4-BE49-F238E27FC236}">
                      <a16:creationId xmlns:a16="http://schemas.microsoft.com/office/drawing/2014/main" id="{A2387D1F-7EF0-9443-8128-6FF284EC9AF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2" name="Line 7">
                  <a:extLst>
                    <a:ext uri="{FF2B5EF4-FFF2-40B4-BE49-F238E27FC236}">
                      <a16:creationId xmlns:a16="http://schemas.microsoft.com/office/drawing/2014/main" id="{4B183F70-EB28-A94F-BF31-54B939F6B75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3" name="Rectangle 8">
                  <a:extLst>
                    <a:ext uri="{FF2B5EF4-FFF2-40B4-BE49-F238E27FC236}">
                      <a16:creationId xmlns:a16="http://schemas.microsoft.com/office/drawing/2014/main" id="{84BE29FD-A805-D348-99C3-8D3C650618E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04" name="Oval 9">
                  <a:extLst>
                    <a:ext uri="{FF2B5EF4-FFF2-40B4-BE49-F238E27FC236}">
                      <a16:creationId xmlns:a16="http://schemas.microsoft.com/office/drawing/2014/main" id="{BF5D685A-16D6-5B40-9EEF-970D3CDCE370}"/>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97" name="Group 44">
                <a:extLst>
                  <a:ext uri="{FF2B5EF4-FFF2-40B4-BE49-F238E27FC236}">
                    <a16:creationId xmlns:a16="http://schemas.microsoft.com/office/drawing/2014/main" id="{058B095B-B9C0-F84A-B78C-FE9DCA729C71}"/>
                  </a:ext>
                </a:extLst>
              </p:cNvPr>
              <p:cNvGrpSpPr>
                <a:grpSpLocks/>
              </p:cNvGrpSpPr>
              <p:nvPr/>
            </p:nvGrpSpPr>
            <p:grpSpPr bwMode="auto">
              <a:xfrm>
                <a:off x="1456374" y="2507397"/>
                <a:ext cx="355165" cy="419100"/>
                <a:chOff x="2944" y="2425"/>
                <a:chExt cx="227" cy="264"/>
              </a:xfrm>
            </p:grpSpPr>
            <p:sp>
              <p:nvSpPr>
                <p:cNvPr id="298" name="Rectangle 45">
                  <a:extLst>
                    <a:ext uri="{FF2B5EF4-FFF2-40B4-BE49-F238E27FC236}">
                      <a16:creationId xmlns:a16="http://schemas.microsoft.com/office/drawing/2014/main" id="{7FBA9119-2A14-E84A-A39B-55E9D6AE939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9" name="Text Box 46">
                  <a:extLst>
                    <a:ext uri="{FF2B5EF4-FFF2-40B4-BE49-F238E27FC236}">
                      <a16:creationId xmlns:a16="http://schemas.microsoft.com/office/drawing/2014/main" id="{2944FA12-D5D2-E241-A9FC-D4A85A350D0A}"/>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e</a:t>
                  </a:r>
                  <a:endParaRPr lang="en-US" sz="2000" kern="0" dirty="0">
                    <a:solidFill>
                      <a:srgbClr val="000000"/>
                    </a:solidFill>
                  </a:endParaRPr>
                </a:p>
              </p:txBody>
            </p:sp>
          </p:grpSp>
        </p:grpSp>
        <p:grpSp>
          <p:nvGrpSpPr>
            <p:cNvPr id="286" name="Group 285">
              <a:extLst>
                <a:ext uri="{FF2B5EF4-FFF2-40B4-BE49-F238E27FC236}">
                  <a16:creationId xmlns:a16="http://schemas.microsoft.com/office/drawing/2014/main" id="{B9D4EE61-1CC1-6D4C-822D-300C73469B48}"/>
                </a:ext>
              </a:extLst>
            </p:cNvPr>
            <p:cNvGrpSpPr/>
            <p:nvPr/>
          </p:nvGrpSpPr>
          <p:grpSpPr>
            <a:xfrm>
              <a:off x="8197315" y="5805271"/>
              <a:ext cx="531821" cy="369069"/>
              <a:chOff x="1348328" y="2507397"/>
              <a:chExt cx="603916" cy="419100"/>
            </a:xfrm>
          </p:grpSpPr>
          <p:grpSp>
            <p:nvGrpSpPr>
              <p:cNvPr id="287" name="Group 286">
                <a:extLst>
                  <a:ext uri="{FF2B5EF4-FFF2-40B4-BE49-F238E27FC236}">
                    <a16:creationId xmlns:a16="http://schemas.microsoft.com/office/drawing/2014/main" id="{75D4F492-E56A-6541-9F9D-1D85B09999F3}"/>
                  </a:ext>
                </a:extLst>
              </p:cNvPr>
              <p:cNvGrpSpPr/>
              <p:nvPr/>
            </p:nvGrpSpPr>
            <p:grpSpPr>
              <a:xfrm>
                <a:off x="1348328" y="2555748"/>
                <a:ext cx="603916" cy="308999"/>
                <a:chOff x="5278570" y="2983486"/>
                <a:chExt cx="501650" cy="233363"/>
              </a:xfrm>
            </p:grpSpPr>
            <p:sp>
              <p:nvSpPr>
                <p:cNvPr id="291" name="Oval 5">
                  <a:extLst>
                    <a:ext uri="{FF2B5EF4-FFF2-40B4-BE49-F238E27FC236}">
                      <a16:creationId xmlns:a16="http://schemas.microsoft.com/office/drawing/2014/main" id="{190A087A-A659-3E4D-B4FE-1EA13D56BE4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2" name="Line 6">
                  <a:extLst>
                    <a:ext uri="{FF2B5EF4-FFF2-40B4-BE49-F238E27FC236}">
                      <a16:creationId xmlns:a16="http://schemas.microsoft.com/office/drawing/2014/main" id="{E7E9FE4A-5449-D244-A5A8-DEB5E1D8494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3" name="Line 7">
                  <a:extLst>
                    <a:ext uri="{FF2B5EF4-FFF2-40B4-BE49-F238E27FC236}">
                      <a16:creationId xmlns:a16="http://schemas.microsoft.com/office/drawing/2014/main" id="{8C243F83-93B5-2C49-9D61-2E8E8652A48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4" name="Rectangle 8">
                  <a:extLst>
                    <a:ext uri="{FF2B5EF4-FFF2-40B4-BE49-F238E27FC236}">
                      <a16:creationId xmlns:a16="http://schemas.microsoft.com/office/drawing/2014/main" id="{B0B61A2E-99AA-324F-8224-CB0B3B44042C}"/>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95" name="Oval 9">
                  <a:extLst>
                    <a:ext uri="{FF2B5EF4-FFF2-40B4-BE49-F238E27FC236}">
                      <a16:creationId xmlns:a16="http://schemas.microsoft.com/office/drawing/2014/main" id="{2F485C77-8179-0B4E-B93A-E5C91296B443}"/>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88" name="Group 44">
                <a:extLst>
                  <a:ext uri="{FF2B5EF4-FFF2-40B4-BE49-F238E27FC236}">
                    <a16:creationId xmlns:a16="http://schemas.microsoft.com/office/drawing/2014/main" id="{0826EA6F-730D-8C47-8DDA-2C65DD6716BA}"/>
                  </a:ext>
                </a:extLst>
              </p:cNvPr>
              <p:cNvGrpSpPr>
                <a:grpSpLocks/>
              </p:cNvGrpSpPr>
              <p:nvPr/>
            </p:nvGrpSpPr>
            <p:grpSpPr bwMode="auto">
              <a:xfrm>
                <a:off x="1492372" y="2507397"/>
                <a:ext cx="283194" cy="419100"/>
                <a:chOff x="2967" y="2425"/>
                <a:chExt cx="181" cy="264"/>
              </a:xfrm>
            </p:grpSpPr>
            <p:sp>
              <p:nvSpPr>
                <p:cNvPr id="289" name="Rectangle 45">
                  <a:extLst>
                    <a:ext uri="{FF2B5EF4-FFF2-40B4-BE49-F238E27FC236}">
                      <a16:creationId xmlns:a16="http://schemas.microsoft.com/office/drawing/2014/main" id="{C3E85E15-4F40-FF40-89C4-0E851470FA4F}"/>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0" name="Text Box 46">
                  <a:extLst>
                    <a:ext uri="{FF2B5EF4-FFF2-40B4-BE49-F238E27FC236}">
                      <a16:creationId xmlns:a16="http://schemas.microsoft.com/office/drawing/2014/main" id="{1905E332-CD71-E748-AE06-2A274A0D7B18}"/>
                    </a:ext>
                  </a:extLst>
                </p:cNvPr>
                <p:cNvSpPr txBox="1">
                  <a:spLocks noChangeArrowheads="1"/>
                </p:cNvSpPr>
                <p:nvPr/>
              </p:nvSpPr>
              <p:spPr bwMode="auto">
                <a:xfrm>
                  <a:off x="2967" y="2425"/>
                  <a:ext cx="18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f</a:t>
                  </a:r>
                  <a:endParaRPr lang="en-US" sz="2000" kern="0" dirty="0">
                    <a:solidFill>
                      <a:srgbClr val="000000"/>
                    </a:solidFill>
                  </a:endParaRPr>
                </a:p>
              </p:txBody>
            </p:sp>
          </p:grpSp>
        </p:grpSp>
      </p:grpSp>
      <p:grpSp>
        <p:nvGrpSpPr>
          <p:cNvPr id="4" name="Group 3">
            <a:extLst>
              <a:ext uri="{FF2B5EF4-FFF2-40B4-BE49-F238E27FC236}">
                <a16:creationId xmlns:a16="http://schemas.microsoft.com/office/drawing/2014/main" id="{D3B35DA9-63C6-B944-AEED-1CE8A219D68F}"/>
              </a:ext>
            </a:extLst>
          </p:cNvPr>
          <p:cNvGrpSpPr/>
          <p:nvPr/>
        </p:nvGrpSpPr>
        <p:grpSpPr>
          <a:xfrm>
            <a:off x="8740877" y="219997"/>
            <a:ext cx="2045109" cy="2667397"/>
            <a:chOff x="8740877" y="219997"/>
            <a:chExt cx="2045109" cy="2667397"/>
          </a:xfrm>
        </p:grpSpPr>
        <p:sp>
          <p:nvSpPr>
            <p:cNvPr id="234" name="Freeform 233">
              <a:extLst>
                <a:ext uri="{FF2B5EF4-FFF2-40B4-BE49-F238E27FC236}">
                  <a16:creationId xmlns:a16="http://schemas.microsoft.com/office/drawing/2014/main" id="{CD3625DA-7674-FD43-A116-87C156BB9E53}"/>
                </a:ext>
              </a:extLst>
            </p:cNvPr>
            <p:cNvSpPr/>
            <p:nvPr/>
          </p:nvSpPr>
          <p:spPr>
            <a:xfrm>
              <a:off x="8740877" y="247036"/>
              <a:ext cx="924232" cy="2428567"/>
            </a:xfrm>
            <a:custGeom>
              <a:avLst/>
              <a:gdLst>
                <a:gd name="connsiteX0" fmla="*/ 9833 w 786581"/>
                <a:gd name="connsiteY0" fmla="*/ 501445 h 2458064"/>
                <a:gd name="connsiteX1" fmla="*/ 747252 w 786581"/>
                <a:gd name="connsiteY1" fmla="*/ 0 h 2458064"/>
                <a:gd name="connsiteX2" fmla="*/ 786581 w 786581"/>
                <a:gd name="connsiteY2" fmla="*/ 2458064 h 2458064"/>
                <a:gd name="connsiteX3" fmla="*/ 0 w 786581"/>
                <a:gd name="connsiteY3" fmla="*/ 668593 h 2458064"/>
                <a:gd name="connsiteX4" fmla="*/ 9833 w 786581"/>
                <a:gd name="connsiteY4" fmla="*/ 501445 h 2458064"/>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1 w 1170039"/>
                <a:gd name="connsiteY0" fmla="*/ 1809135 h 2428567"/>
                <a:gd name="connsiteX1" fmla="*/ 1160207 w 1170039"/>
                <a:gd name="connsiteY1" fmla="*/ 0 h 2428567"/>
                <a:gd name="connsiteX2" fmla="*/ 1170039 w 1170039"/>
                <a:gd name="connsiteY2" fmla="*/ 2428567 h 2428567"/>
                <a:gd name="connsiteX3" fmla="*/ 0 w 1170039"/>
                <a:gd name="connsiteY3" fmla="*/ 1946786 h 2428567"/>
                <a:gd name="connsiteX4" fmla="*/ 1 w 1170039"/>
                <a:gd name="connsiteY4" fmla="*/ 1809135 h 2428567"/>
                <a:gd name="connsiteX0" fmla="*/ 1 w 1170039"/>
                <a:gd name="connsiteY0" fmla="*/ 1809135 h 2428567"/>
                <a:gd name="connsiteX1" fmla="*/ 1160207 w 1170039"/>
                <a:gd name="connsiteY1" fmla="*/ 0 h 2428567"/>
                <a:gd name="connsiteX2" fmla="*/ 1170039 w 1170039"/>
                <a:gd name="connsiteY2" fmla="*/ 2428567 h 2428567"/>
                <a:gd name="connsiteX3" fmla="*/ 0 w 1170039"/>
                <a:gd name="connsiteY3" fmla="*/ 1946786 h 2428567"/>
                <a:gd name="connsiteX4" fmla="*/ 1 w 1170039"/>
                <a:gd name="connsiteY4" fmla="*/ 1809135 h 2428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039" h="2428567">
                  <a:moveTo>
                    <a:pt x="1" y="1809135"/>
                  </a:moveTo>
                  <a:cubicBezTo>
                    <a:pt x="353962" y="1681316"/>
                    <a:pt x="875071" y="865238"/>
                    <a:pt x="1160207" y="0"/>
                  </a:cubicBezTo>
                  <a:cubicBezTo>
                    <a:pt x="1163484" y="809522"/>
                    <a:pt x="1166762" y="1619045"/>
                    <a:pt x="1170039" y="2428567"/>
                  </a:cubicBezTo>
                  <a:cubicBezTo>
                    <a:pt x="819356" y="2058219"/>
                    <a:pt x="714478" y="2090992"/>
                    <a:pt x="0" y="1946786"/>
                  </a:cubicBezTo>
                  <a:cubicBezTo>
                    <a:pt x="0" y="1900902"/>
                    <a:pt x="1" y="1855019"/>
                    <a:pt x="1" y="1809135"/>
                  </a:cubicBez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58" name="Group 357">
              <a:extLst>
                <a:ext uri="{FF2B5EF4-FFF2-40B4-BE49-F238E27FC236}">
                  <a16:creationId xmlns:a16="http://schemas.microsoft.com/office/drawing/2014/main" id="{8E84743B-19DB-E241-B0AF-861F515FE360}"/>
                </a:ext>
              </a:extLst>
            </p:cNvPr>
            <p:cNvGrpSpPr/>
            <p:nvPr/>
          </p:nvGrpSpPr>
          <p:grpSpPr>
            <a:xfrm>
              <a:off x="9636528" y="219997"/>
              <a:ext cx="1149458" cy="2667397"/>
              <a:chOff x="9764348" y="1447800"/>
              <a:chExt cx="1149458" cy="2667397"/>
            </a:xfrm>
          </p:grpSpPr>
          <p:sp>
            <p:nvSpPr>
              <p:cNvPr id="359" name="Rectangle 358">
                <a:extLst>
                  <a:ext uri="{FF2B5EF4-FFF2-40B4-BE49-F238E27FC236}">
                    <a16:creationId xmlns:a16="http://schemas.microsoft.com/office/drawing/2014/main" id="{FBF5705D-BC98-2845-B684-C5D5E33CE86A}"/>
                  </a:ext>
                </a:extLst>
              </p:cNvPr>
              <p:cNvSpPr/>
              <p:nvPr/>
            </p:nvSpPr>
            <p:spPr>
              <a:xfrm>
                <a:off x="9783097" y="1447800"/>
                <a:ext cx="1130709" cy="24261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60" name="Group 359">
                <a:extLst>
                  <a:ext uri="{FF2B5EF4-FFF2-40B4-BE49-F238E27FC236}">
                    <a16:creationId xmlns:a16="http://schemas.microsoft.com/office/drawing/2014/main" id="{45185F04-540F-1048-94D0-753D4872458F}"/>
                  </a:ext>
                </a:extLst>
              </p:cNvPr>
              <p:cNvGrpSpPr/>
              <p:nvPr/>
            </p:nvGrpSpPr>
            <p:grpSpPr>
              <a:xfrm>
                <a:off x="9764348" y="1447800"/>
                <a:ext cx="1130291" cy="2667397"/>
                <a:chOff x="9472119" y="702026"/>
                <a:chExt cx="1130291" cy="2667397"/>
              </a:xfrm>
            </p:grpSpPr>
            <p:sp>
              <p:nvSpPr>
                <p:cNvPr id="361" name="Rectangle 360">
                  <a:extLst>
                    <a:ext uri="{FF2B5EF4-FFF2-40B4-BE49-F238E27FC236}">
                      <a16:creationId xmlns:a16="http://schemas.microsoft.com/office/drawing/2014/main" id="{F1B029F2-3CFB-F446-A49B-ABBE33D07546}"/>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62" name="TextBox 361">
                  <a:extLst>
                    <a:ext uri="{FF2B5EF4-FFF2-40B4-BE49-F238E27FC236}">
                      <a16:creationId xmlns:a16="http://schemas.microsoft.com/office/drawing/2014/main" id="{E601508D-C456-214F-B2CC-E58813667624}"/>
                    </a:ext>
                  </a:extLst>
                </p:cNvPr>
                <p:cNvSpPr txBox="1"/>
                <p:nvPr/>
              </p:nvSpPr>
              <p:spPr>
                <a:xfrm>
                  <a:off x="9472119" y="702026"/>
                  <a:ext cx="1088020" cy="2667397"/>
                </a:xfrm>
                <a:prstGeom prst="rect">
                  <a:avLst/>
                </a:prstGeom>
                <a:noFill/>
              </p:spPr>
              <p:txBody>
                <a:bodyPr wrap="square" rtlCol="0">
                  <a:spAutoFit/>
                </a:bodyPr>
                <a:lstStyle/>
                <a:p>
                  <a:pPr algn="ctr">
                    <a:spcAft>
                      <a:spcPts val="400"/>
                    </a:spcAft>
                  </a:pPr>
                  <a:r>
                    <a:rPr lang="en-US" sz="2000" dirty="0">
                      <a:solidFill>
                        <a:prstClr val="white"/>
                      </a:solidFill>
                    </a:rPr>
                    <a:t>DV in c:</a:t>
                  </a: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(a) =</a:t>
                  </a:r>
                  <a:r>
                    <a:rPr lang="en-US" sz="1600" dirty="0">
                      <a:solidFill>
                        <a:prstClr val="black"/>
                      </a:solidFill>
                      <a:cs typeface="Arial" charset="0"/>
                    </a:rPr>
                    <a:t> ∞</a:t>
                  </a: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(b) =</a:t>
                  </a:r>
                  <a:r>
                    <a:rPr lang="en-US" sz="1600" dirty="0">
                      <a:solidFill>
                        <a:prstClr val="black"/>
                      </a:solidFill>
                      <a:cs typeface="Arial" charset="0"/>
                    </a:rPr>
                    <a:t> 1</a:t>
                  </a:r>
                </a:p>
                <a:p>
                  <a:pPr marL="114300" lvl="1"/>
                  <a:r>
                    <a:rPr lang="en-US" sz="1600" dirty="0">
                      <a:solidFill>
                        <a:prstClr val="black"/>
                      </a:solidFill>
                      <a:cs typeface="Arial" charset="0"/>
                    </a:rPr>
                    <a:t>D</a:t>
                  </a:r>
                  <a:r>
                    <a:rPr lang="en-US" sz="1600" baseline="-25000" dirty="0">
                      <a:solidFill>
                        <a:prstClr val="black"/>
                      </a:solidFill>
                      <a:cs typeface="Arial" charset="0"/>
                    </a:rPr>
                    <a:t>c</a:t>
                  </a:r>
                  <a:r>
                    <a:rPr lang="en-US" sz="1600" dirty="0">
                      <a:solidFill>
                        <a:prstClr val="black"/>
                      </a:solidFill>
                      <a:cs typeface="Arial" charset="0"/>
                    </a:rPr>
                    <a:t>(c) = 0</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(d)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(e)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(f)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(g)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(h) =</a:t>
                  </a:r>
                  <a:r>
                    <a:rPr lang="en-US" sz="1600" dirty="0">
                      <a:solidFill>
                        <a:prstClr val="black"/>
                      </a:solidFill>
                      <a:cs typeface="Arial" charset="0"/>
                    </a:rPr>
                    <a:t> ∞</a:t>
                  </a:r>
                  <a:endParaRPr lang="en-US" sz="1600" dirty="0">
                    <a:solidFill>
                      <a:prstClr val="black"/>
                    </a:solidFill>
                  </a:endParaRPr>
                </a:p>
                <a:p>
                  <a:pPr marL="114300"/>
                  <a:r>
                    <a:rPr lang="en-US" sz="1600" dirty="0">
                      <a:solidFill>
                        <a:prstClr val="black"/>
                      </a:solidFill>
                    </a:rPr>
                    <a:t>D</a:t>
                  </a:r>
                  <a:r>
                    <a:rPr lang="en-US" sz="1600" baseline="-25000" dirty="0">
                      <a:solidFill>
                        <a:prstClr val="black"/>
                      </a:solidFill>
                    </a:rPr>
                    <a:t>c</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cxnSp>
              <p:nvCxnSpPr>
                <p:cNvPr id="363" name="Straight Connector 362">
                  <a:extLst>
                    <a:ext uri="{FF2B5EF4-FFF2-40B4-BE49-F238E27FC236}">
                      <a16:creationId xmlns:a16="http://schemas.microsoft.com/office/drawing/2014/main" id="{3FDDC54C-ACD2-B847-8FF7-2C6CBDB5C160}"/>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4" name="Rectangle 363">
                  <a:extLst>
                    <a:ext uri="{FF2B5EF4-FFF2-40B4-BE49-F238E27FC236}">
                      <a16:creationId xmlns:a16="http://schemas.microsoft.com/office/drawing/2014/main" id="{C28D2058-9ADC-2F45-A3D5-6BE95FBA06E4}"/>
                    </a:ext>
                  </a:extLst>
                </p:cNvPr>
                <p:cNvSpPr/>
                <p:nvPr/>
              </p:nvSpPr>
              <p:spPr>
                <a:xfrm>
                  <a:off x="9479666" y="706055"/>
                  <a:ext cx="1122744" cy="262077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grpSp>
      <p:sp>
        <p:nvSpPr>
          <p:cNvPr id="183" name="Freeform 182">
            <a:extLst>
              <a:ext uri="{FF2B5EF4-FFF2-40B4-BE49-F238E27FC236}">
                <a16:creationId xmlns:a16="http://schemas.microsoft.com/office/drawing/2014/main" id="{2593EFCC-23E2-4043-94E6-A9E17FCC79C5}"/>
              </a:ext>
            </a:extLst>
          </p:cNvPr>
          <p:cNvSpPr/>
          <p:nvPr/>
        </p:nvSpPr>
        <p:spPr>
          <a:xfrm>
            <a:off x="6794417" y="3016538"/>
            <a:ext cx="2889702" cy="2634390"/>
          </a:xfrm>
          <a:custGeom>
            <a:avLst/>
            <a:gdLst>
              <a:gd name="connsiteX0" fmla="*/ 0 w 2615381"/>
              <a:gd name="connsiteY0" fmla="*/ 0 h 2615381"/>
              <a:gd name="connsiteX1" fmla="*/ 2595716 w 2615381"/>
              <a:gd name="connsiteY1" fmla="*/ 235975 h 2615381"/>
              <a:gd name="connsiteX2" fmla="*/ 2615381 w 2615381"/>
              <a:gd name="connsiteY2" fmla="*/ 2615381 h 2615381"/>
              <a:gd name="connsiteX3" fmla="*/ 9832 w 2615381"/>
              <a:gd name="connsiteY3" fmla="*/ 167149 h 2615381"/>
              <a:gd name="connsiteX4" fmla="*/ 0 w 2615381"/>
              <a:gd name="connsiteY4" fmla="*/ 0 h 2615381"/>
              <a:gd name="connsiteX0" fmla="*/ 0 w 2654709"/>
              <a:gd name="connsiteY0" fmla="*/ 0 h 2615381"/>
              <a:gd name="connsiteX1" fmla="*/ 2654709 w 2654709"/>
              <a:gd name="connsiteY1" fmla="*/ 255639 h 2615381"/>
              <a:gd name="connsiteX2" fmla="*/ 2615381 w 2654709"/>
              <a:gd name="connsiteY2" fmla="*/ 2615381 h 2615381"/>
              <a:gd name="connsiteX3" fmla="*/ 9832 w 2654709"/>
              <a:gd name="connsiteY3" fmla="*/ 167149 h 2615381"/>
              <a:gd name="connsiteX4" fmla="*/ 0 w 2654709"/>
              <a:gd name="connsiteY4" fmla="*/ 0 h 2615381"/>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29497 w 2684207"/>
              <a:gd name="connsiteY0" fmla="*/ 0 h 2605549"/>
              <a:gd name="connsiteX1" fmla="*/ 2684206 w 2684207"/>
              <a:gd name="connsiteY1" fmla="*/ 255639 h 2605549"/>
              <a:gd name="connsiteX2" fmla="*/ 2684207 w 2684207"/>
              <a:gd name="connsiteY2" fmla="*/ 2605549 h 2605549"/>
              <a:gd name="connsiteX3" fmla="*/ 0 w 2684207"/>
              <a:gd name="connsiteY3" fmla="*/ 176981 h 2605549"/>
              <a:gd name="connsiteX4" fmla="*/ 29497 w 2684207"/>
              <a:gd name="connsiteY4" fmla="*/ 0 h 2605549"/>
              <a:gd name="connsiteX0" fmla="*/ 29497 w 2684207"/>
              <a:gd name="connsiteY0" fmla="*/ 0 h 2605549"/>
              <a:gd name="connsiteX1" fmla="*/ 2684206 w 2684207"/>
              <a:gd name="connsiteY1" fmla="*/ 255639 h 2605549"/>
              <a:gd name="connsiteX2" fmla="*/ 2684207 w 2684207"/>
              <a:gd name="connsiteY2" fmla="*/ 2605549 h 2605549"/>
              <a:gd name="connsiteX3" fmla="*/ 0 w 2684207"/>
              <a:gd name="connsiteY3" fmla="*/ 176981 h 2605549"/>
              <a:gd name="connsiteX4" fmla="*/ 29497 w 2684207"/>
              <a:gd name="connsiteY4" fmla="*/ 0 h 2605549"/>
              <a:gd name="connsiteX0" fmla="*/ 226143 w 2880853"/>
              <a:gd name="connsiteY0" fmla="*/ 0 h 2605549"/>
              <a:gd name="connsiteX1" fmla="*/ 2880852 w 2880853"/>
              <a:gd name="connsiteY1" fmla="*/ 255639 h 2605549"/>
              <a:gd name="connsiteX2" fmla="*/ 2880853 w 2880853"/>
              <a:gd name="connsiteY2" fmla="*/ 2605549 h 2605549"/>
              <a:gd name="connsiteX3" fmla="*/ 0 w 2880853"/>
              <a:gd name="connsiteY3" fmla="*/ 1543665 h 2605549"/>
              <a:gd name="connsiteX4" fmla="*/ 226143 w 2880853"/>
              <a:gd name="connsiteY4" fmla="*/ 0 h 2605549"/>
              <a:gd name="connsiteX0" fmla="*/ 226143 w 2880853"/>
              <a:gd name="connsiteY0" fmla="*/ 0 h 2605549"/>
              <a:gd name="connsiteX1" fmla="*/ 2880852 w 2880853"/>
              <a:gd name="connsiteY1" fmla="*/ 255639 h 2605549"/>
              <a:gd name="connsiteX2" fmla="*/ 2880853 w 2880853"/>
              <a:gd name="connsiteY2" fmla="*/ 2605549 h 2605549"/>
              <a:gd name="connsiteX3" fmla="*/ 0 w 2880853"/>
              <a:gd name="connsiteY3" fmla="*/ 1543665 h 2605549"/>
              <a:gd name="connsiteX4" fmla="*/ 226143 w 2880853"/>
              <a:gd name="connsiteY4" fmla="*/ 0 h 2605549"/>
              <a:gd name="connsiteX0" fmla="*/ 226143 w 2880853"/>
              <a:gd name="connsiteY0" fmla="*/ 0 h 2605549"/>
              <a:gd name="connsiteX1" fmla="*/ 2880852 w 2880853"/>
              <a:gd name="connsiteY1" fmla="*/ 255639 h 2605549"/>
              <a:gd name="connsiteX2" fmla="*/ 2880853 w 2880853"/>
              <a:gd name="connsiteY2" fmla="*/ 2605549 h 2605549"/>
              <a:gd name="connsiteX3" fmla="*/ 0 w 2880853"/>
              <a:gd name="connsiteY3" fmla="*/ 1543665 h 2605549"/>
              <a:gd name="connsiteX4" fmla="*/ 226143 w 2880853"/>
              <a:gd name="connsiteY4" fmla="*/ 0 h 2605549"/>
              <a:gd name="connsiteX0" fmla="*/ 0 w 2939845"/>
              <a:gd name="connsiteY0" fmla="*/ 1140541 h 2349910"/>
              <a:gd name="connsiteX1" fmla="*/ 2939844 w 2939845"/>
              <a:gd name="connsiteY1" fmla="*/ 0 h 2349910"/>
              <a:gd name="connsiteX2" fmla="*/ 2939845 w 2939845"/>
              <a:gd name="connsiteY2" fmla="*/ 2349910 h 2349910"/>
              <a:gd name="connsiteX3" fmla="*/ 58992 w 2939845"/>
              <a:gd name="connsiteY3" fmla="*/ 1288026 h 2349910"/>
              <a:gd name="connsiteX4" fmla="*/ 0 w 2939845"/>
              <a:gd name="connsiteY4" fmla="*/ 1140541 h 2349910"/>
              <a:gd name="connsiteX0" fmla="*/ 0 w 2939845"/>
              <a:gd name="connsiteY0" fmla="*/ 1140541 h 2349910"/>
              <a:gd name="connsiteX1" fmla="*/ 2939844 w 2939845"/>
              <a:gd name="connsiteY1" fmla="*/ 0 h 2349910"/>
              <a:gd name="connsiteX2" fmla="*/ 2939845 w 2939845"/>
              <a:gd name="connsiteY2" fmla="*/ 2349910 h 2349910"/>
              <a:gd name="connsiteX3" fmla="*/ 58992 w 2939845"/>
              <a:gd name="connsiteY3" fmla="*/ 1288026 h 2349910"/>
              <a:gd name="connsiteX4" fmla="*/ 0 w 2939845"/>
              <a:gd name="connsiteY4" fmla="*/ 1140541 h 2349910"/>
              <a:gd name="connsiteX0" fmla="*/ 0 w 2939845"/>
              <a:gd name="connsiteY0" fmla="*/ 1140541 h 2349910"/>
              <a:gd name="connsiteX1" fmla="*/ 2939844 w 2939845"/>
              <a:gd name="connsiteY1" fmla="*/ 0 h 2349910"/>
              <a:gd name="connsiteX2" fmla="*/ 2939845 w 2939845"/>
              <a:gd name="connsiteY2" fmla="*/ 2349910 h 2349910"/>
              <a:gd name="connsiteX3" fmla="*/ 58992 w 2939845"/>
              <a:gd name="connsiteY3" fmla="*/ 1288026 h 2349910"/>
              <a:gd name="connsiteX4" fmla="*/ 0 w 2939845"/>
              <a:gd name="connsiteY4" fmla="*/ 1140541 h 2349910"/>
              <a:gd name="connsiteX0" fmla="*/ 0 w 2939845"/>
              <a:gd name="connsiteY0" fmla="*/ 1140541 h 2349910"/>
              <a:gd name="connsiteX1" fmla="*/ 2939844 w 2939845"/>
              <a:gd name="connsiteY1" fmla="*/ 0 h 2349910"/>
              <a:gd name="connsiteX2" fmla="*/ 2939845 w 2939845"/>
              <a:gd name="connsiteY2" fmla="*/ 2349910 h 2349910"/>
              <a:gd name="connsiteX3" fmla="*/ 19663 w 2939845"/>
              <a:gd name="connsiteY3" fmla="*/ 1307690 h 2349910"/>
              <a:gd name="connsiteX4" fmla="*/ 0 w 2939845"/>
              <a:gd name="connsiteY4" fmla="*/ 1140541 h 2349910"/>
              <a:gd name="connsiteX0" fmla="*/ 0 w 2939844"/>
              <a:gd name="connsiteY0" fmla="*/ 1140541 h 2878230"/>
              <a:gd name="connsiteX1" fmla="*/ 2939844 w 2939844"/>
              <a:gd name="connsiteY1" fmla="*/ 0 h 2878230"/>
              <a:gd name="connsiteX2" fmla="*/ 2919525 w 2939844"/>
              <a:gd name="connsiteY2" fmla="*/ 2878230 h 2878230"/>
              <a:gd name="connsiteX3" fmla="*/ 19663 w 2939844"/>
              <a:gd name="connsiteY3" fmla="*/ 1307690 h 2878230"/>
              <a:gd name="connsiteX4" fmla="*/ 0 w 2939844"/>
              <a:gd name="connsiteY4" fmla="*/ 1140541 h 2878230"/>
              <a:gd name="connsiteX0" fmla="*/ 0 w 2939844"/>
              <a:gd name="connsiteY0" fmla="*/ 1140541 h 2878230"/>
              <a:gd name="connsiteX1" fmla="*/ 2939844 w 2939844"/>
              <a:gd name="connsiteY1" fmla="*/ 0 h 2878230"/>
              <a:gd name="connsiteX2" fmla="*/ 2919525 w 2939844"/>
              <a:gd name="connsiteY2" fmla="*/ 2878230 h 2878230"/>
              <a:gd name="connsiteX3" fmla="*/ 19663 w 2939844"/>
              <a:gd name="connsiteY3" fmla="*/ 1307690 h 2878230"/>
              <a:gd name="connsiteX4" fmla="*/ 0 w 2939844"/>
              <a:gd name="connsiteY4" fmla="*/ 1140541 h 2878230"/>
              <a:gd name="connsiteX0" fmla="*/ 0 w 2919525"/>
              <a:gd name="connsiteY0" fmla="*/ 896701 h 2634390"/>
              <a:gd name="connsiteX1" fmla="*/ 2899204 w 2919525"/>
              <a:gd name="connsiteY1" fmla="*/ 0 h 2634390"/>
              <a:gd name="connsiteX2" fmla="*/ 2919525 w 2919525"/>
              <a:gd name="connsiteY2" fmla="*/ 2634390 h 2634390"/>
              <a:gd name="connsiteX3" fmla="*/ 19663 w 2919525"/>
              <a:gd name="connsiteY3" fmla="*/ 1063850 h 2634390"/>
              <a:gd name="connsiteX4" fmla="*/ 0 w 2919525"/>
              <a:gd name="connsiteY4" fmla="*/ 896701 h 2634390"/>
              <a:gd name="connsiteX0" fmla="*/ 0 w 2919525"/>
              <a:gd name="connsiteY0" fmla="*/ 896701 h 2634390"/>
              <a:gd name="connsiteX1" fmla="*/ 2899204 w 2919525"/>
              <a:gd name="connsiteY1" fmla="*/ 0 h 2634390"/>
              <a:gd name="connsiteX2" fmla="*/ 2919525 w 2919525"/>
              <a:gd name="connsiteY2" fmla="*/ 2634390 h 2634390"/>
              <a:gd name="connsiteX3" fmla="*/ 19663 w 2919525"/>
              <a:gd name="connsiteY3" fmla="*/ 1063850 h 2634390"/>
              <a:gd name="connsiteX4" fmla="*/ 0 w 2919525"/>
              <a:gd name="connsiteY4" fmla="*/ 896701 h 2634390"/>
              <a:gd name="connsiteX0" fmla="*/ 0 w 2919525"/>
              <a:gd name="connsiteY0" fmla="*/ 896701 h 2634390"/>
              <a:gd name="connsiteX1" fmla="*/ 2899204 w 2919525"/>
              <a:gd name="connsiteY1" fmla="*/ 0 h 2634390"/>
              <a:gd name="connsiteX2" fmla="*/ 2919525 w 2919525"/>
              <a:gd name="connsiteY2" fmla="*/ 2634390 h 2634390"/>
              <a:gd name="connsiteX3" fmla="*/ 29823 w 2919525"/>
              <a:gd name="connsiteY3" fmla="*/ 1094330 h 2634390"/>
              <a:gd name="connsiteX4" fmla="*/ 0 w 2919525"/>
              <a:gd name="connsiteY4" fmla="*/ 896701 h 2634390"/>
              <a:gd name="connsiteX0" fmla="*/ 0 w 2919525"/>
              <a:gd name="connsiteY0" fmla="*/ 896701 h 2634390"/>
              <a:gd name="connsiteX1" fmla="*/ 2899204 w 2919525"/>
              <a:gd name="connsiteY1" fmla="*/ 0 h 2634390"/>
              <a:gd name="connsiteX2" fmla="*/ 2919525 w 2919525"/>
              <a:gd name="connsiteY2" fmla="*/ 2634390 h 2634390"/>
              <a:gd name="connsiteX3" fmla="*/ 29823 w 2919525"/>
              <a:gd name="connsiteY3" fmla="*/ 1094330 h 2634390"/>
              <a:gd name="connsiteX4" fmla="*/ 0 w 2919525"/>
              <a:gd name="connsiteY4" fmla="*/ 896701 h 2634390"/>
              <a:gd name="connsiteX0" fmla="*/ 10817 w 2889702"/>
              <a:gd name="connsiteY0" fmla="*/ 896701 h 2634390"/>
              <a:gd name="connsiteX1" fmla="*/ 2869381 w 2889702"/>
              <a:gd name="connsiteY1" fmla="*/ 0 h 2634390"/>
              <a:gd name="connsiteX2" fmla="*/ 2889702 w 2889702"/>
              <a:gd name="connsiteY2" fmla="*/ 2634390 h 2634390"/>
              <a:gd name="connsiteX3" fmla="*/ 0 w 2889702"/>
              <a:gd name="connsiteY3" fmla="*/ 1094330 h 2634390"/>
              <a:gd name="connsiteX4" fmla="*/ 10817 w 2889702"/>
              <a:gd name="connsiteY4" fmla="*/ 896701 h 2634390"/>
              <a:gd name="connsiteX0" fmla="*/ 10817 w 2889702"/>
              <a:gd name="connsiteY0" fmla="*/ 896701 h 2634390"/>
              <a:gd name="connsiteX1" fmla="*/ 2869381 w 2889702"/>
              <a:gd name="connsiteY1" fmla="*/ 0 h 2634390"/>
              <a:gd name="connsiteX2" fmla="*/ 2889702 w 2889702"/>
              <a:gd name="connsiteY2" fmla="*/ 2634390 h 2634390"/>
              <a:gd name="connsiteX3" fmla="*/ 0 w 2889702"/>
              <a:gd name="connsiteY3" fmla="*/ 1094330 h 2634390"/>
              <a:gd name="connsiteX4" fmla="*/ 10817 w 2889702"/>
              <a:gd name="connsiteY4" fmla="*/ 896701 h 26343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9702" h="2634390">
                <a:moveTo>
                  <a:pt x="10817" y="896701"/>
                </a:moveTo>
                <a:cubicBezTo>
                  <a:pt x="1751126" y="516521"/>
                  <a:pt x="1777345" y="533564"/>
                  <a:pt x="2869381" y="0"/>
                </a:cubicBezTo>
                <a:cubicBezTo>
                  <a:pt x="2869381" y="783303"/>
                  <a:pt x="2889702" y="1851087"/>
                  <a:pt x="2889702" y="2634390"/>
                </a:cubicBezTo>
                <a:cubicBezTo>
                  <a:pt x="2630785" y="598784"/>
                  <a:pt x="2043143" y="642374"/>
                  <a:pt x="0" y="1094330"/>
                </a:cubicBezTo>
                <a:lnTo>
                  <a:pt x="10817" y="896701"/>
                </a:ln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65" name="Group 364">
            <a:extLst>
              <a:ext uri="{FF2B5EF4-FFF2-40B4-BE49-F238E27FC236}">
                <a16:creationId xmlns:a16="http://schemas.microsoft.com/office/drawing/2014/main" id="{CD6AC636-949C-B04A-A12F-4BBF60E3A068}"/>
              </a:ext>
            </a:extLst>
          </p:cNvPr>
          <p:cNvGrpSpPr/>
          <p:nvPr/>
        </p:nvGrpSpPr>
        <p:grpSpPr>
          <a:xfrm>
            <a:off x="9654637" y="3018176"/>
            <a:ext cx="1131350" cy="2675039"/>
            <a:chOff x="9762792" y="4031226"/>
            <a:chExt cx="1131350" cy="2675039"/>
          </a:xfrm>
        </p:grpSpPr>
        <p:sp>
          <p:nvSpPr>
            <p:cNvPr id="366" name="Rectangle 365">
              <a:extLst>
                <a:ext uri="{FF2B5EF4-FFF2-40B4-BE49-F238E27FC236}">
                  <a16:creationId xmlns:a16="http://schemas.microsoft.com/office/drawing/2014/main" id="{E11C6EC6-4F28-CD44-B5B6-0143F1CD0CD3}"/>
                </a:ext>
              </a:extLst>
            </p:cNvPr>
            <p:cNvSpPr/>
            <p:nvPr/>
          </p:nvSpPr>
          <p:spPr>
            <a:xfrm>
              <a:off x="9792929" y="4031226"/>
              <a:ext cx="1101213" cy="238923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67" name="Group 366">
              <a:extLst>
                <a:ext uri="{FF2B5EF4-FFF2-40B4-BE49-F238E27FC236}">
                  <a16:creationId xmlns:a16="http://schemas.microsoft.com/office/drawing/2014/main" id="{B79E58C0-B1B4-B94B-8F0E-EB904614ACD4}"/>
                </a:ext>
              </a:extLst>
            </p:cNvPr>
            <p:cNvGrpSpPr/>
            <p:nvPr/>
          </p:nvGrpSpPr>
          <p:grpSpPr>
            <a:xfrm>
              <a:off x="9762792" y="4038868"/>
              <a:ext cx="1130292" cy="2667397"/>
              <a:chOff x="9472118" y="702026"/>
              <a:chExt cx="1130292" cy="2667397"/>
            </a:xfrm>
          </p:grpSpPr>
          <p:sp>
            <p:nvSpPr>
              <p:cNvPr id="368" name="Rectangle 367">
                <a:extLst>
                  <a:ext uri="{FF2B5EF4-FFF2-40B4-BE49-F238E27FC236}">
                    <a16:creationId xmlns:a16="http://schemas.microsoft.com/office/drawing/2014/main" id="{F6C3876C-103E-634C-8619-285D4D96A9C8}"/>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69" name="TextBox 368">
                <a:extLst>
                  <a:ext uri="{FF2B5EF4-FFF2-40B4-BE49-F238E27FC236}">
                    <a16:creationId xmlns:a16="http://schemas.microsoft.com/office/drawing/2014/main" id="{7C7420E3-75DE-FB4C-B805-F6E92683D068}"/>
                  </a:ext>
                </a:extLst>
              </p:cNvPr>
              <p:cNvSpPr txBox="1"/>
              <p:nvPr/>
            </p:nvSpPr>
            <p:spPr>
              <a:xfrm>
                <a:off x="9472118" y="702026"/>
                <a:ext cx="1117197" cy="2667397"/>
              </a:xfrm>
              <a:prstGeom prst="rect">
                <a:avLst/>
              </a:prstGeom>
              <a:noFill/>
            </p:spPr>
            <p:txBody>
              <a:bodyPr wrap="square" rtlCol="0">
                <a:spAutoFit/>
              </a:bodyPr>
              <a:lstStyle/>
              <a:p>
                <a:pPr algn="ctr">
                  <a:spcAft>
                    <a:spcPts val="400"/>
                  </a:spcAft>
                </a:pPr>
                <a:r>
                  <a:rPr lang="en-US" sz="2000" dirty="0">
                    <a:solidFill>
                      <a:prstClr val="white"/>
                    </a:solidFill>
                  </a:rPr>
                  <a:t>DV in e:</a:t>
                </a: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(a) =</a:t>
                </a:r>
                <a:r>
                  <a:rPr lang="en-US" sz="1600" dirty="0">
                    <a:solidFill>
                      <a:prstClr val="black"/>
                    </a:solidFill>
                    <a:cs typeface="Arial" charset="0"/>
                  </a:rPr>
                  <a:t> ∞</a:t>
                </a: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(b) =</a:t>
                </a:r>
                <a:r>
                  <a:rPr lang="en-US" sz="1600" dirty="0">
                    <a:solidFill>
                      <a:prstClr val="black"/>
                    </a:solidFill>
                    <a:cs typeface="Arial" charset="0"/>
                  </a:rPr>
                  <a:t> 1</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(c)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(d) =</a:t>
                </a:r>
                <a:r>
                  <a:rPr lang="en-US" sz="1600" dirty="0">
                    <a:solidFill>
                      <a:prstClr val="black"/>
                    </a:solidFill>
                    <a:cs typeface="Arial" charset="0"/>
                  </a:rPr>
                  <a:t> 1</a:t>
                </a:r>
              </a:p>
              <a:p>
                <a:pPr marL="114300" lvl="1"/>
                <a:r>
                  <a:rPr lang="en-US" sz="1600" dirty="0">
                    <a:solidFill>
                      <a:prstClr val="black"/>
                    </a:solidFill>
                    <a:cs typeface="Arial" charset="0"/>
                  </a:rPr>
                  <a:t>D</a:t>
                </a:r>
                <a:r>
                  <a:rPr lang="en-US" sz="1600" baseline="-25000" dirty="0">
                    <a:solidFill>
                      <a:prstClr val="black"/>
                    </a:solidFill>
                    <a:cs typeface="Arial" charset="0"/>
                  </a:rPr>
                  <a:t>e</a:t>
                </a:r>
                <a:r>
                  <a:rPr lang="en-US" sz="1600" dirty="0">
                    <a:solidFill>
                      <a:prstClr val="black"/>
                    </a:solidFill>
                    <a:cs typeface="Arial" charset="0"/>
                  </a:rPr>
                  <a:t>(e) = 0</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(f) =</a:t>
                </a:r>
                <a:r>
                  <a:rPr lang="en-US" sz="1600" dirty="0">
                    <a:solidFill>
                      <a:prstClr val="black"/>
                    </a:solidFill>
                    <a:cs typeface="Arial" charset="0"/>
                  </a:rPr>
                  <a:t> 1</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(g)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(h) =</a:t>
                </a:r>
                <a:r>
                  <a:rPr lang="en-US" sz="1600" dirty="0">
                    <a:solidFill>
                      <a:prstClr val="black"/>
                    </a:solidFill>
                    <a:cs typeface="Arial" charset="0"/>
                  </a:rPr>
                  <a:t> 1</a:t>
                </a:r>
                <a:endParaRPr lang="en-US" sz="1600" dirty="0">
                  <a:solidFill>
                    <a:prstClr val="black"/>
                  </a:solidFill>
                </a:endParaRPr>
              </a:p>
              <a:p>
                <a:pPr marL="114300"/>
                <a:r>
                  <a:rPr lang="en-US" sz="1600" dirty="0">
                    <a:solidFill>
                      <a:prstClr val="black"/>
                    </a:solidFill>
                  </a:rPr>
                  <a:t>D</a:t>
                </a:r>
                <a:r>
                  <a:rPr lang="en-US" sz="1600" baseline="-25000" dirty="0">
                    <a:solidFill>
                      <a:prstClr val="black"/>
                    </a:solidFill>
                  </a:rPr>
                  <a:t>e</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cxnSp>
            <p:nvCxnSpPr>
              <p:cNvPr id="370" name="Straight Connector 369">
                <a:extLst>
                  <a:ext uri="{FF2B5EF4-FFF2-40B4-BE49-F238E27FC236}">
                    <a16:creationId xmlns:a16="http://schemas.microsoft.com/office/drawing/2014/main" id="{1DC7A48D-E2F6-C84C-A00F-2E0AAD581115}"/>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1" name="Rectangle 370">
                <a:extLst>
                  <a:ext uri="{FF2B5EF4-FFF2-40B4-BE49-F238E27FC236}">
                    <a16:creationId xmlns:a16="http://schemas.microsoft.com/office/drawing/2014/main" id="{D7FCACB9-7EBD-6042-B148-4018CD65A0BC}"/>
                  </a:ext>
                </a:extLst>
              </p:cNvPr>
              <p:cNvSpPr/>
              <p:nvPr/>
            </p:nvSpPr>
            <p:spPr>
              <a:xfrm>
                <a:off x="9479666" y="706055"/>
                <a:ext cx="1122744" cy="261911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spTree>
    <p:extLst>
      <p:ext uri="{BB962C8B-B14F-4D97-AF65-F5344CB8AC3E}">
        <p14:creationId xmlns:p14="http://schemas.microsoft.com/office/powerpoint/2010/main" val="34587478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241"/>
                                        </p:tgtEl>
                                        <p:attrNameLst>
                                          <p:attrName>style.visibility</p:attrName>
                                        </p:attrNameLst>
                                      </p:cBhvr>
                                      <p:to>
                                        <p:strVal val="visible"/>
                                      </p:to>
                                    </p:set>
                                    <p:animEffect transition="in" filter="wipe(down)">
                                      <p:cBhvr>
                                        <p:cTn id="7" dur="500"/>
                                        <p:tgtEl>
                                          <p:spTgt spid="241"/>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54"/>
                                        </p:tgtEl>
                                        <p:attrNameLst>
                                          <p:attrName>style.visibility</p:attrName>
                                        </p:attrNameLst>
                                      </p:cBhvr>
                                      <p:to>
                                        <p:strVal val="visible"/>
                                      </p:to>
                                    </p:set>
                                    <p:animEffect transition="in" filter="dissolve">
                                      <p:cBhvr>
                                        <p:cTn id="10" dur="500"/>
                                        <p:tgtEl>
                                          <p:spTgt spid="154"/>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372"/>
                                        </p:tgtEl>
                                        <p:attrNameLst>
                                          <p:attrName>style.visibility</p:attrName>
                                        </p:attrNameLst>
                                      </p:cBhvr>
                                      <p:to>
                                        <p:strVal val="visible"/>
                                      </p:to>
                                    </p:set>
                                    <p:animEffect transition="in" filter="wipe(right)">
                                      <p:cBhvr>
                                        <p:cTn id="15" dur="500"/>
                                        <p:tgtEl>
                                          <p:spTgt spid="372"/>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wipe(left)">
                                      <p:cBhvr>
                                        <p:cTn id="20" dur="500"/>
                                        <p:tgtEl>
                                          <p:spTgt spid="4"/>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183"/>
                                        </p:tgtEl>
                                        <p:attrNameLst>
                                          <p:attrName>style.visibility</p:attrName>
                                        </p:attrNameLst>
                                      </p:cBhvr>
                                      <p:to>
                                        <p:strVal val="visible"/>
                                      </p:to>
                                    </p:set>
                                    <p:animEffect transition="in" filter="wipe(left)">
                                      <p:cBhvr>
                                        <p:cTn id="25" dur="500"/>
                                        <p:tgtEl>
                                          <p:spTgt spid="183"/>
                                        </p:tgtEl>
                                      </p:cBhvr>
                                    </p:animEffect>
                                  </p:childTnLst>
                                </p:cTn>
                              </p:par>
                            </p:childTnLst>
                          </p:cTn>
                        </p:par>
                        <p:par>
                          <p:cTn id="26" fill="hold">
                            <p:stCondLst>
                              <p:cond delay="500"/>
                            </p:stCondLst>
                            <p:childTnLst>
                              <p:par>
                                <p:cTn id="27" presetID="22" presetClass="entr" presetSubtype="8" fill="hold" nodeType="afterEffect">
                                  <p:stCondLst>
                                    <p:cond delay="0"/>
                                  </p:stCondLst>
                                  <p:childTnLst>
                                    <p:set>
                                      <p:cBhvr>
                                        <p:cTn id="28" dur="1" fill="hold">
                                          <p:stCondLst>
                                            <p:cond delay="0"/>
                                          </p:stCondLst>
                                        </p:cTn>
                                        <p:tgtEl>
                                          <p:spTgt spid="365"/>
                                        </p:tgtEl>
                                        <p:attrNameLst>
                                          <p:attrName>style.visibility</p:attrName>
                                        </p:attrNameLst>
                                      </p:cBhvr>
                                      <p:to>
                                        <p:strVal val="visible"/>
                                      </p:to>
                                    </p:set>
                                    <p:animEffect transition="in" filter="wipe(left)">
                                      <p:cBhvr>
                                        <p:cTn id="29" dur="500"/>
                                        <p:tgtEl>
                                          <p:spTgt spid="365"/>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2" fill="hold" grpId="0" nodeType="clickEffect">
                                  <p:stCondLst>
                                    <p:cond delay="0"/>
                                  </p:stCondLst>
                                  <p:childTnLst>
                                    <p:set>
                                      <p:cBhvr>
                                        <p:cTn id="33" dur="1" fill="hold">
                                          <p:stCondLst>
                                            <p:cond delay="0"/>
                                          </p:stCondLst>
                                        </p:cTn>
                                        <p:tgtEl>
                                          <p:spTgt spid="357"/>
                                        </p:tgtEl>
                                        <p:attrNameLst>
                                          <p:attrName>style.visibility</p:attrName>
                                        </p:attrNameLst>
                                      </p:cBhvr>
                                      <p:to>
                                        <p:strVal val="visible"/>
                                      </p:to>
                                    </p:set>
                                    <p:animEffect transition="in" filter="wipe(right)">
                                      <p:cBhvr>
                                        <p:cTn id="34" dur="500"/>
                                        <p:tgtEl>
                                          <p:spTgt spid="357"/>
                                        </p:tgtEl>
                                      </p:cBhvr>
                                    </p:animEffect>
                                  </p:childTnLst>
                                </p:cTn>
                              </p:par>
                              <p:par>
                                <p:cTn id="35" presetID="22" presetClass="entr" presetSubtype="8" fill="hold" grpId="0" nodeType="withEffect">
                                  <p:stCondLst>
                                    <p:cond delay="0"/>
                                  </p:stCondLst>
                                  <p:childTnLst>
                                    <p:set>
                                      <p:cBhvr>
                                        <p:cTn id="36" dur="1" fill="hold">
                                          <p:stCondLst>
                                            <p:cond delay="0"/>
                                          </p:stCondLst>
                                        </p:cTn>
                                        <p:tgtEl>
                                          <p:spTgt spid="356"/>
                                        </p:tgtEl>
                                        <p:attrNameLst>
                                          <p:attrName>style.visibility</p:attrName>
                                        </p:attrNameLst>
                                      </p:cBhvr>
                                      <p:to>
                                        <p:strVal val="visible"/>
                                      </p:to>
                                    </p:set>
                                    <p:animEffect transition="in" filter="wipe(left)">
                                      <p:cBhvr>
                                        <p:cTn id="37" dur="500"/>
                                        <p:tgtEl>
                                          <p:spTgt spid="356"/>
                                        </p:tgtEl>
                                      </p:cBhvr>
                                    </p:animEffect>
                                  </p:childTnLst>
                                </p:cTn>
                              </p:par>
                              <p:par>
                                <p:cTn id="38" presetID="22" presetClass="entr" presetSubtype="4" fill="hold" grpId="0" nodeType="withEffect">
                                  <p:stCondLst>
                                    <p:cond delay="0"/>
                                  </p:stCondLst>
                                  <p:childTnLst>
                                    <p:set>
                                      <p:cBhvr>
                                        <p:cTn id="39" dur="1" fill="hold">
                                          <p:stCondLst>
                                            <p:cond delay="0"/>
                                          </p:stCondLst>
                                        </p:cTn>
                                        <p:tgtEl>
                                          <p:spTgt spid="345"/>
                                        </p:tgtEl>
                                        <p:attrNameLst>
                                          <p:attrName>style.visibility</p:attrName>
                                        </p:attrNameLst>
                                      </p:cBhvr>
                                      <p:to>
                                        <p:strVal val="visible"/>
                                      </p:to>
                                    </p:set>
                                    <p:animEffect transition="in" filter="wipe(down)">
                                      <p:cBhvr>
                                        <p:cTn id="40" dur="500"/>
                                        <p:tgtEl>
                                          <p:spTgt spid="3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4" grpId="0" animBg="1"/>
      <p:bldP spid="345" grpId="0" animBg="1"/>
      <p:bldP spid="356" grpId="0" animBg="1"/>
      <p:bldP spid="357" grpId="0" animBg="1"/>
      <p:bldP spid="183"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2B9189-7CDF-0741-9858-A79357149B7C}"/>
              </a:ext>
            </a:extLst>
          </p:cNvPr>
          <p:cNvSpPr>
            <a:spLocks noGrp="1"/>
          </p:cNvSpPr>
          <p:nvPr>
            <p:ph type="title"/>
          </p:nvPr>
        </p:nvSpPr>
        <p:spPr>
          <a:xfrm>
            <a:off x="826624" y="174028"/>
            <a:ext cx="10893427" cy="894622"/>
          </a:xfrm>
        </p:spPr>
        <p:txBody>
          <a:bodyPr/>
          <a:lstStyle/>
          <a:p>
            <a:r>
              <a:rPr lang="en-US" dirty="0"/>
              <a:t>Distance vector example: computation</a:t>
            </a:r>
          </a:p>
        </p:txBody>
      </p:sp>
      <p:sp>
        <p:nvSpPr>
          <p:cNvPr id="154" name="Rectangle 153">
            <a:extLst>
              <a:ext uri="{FF2B5EF4-FFF2-40B4-BE49-F238E27FC236}">
                <a16:creationId xmlns:a16="http://schemas.microsoft.com/office/drawing/2014/main" id="{6E805ECD-DD10-C845-94C0-375A905AFE6F}"/>
              </a:ext>
            </a:extLst>
          </p:cNvPr>
          <p:cNvSpPr/>
          <p:nvPr/>
        </p:nvSpPr>
        <p:spPr>
          <a:xfrm>
            <a:off x="6626942" y="275303"/>
            <a:ext cx="3038168" cy="62926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66" name="Group 265">
            <a:extLst>
              <a:ext uri="{FF2B5EF4-FFF2-40B4-BE49-F238E27FC236}">
                <a16:creationId xmlns:a16="http://schemas.microsoft.com/office/drawing/2014/main" id="{F5A721E1-D89A-D04F-AF9A-53AC581D1684}"/>
              </a:ext>
            </a:extLst>
          </p:cNvPr>
          <p:cNvGrpSpPr/>
          <p:nvPr/>
        </p:nvGrpSpPr>
        <p:grpSpPr>
          <a:xfrm>
            <a:off x="2827965" y="1130710"/>
            <a:ext cx="1547391" cy="2620631"/>
            <a:chOff x="3221255" y="1012723"/>
            <a:chExt cx="1547391" cy="2620631"/>
          </a:xfrm>
        </p:grpSpPr>
        <p:sp>
          <p:nvSpPr>
            <p:cNvPr id="267" name="Freeform 266">
              <a:extLst>
                <a:ext uri="{FF2B5EF4-FFF2-40B4-BE49-F238E27FC236}">
                  <a16:creationId xmlns:a16="http://schemas.microsoft.com/office/drawing/2014/main" id="{49DB6681-9B63-7A46-990C-D2A795B1B751}"/>
                </a:ext>
              </a:extLst>
            </p:cNvPr>
            <p:cNvSpPr/>
            <p:nvPr/>
          </p:nvSpPr>
          <p:spPr>
            <a:xfrm>
              <a:off x="4316362" y="1042219"/>
              <a:ext cx="452284" cy="2389239"/>
            </a:xfrm>
            <a:custGeom>
              <a:avLst/>
              <a:gdLst>
                <a:gd name="connsiteX0" fmla="*/ 0 w 491613"/>
                <a:gd name="connsiteY0" fmla="*/ 0 h 2389239"/>
                <a:gd name="connsiteX1" fmla="*/ 491613 w 491613"/>
                <a:gd name="connsiteY1" fmla="*/ 904568 h 2389239"/>
                <a:gd name="connsiteX2" fmla="*/ 491613 w 491613"/>
                <a:gd name="connsiteY2" fmla="*/ 1052052 h 2389239"/>
                <a:gd name="connsiteX3" fmla="*/ 19665 w 491613"/>
                <a:gd name="connsiteY3" fmla="*/ 2389239 h 2389239"/>
                <a:gd name="connsiteX4" fmla="*/ 0 w 491613"/>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0 w 452284"/>
                <a:gd name="connsiteY0" fmla="*/ 0 h 2389239"/>
                <a:gd name="connsiteX1" fmla="*/ 452284 w 452284"/>
                <a:gd name="connsiteY1" fmla="*/ 904568 h 2389239"/>
                <a:gd name="connsiteX2" fmla="*/ 452284 w 452284"/>
                <a:gd name="connsiteY2" fmla="*/ 1052052 h 2389239"/>
                <a:gd name="connsiteX3" fmla="*/ 9833 w 452284"/>
                <a:gd name="connsiteY3" fmla="*/ 2389239 h 2389239"/>
                <a:gd name="connsiteX4" fmla="*/ 0 w 452284"/>
                <a:gd name="connsiteY4" fmla="*/ 0 h 2389239"/>
                <a:gd name="connsiteX0" fmla="*/ 0 w 452284"/>
                <a:gd name="connsiteY0" fmla="*/ 0 h 2389239"/>
                <a:gd name="connsiteX1" fmla="*/ 452284 w 452284"/>
                <a:gd name="connsiteY1" fmla="*/ 904568 h 2389239"/>
                <a:gd name="connsiteX2" fmla="*/ 452284 w 452284"/>
                <a:gd name="connsiteY2" fmla="*/ 1052052 h 2389239"/>
                <a:gd name="connsiteX3" fmla="*/ 9833 w 452284"/>
                <a:gd name="connsiteY3" fmla="*/ 2389239 h 2389239"/>
                <a:gd name="connsiteX4" fmla="*/ 0 w 452284"/>
                <a:gd name="connsiteY4" fmla="*/ 0 h 2389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284" h="2389239">
                  <a:moveTo>
                    <a:pt x="0" y="0"/>
                  </a:moveTo>
                  <a:cubicBezTo>
                    <a:pt x="170425" y="625988"/>
                    <a:pt x="242530" y="681703"/>
                    <a:pt x="452284" y="904568"/>
                  </a:cubicBezTo>
                  <a:lnTo>
                    <a:pt x="452284" y="1052052"/>
                  </a:lnTo>
                  <a:cubicBezTo>
                    <a:pt x="206477" y="1507613"/>
                    <a:pt x="137653" y="1825523"/>
                    <a:pt x="9833" y="2389239"/>
                  </a:cubicBezTo>
                  <a:cubicBezTo>
                    <a:pt x="6555" y="1592826"/>
                    <a:pt x="3278" y="796413"/>
                    <a:pt x="0" y="0"/>
                  </a:cubicBez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68" name="Group 267">
              <a:extLst>
                <a:ext uri="{FF2B5EF4-FFF2-40B4-BE49-F238E27FC236}">
                  <a16:creationId xmlns:a16="http://schemas.microsoft.com/office/drawing/2014/main" id="{69CB876D-91B9-C142-AA5B-DC2AF8DEC6AE}"/>
                </a:ext>
              </a:extLst>
            </p:cNvPr>
            <p:cNvGrpSpPr/>
            <p:nvPr/>
          </p:nvGrpSpPr>
          <p:grpSpPr>
            <a:xfrm>
              <a:off x="3221255" y="1012723"/>
              <a:ext cx="1172904" cy="2620631"/>
              <a:chOff x="3221255" y="1012723"/>
              <a:chExt cx="1172904" cy="2620631"/>
            </a:xfrm>
          </p:grpSpPr>
          <p:sp>
            <p:nvSpPr>
              <p:cNvPr id="269" name="Rectangle 268">
                <a:extLst>
                  <a:ext uri="{FF2B5EF4-FFF2-40B4-BE49-F238E27FC236}">
                    <a16:creationId xmlns:a16="http://schemas.microsoft.com/office/drawing/2014/main" id="{FC99428F-669F-1E46-A55A-26DF3A9BEA1B}"/>
                  </a:ext>
                </a:extLst>
              </p:cNvPr>
              <p:cNvSpPr/>
              <p:nvPr/>
            </p:nvSpPr>
            <p:spPr>
              <a:xfrm>
                <a:off x="3224981" y="1012723"/>
                <a:ext cx="1111045" cy="24187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70" name="Group 269">
                <a:extLst>
                  <a:ext uri="{FF2B5EF4-FFF2-40B4-BE49-F238E27FC236}">
                    <a16:creationId xmlns:a16="http://schemas.microsoft.com/office/drawing/2014/main" id="{677BBA41-FB32-774E-B537-76ECED6020C6}"/>
                  </a:ext>
                </a:extLst>
              </p:cNvPr>
              <p:cNvGrpSpPr/>
              <p:nvPr/>
            </p:nvGrpSpPr>
            <p:grpSpPr>
              <a:xfrm>
                <a:off x="3221255" y="1017253"/>
                <a:ext cx="1172904" cy="2616101"/>
                <a:chOff x="9477371" y="702026"/>
                <a:chExt cx="1172904" cy="2616101"/>
              </a:xfrm>
            </p:grpSpPr>
            <p:sp>
              <p:nvSpPr>
                <p:cNvPr id="271" name="Rectangle 270">
                  <a:extLst>
                    <a:ext uri="{FF2B5EF4-FFF2-40B4-BE49-F238E27FC236}">
                      <a16:creationId xmlns:a16="http://schemas.microsoft.com/office/drawing/2014/main" id="{4648EB17-23D0-A848-88DD-EC56D3EAAB24}"/>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2" name="TextBox 271">
                  <a:extLst>
                    <a:ext uri="{FF2B5EF4-FFF2-40B4-BE49-F238E27FC236}">
                      <a16:creationId xmlns:a16="http://schemas.microsoft.com/office/drawing/2014/main" id="{FF1D7D44-0F2C-4347-A4A1-BBEC5CE4FD94}"/>
                    </a:ext>
                  </a:extLst>
                </p:cNvPr>
                <p:cNvSpPr txBox="1"/>
                <p:nvPr/>
              </p:nvSpPr>
              <p:spPr>
                <a:xfrm>
                  <a:off x="9533078" y="702026"/>
                  <a:ext cx="1117197" cy="2616101"/>
                </a:xfrm>
                <a:prstGeom prst="rect">
                  <a:avLst/>
                </a:prstGeom>
                <a:noFill/>
              </p:spPr>
              <p:txBody>
                <a:bodyPr wrap="square" rtlCol="0">
                  <a:spAutoFit/>
                </a:bodyPr>
                <a:lstStyle/>
                <a:p>
                  <a:r>
                    <a:rPr lang="en-US" sz="2000" dirty="0">
                      <a:solidFill>
                        <a:prstClr val="white"/>
                      </a:solidFill>
                    </a:rPr>
                    <a:t>DV in a: </a:t>
                  </a:r>
                  <a:r>
                    <a:rPr lang="en-US" sz="1600" dirty="0">
                      <a:solidFill>
                        <a:prstClr val="black"/>
                      </a:solidFill>
                    </a:rPr>
                    <a:t>D</a:t>
                  </a:r>
                  <a:r>
                    <a:rPr lang="en-US" sz="1600" baseline="-25000" dirty="0">
                      <a:solidFill>
                        <a:prstClr val="black"/>
                      </a:solidFill>
                    </a:rPr>
                    <a:t>a</a:t>
                  </a:r>
                  <a:r>
                    <a:rPr lang="en-US" sz="1600" dirty="0">
                      <a:solidFill>
                        <a:prstClr val="black"/>
                      </a:solidFill>
                    </a:rPr>
                    <a:t>(a)=0</a:t>
                  </a:r>
                </a:p>
                <a:p>
                  <a:r>
                    <a:rPr lang="en-US" sz="1600" dirty="0">
                      <a:solidFill>
                        <a:prstClr val="black"/>
                      </a:solidFill>
                    </a:rPr>
                    <a:t>D</a:t>
                  </a:r>
                  <a:r>
                    <a:rPr lang="en-US" sz="1600" baseline="-25000" dirty="0">
                      <a:solidFill>
                        <a:prstClr val="black"/>
                      </a:solidFill>
                    </a:rPr>
                    <a:t>a</a:t>
                  </a:r>
                  <a:r>
                    <a:rPr lang="en-US" sz="1600" dirty="0">
                      <a:solidFill>
                        <a:prstClr val="black"/>
                      </a:solidFill>
                    </a:rPr>
                    <a:t>(b) = 8</a:t>
                  </a:r>
                  <a:endParaRPr lang="en-US" sz="1600" dirty="0">
                    <a:solidFill>
                      <a:prstClr val="black"/>
                    </a:solidFill>
                    <a:cs typeface="Arial" charset="0"/>
                  </a:endParaRPr>
                </a:p>
                <a:p>
                  <a:r>
                    <a:rPr lang="en-US" sz="1600" dirty="0">
                      <a:solidFill>
                        <a:prstClr val="black"/>
                      </a:solidFill>
                    </a:rPr>
                    <a:t>D</a:t>
                  </a:r>
                  <a:r>
                    <a:rPr lang="en-US" sz="1600" baseline="-25000" dirty="0">
                      <a:solidFill>
                        <a:prstClr val="black"/>
                      </a:solidFill>
                    </a:rPr>
                    <a:t>a</a:t>
                  </a:r>
                  <a:r>
                    <a:rPr lang="en-US" sz="1600" dirty="0">
                      <a:solidFill>
                        <a:prstClr val="black"/>
                      </a:solidFill>
                    </a:rPr>
                    <a:t>(c) =</a:t>
                  </a:r>
                  <a:r>
                    <a:rPr lang="en-US" sz="1600" dirty="0">
                      <a:solidFill>
                        <a:prstClr val="black"/>
                      </a:solidFill>
                      <a:cs typeface="Arial" charset="0"/>
                    </a:rPr>
                    <a:t> ∞</a:t>
                  </a:r>
                </a:p>
                <a:p>
                  <a:r>
                    <a:rPr lang="en-US" sz="1600" dirty="0">
                      <a:solidFill>
                        <a:prstClr val="black"/>
                      </a:solidFill>
                    </a:rPr>
                    <a:t>D</a:t>
                  </a:r>
                  <a:r>
                    <a:rPr lang="en-US" sz="1600" baseline="-25000" dirty="0">
                      <a:solidFill>
                        <a:prstClr val="black"/>
                      </a:solidFill>
                    </a:rPr>
                    <a:t>a</a:t>
                  </a:r>
                  <a:r>
                    <a:rPr lang="en-US" sz="1600" dirty="0">
                      <a:solidFill>
                        <a:prstClr val="black"/>
                      </a:solidFill>
                    </a:rPr>
                    <a:t>(d) =</a:t>
                  </a:r>
                  <a:r>
                    <a:rPr lang="en-US" sz="1600" dirty="0">
                      <a:solidFill>
                        <a:prstClr val="black"/>
                      </a:solidFill>
                      <a:cs typeface="Arial" charset="0"/>
                    </a:rPr>
                    <a:t> 1</a:t>
                  </a:r>
                </a:p>
                <a:p>
                  <a:r>
                    <a:rPr lang="en-US" sz="1600" dirty="0">
                      <a:solidFill>
                        <a:prstClr val="black"/>
                      </a:solidFill>
                    </a:rPr>
                    <a:t>D</a:t>
                  </a:r>
                  <a:r>
                    <a:rPr lang="en-US" sz="1600" baseline="-25000" dirty="0">
                      <a:solidFill>
                        <a:prstClr val="black"/>
                      </a:solidFill>
                    </a:rPr>
                    <a:t>a</a:t>
                  </a:r>
                  <a:r>
                    <a:rPr lang="en-US" sz="1600" dirty="0">
                      <a:solidFill>
                        <a:prstClr val="black"/>
                      </a:solidFill>
                    </a:rPr>
                    <a:t>(e) =</a:t>
                  </a:r>
                  <a:r>
                    <a:rPr lang="en-US" sz="1600" dirty="0">
                      <a:solidFill>
                        <a:prstClr val="black"/>
                      </a:solidFill>
                      <a:cs typeface="Arial" charset="0"/>
                    </a:rPr>
                    <a:t> ∞</a:t>
                  </a:r>
                </a:p>
                <a:p>
                  <a:r>
                    <a:rPr lang="en-US" sz="1600" dirty="0">
                      <a:solidFill>
                        <a:prstClr val="black"/>
                      </a:solidFill>
                    </a:rPr>
                    <a:t>D</a:t>
                  </a:r>
                  <a:r>
                    <a:rPr lang="en-US" sz="1600" baseline="-25000" dirty="0">
                      <a:solidFill>
                        <a:prstClr val="black"/>
                      </a:solidFill>
                    </a:rPr>
                    <a:t>a</a:t>
                  </a:r>
                  <a:r>
                    <a:rPr lang="en-US" sz="1600" dirty="0">
                      <a:solidFill>
                        <a:prstClr val="black"/>
                      </a:solidFill>
                    </a:rPr>
                    <a:t>(f) =</a:t>
                  </a:r>
                  <a:r>
                    <a:rPr lang="en-US" sz="1600" dirty="0">
                      <a:solidFill>
                        <a:prstClr val="black"/>
                      </a:solidFill>
                      <a:cs typeface="Arial" charset="0"/>
                    </a:rPr>
                    <a:t> ∞</a:t>
                  </a:r>
                </a:p>
                <a:p>
                  <a:r>
                    <a:rPr lang="en-US" sz="1600" dirty="0">
                      <a:solidFill>
                        <a:prstClr val="black"/>
                      </a:solidFill>
                    </a:rPr>
                    <a:t>D</a:t>
                  </a:r>
                  <a:r>
                    <a:rPr lang="en-US" sz="1600" baseline="-25000" dirty="0">
                      <a:solidFill>
                        <a:prstClr val="black"/>
                      </a:solidFill>
                    </a:rPr>
                    <a:t>a</a:t>
                  </a:r>
                  <a:r>
                    <a:rPr lang="en-US" sz="1600" dirty="0">
                      <a:solidFill>
                        <a:prstClr val="black"/>
                      </a:solidFill>
                    </a:rPr>
                    <a:t>(g) =</a:t>
                  </a:r>
                  <a:r>
                    <a:rPr lang="en-US" sz="1600" dirty="0">
                      <a:solidFill>
                        <a:prstClr val="black"/>
                      </a:solidFill>
                      <a:cs typeface="Arial" charset="0"/>
                    </a:rPr>
                    <a:t> ∞</a:t>
                  </a:r>
                </a:p>
                <a:p>
                  <a:r>
                    <a:rPr lang="en-US" sz="1600" dirty="0">
                      <a:solidFill>
                        <a:prstClr val="black"/>
                      </a:solidFill>
                    </a:rPr>
                    <a:t>D</a:t>
                  </a:r>
                  <a:r>
                    <a:rPr lang="en-US" sz="1600" baseline="-25000" dirty="0">
                      <a:solidFill>
                        <a:prstClr val="black"/>
                      </a:solidFill>
                    </a:rPr>
                    <a:t>a</a:t>
                  </a:r>
                  <a:r>
                    <a:rPr lang="en-US" sz="1600" dirty="0">
                      <a:solidFill>
                        <a:prstClr val="black"/>
                      </a:solidFill>
                    </a:rPr>
                    <a:t>(h) =</a:t>
                  </a:r>
                  <a:r>
                    <a:rPr lang="en-US" sz="1600" dirty="0">
                      <a:solidFill>
                        <a:prstClr val="black"/>
                      </a:solidFill>
                      <a:cs typeface="Arial" charset="0"/>
                    </a:rPr>
                    <a:t> ∞</a:t>
                  </a:r>
                </a:p>
                <a:p>
                  <a:r>
                    <a:rPr lang="en-US" sz="1600" dirty="0">
                      <a:solidFill>
                        <a:prstClr val="black"/>
                      </a:solidFill>
                    </a:rPr>
                    <a:t>D</a:t>
                  </a:r>
                  <a:r>
                    <a:rPr lang="en-US" sz="1600" baseline="-25000" dirty="0">
                      <a:solidFill>
                        <a:prstClr val="black"/>
                      </a:solidFill>
                    </a:rPr>
                    <a:t>a</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cxnSp>
              <p:nvCxnSpPr>
                <p:cNvPr id="273" name="Straight Connector 272">
                  <a:extLst>
                    <a:ext uri="{FF2B5EF4-FFF2-40B4-BE49-F238E27FC236}">
                      <a16:creationId xmlns:a16="http://schemas.microsoft.com/office/drawing/2014/main" id="{8B19CF8A-DF73-AB45-8BDA-ABCDA25B842C}"/>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74" name="Rectangle 273">
                  <a:extLst>
                    <a:ext uri="{FF2B5EF4-FFF2-40B4-BE49-F238E27FC236}">
                      <a16:creationId xmlns:a16="http://schemas.microsoft.com/office/drawing/2014/main" id="{916DB935-59F3-ED4F-9B27-B2F6B2896EC2}"/>
                    </a:ext>
                  </a:extLst>
                </p:cNvPr>
                <p:cNvSpPr/>
                <p:nvPr/>
              </p:nvSpPr>
              <p:spPr>
                <a:xfrm>
                  <a:off x="9479666" y="706056"/>
                  <a:ext cx="1122744" cy="25894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grpSp>
      <p:grpSp>
        <p:nvGrpSpPr>
          <p:cNvPr id="275" name="Group 274">
            <a:extLst>
              <a:ext uri="{FF2B5EF4-FFF2-40B4-BE49-F238E27FC236}">
                <a16:creationId xmlns:a16="http://schemas.microsoft.com/office/drawing/2014/main" id="{A2F1D687-C332-114C-A115-90CF8BBB8F39}"/>
              </a:ext>
            </a:extLst>
          </p:cNvPr>
          <p:cNvGrpSpPr/>
          <p:nvPr/>
        </p:nvGrpSpPr>
        <p:grpSpPr>
          <a:xfrm>
            <a:off x="6656438" y="235974"/>
            <a:ext cx="2493133" cy="1917291"/>
            <a:chOff x="7010400" y="108155"/>
            <a:chExt cx="2493133" cy="1917291"/>
          </a:xfrm>
        </p:grpSpPr>
        <p:sp>
          <p:nvSpPr>
            <p:cNvPr id="276" name="Freeform 275">
              <a:extLst>
                <a:ext uri="{FF2B5EF4-FFF2-40B4-BE49-F238E27FC236}">
                  <a16:creationId xmlns:a16="http://schemas.microsoft.com/office/drawing/2014/main" id="{7C98B51F-B4A6-3B45-888C-5FBB44E4FF36}"/>
                </a:ext>
              </a:extLst>
            </p:cNvPr>
            <p:cNvSpPr/>
            <p:nvPr/>
          </p:nvSpPr>
          <p:spPr>
            <a:xfrm>
              <a:off x="7010400" y="176982"/>
              <a:ext cx="2340077" cy="1848464"/>
            </a:xfrm>
            <a:custGeom>
              <a:avLst/>
              <a:gdLst>
                <a:gd name="connsiteX0" fmla="*/ 0 w 2340077"/>
                <a:gd name="connsiteY0" fmla="*/ 304800 h 432619"/>
                <a:gd name="connsiteX1" fmla="*/ 393290 w 2340077"/>
                <a:gd name="connsiteY1" fmla="*/ 0 h 432619"/>
                <a:gd name="connsiteX2" fmla="*/ 2340077 w 2340077"/>
                <a:gd name="connsiteY2" fmla="*/ 0 h 432619"/>
                <a:gd name="connsiteX3" fmla="*/ 147484 w 2340077"/>
                <a:gd name="connsiteY3" fmla="*/ 432619 h 432619"/>
                <a:gd name="connsiteX4" fmla="*/ 0 w 2340077"/>
                <a:gd name="connsiteY4" fmla="*/ 304800 h 432619"/>
                <a:gd name="connsiteX0" fmla="*/ 0 w 2340077"/>
                <a:gd name="connsiteY0" fmla="*/ 1691148 h 1818967"/>
                <a:gd name="connsiteX1" fmla="*/ 383458 w 2340077"/>
                <a:gd name="connsiteY1" fmla="*/ 0 h 1818967"/>
                <a:gd name="connsiteX2" fmla="*/ 2340077 w 2340077"/>
                <a:gd name="connsiteY2" fmla="*/ 1386348 h 1818967"/>
                <a:gd name="connsiteX3" fmla="*/ 147484 w 2340077"/>
                <a:gd name="connsiteY3" fmla="*/ 1818967 h 1818967"/>
                <a:gd name="connsiteX4" fmla="*/ 0 w 2340077"/>
                <a:gd name="connsiteY4" fmla="*/ 1691148 h 1818967"/>
                <a:gd name="connsiteX0" fmla="*/ 0 w 2340077"/>
                <a:gd name="connsiteY0" fmla="*/ 1691148 h 1818967"/>
                <a:gd name="connsiteX1" fmla="*/ 383458 w 2340077"/>
                <a:gd name="connsiteY1" fmla="*/ 0 h 1818967"/>
                <a:gd name="connsiteX2" fmla="*/ 2340077 w 2340077"/>
                <a:gd name="connsiteY2" fmla="*/ 1386348 h 1818967"/>
                <a:gd name="connsiteX3" fmla="*/ 147484 w 2340077"/>
                <a:gd name="connsiteY3" fmla="*/ 1818967 h 1818967"/>
                <a:gd name="connsiteX4" fmla="*/ 0 w 2340077"/>
                <a:gd name="connsiteY4" fmla="*/ 1691148 h 1818967"/>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48464"/>
                <a:gd name="connsiteX1" fmla="*/ 383458 w 2340077"/>
                <a:gd name="connsiteY1" fmla="*/ 0 h 1848464"/>
                <a:gd name="connsiteX2" fmla="*/ 2340077 w 2340077"/>
                <a:gd name="connsiteY2" fmla="*/ 1386348 h 1848464"/>
                <a:gd name="connsiteX3" fmla="*/ 137651 w 2340077"/>
                <a:gd name="connsiteY3" fmla="*/ 1848464 h 1848464"/>
                <a:gd name="connsiteX4" fmla="*/ 0 w 2340077"/>
                <a:gd name="connsiteY4" fmla="*/ 1691148 h 18484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0077" h="1848464">
                  <a:moveTo>
                    <a:pt x="0" y="1691148"/>
                  </a:moveTo>
                  <a:cubicBezTo>
                    <a:pt x="167148" y="1304412"/>
                    <a:pt x="285136" y="770193"/>
                    <a:pt x="383458" y="0"/>
                  </a:cubicBezTo>
                  <a:lnTo>
                    <a:pt x="2340077" y="1386348"/>
                  </a:lnTo>
                  <a:cubicBezTo>
                    <a:pt x="871794" y="1579716"/>
                    <a:pt x="740695" y="1645264"/>
                    <a:pt x="137651" y="1848464"/>
                  </a:cubicBezTo>
                  <a:lnTo>
                    <a:pt x="0" y="1691148"/>
                  </a:ln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77" name="Group 276">
              <a:extLst>
                <a:ext uri="{FF2B5EF4-FFF2-40B4-BE49-F238E27FC236}">
                  <a16:creationId xmlns:a16="http://schemas.microsoft.com/office/drawing/2014/main" id="{A45539DD-F434-7243-8ECC-25D3434D7334}"/>
                </a:ext>
              </a:extLst>
            </p:cNvPr>
            <p:cNvGrpSpPr/>
            <p:nvPr/>
          </p:nvGrpSpPr>
          <p:grpSpPr>
            <a:xfrm>
              <a:off x="7323884" y="108155"/>
              <a:ext cx="2179649" cy="1445342"/>
              <a:chOff x="7323884" y="108155"/>
              <a:chExt cx="2179649" cy="1445342"/>
            </a:xfrm>
          </p:grpSpPr>
          <p:sp>
            <p:nvSpPr>
              <p:cNvPr id="278" name="Rectangle 277">
                <a:extLst>
                  <a:ext uri="{FF2B5EF4-FFF2-40B4-BE49-F238E27FC236}">
                    <a16:creationId xmlns:a16="http://schemas.microsoft.com/office/drawing/2014/main" id="{CA406176-DE57-4844-B765-7A5DBC46A9EB}"/>
                  </a:ext>
                </a:extLst>
              </p:cNvPr>
              <p:cNvSpPr/>
              <p:nvPr/>
            </p:nvSpPr>
            <p:spPr>
              <a:xfrm>
                <a:off x="7413523" y="108155"/>
                <a:ext cx="1936954" cy="14355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79" name="Group 278">
                <a:extLst>
                  <a:ext uri="{FF2B5EF4-FFF2-40B4-BE49-F238E27FC236}">
                    <a16:creationId xmlns:a16="http://schemas.microsoft.com/office/drawing/2014/main" id="{D1BD4369-9943-0043-95A9-A467EAB2D21E}"/>
                  </a:ext>
                </a:extLst>
              </p:cNvPr>
              <p:cNvGrpSpPr/>
              <p:nvPr/>
            </p:nvGrpSpPr>
            <p:grpSpPr>
              <a:xfrm>
                <a:off x="7323884" y="120836"/>
                <a:ext cx="2179649" cy="1432661"/>
                <a:chOff x="7323884" y="120836"/>
                <a:chExt cx="2179649" cy="1432661"/>
              </a:xfrm>
            </p:grpSpPr>
            <p:sp>
              <p:nvSpPr>
                <p:cNvPr id="280" name="Rectangle 279">
                  <a:extLst>
                    <a:ext uri="{FF2B5EF4-FFF2-40B4-BE49-F238E27FC236}">
                      <a16:creationId xmlns:a16="http://schemas.microsoft.com/office/drawing/2014/main" id="{089F8FCB-FEC8-0A4A-8AC9-A05239270264}"/>
                    </a:ext>
                  </a:extLst>
                </p:cNvPr>
                <p:cNvSpPr/>
                <p:nvPr/>
              </p:nvSpPr>
              <p:spPr>
                <a:xfrm>
                  <a:off x="7409951" y="124866"/>
                  <a:ext cx="1940525"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82" name="TextBox 281">
                  <a:extLst>
                    <a:ext uri="{FF2B5EF4-FFF2-40B4-BE49-F238E27FC236}">
                      <a16:creationId xmlns:a16="http://schemas.microsoft.com/office/drawing/2014/main" id="{618E84D4-ACDD-F443-9A75-31985FCC03A1}"/>
                    </a:ext>
                  </a:extLst>
                </p:cNvPr>
                <p:cNvSpPr txBox="1"/>
                <p:nvPr/>
              </p:nvSpPr>
              <p:spPr>
                <a:xfrm>
                  <a:off x="7799764" y="120836"/>
                  <a:ext cx="1117197" cy="400110"/>
                </a:xfrm>
                <a:prstGeom prst="rect">
                  <a:avLst/>
                </a:prstGeom>
                <a:noFill/>
              </p:spPr>
              <p:txBody>
                <a:bodyPr wrap="square" rtlCol="0">
                  <a:spAutoFit/>
                </a:bodyPr>
                <a:lstStyle/>
                <a:p>
                  <a:pPr algn="ctr">
                    <a:spcAft>
                      <a:spcPts val="400"/>
                    </a:spcAft>
                  </a:pPr>
                  <a:r>
                    <a:rPr lang="en-US" sz="2000" dirty="0">
                      <a:solidFill>
                        <a:prstClr val="white"/>
                      </a:solidFill>
                    </a:rPr>
                    <a:t>DV in b:</a:t>
                  </a:r>
                </a:p>
              </p:txBody>
            </p:sp>
            <p:cxnSp>
              <p:nvCxnSpPr>
                <p:cNvPr id="346" name="Straight Connector 345">
                  <a:extLst>
                    <a:ext uri="{FF2B5EF4-FFF2-40B4-BE49-F238E27FC236}">
                      <a16:creationId xmlns:a16="http://schemas.microsoft.com/office/drawing/2014/main" id="{076AD015-1EF6-8F4C-958E-F02708D5F21D}"/>
                    </a:ext>
                  </a:extLst>
                </p:cNvPr>
                <p:cNvCxnSpPr>
                  <a:cxnSpLocks/>
                </p:cNvCxnSpPr>
                <p:nvPr/>
              </p:nvCxnSpPr>
              <p:spPr>
                <a:xfrm>
                  <a:off x="7401895" y="49525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47" name="Rectangle 346">
                  <a:extLst>
                    <a:ext uri="{FF2B5EF4-FFF2-40B4-BE49-F238E27FC236}">
                      <a16:creationId xmlns:a16="http://schemas.microsoft.com/office/drawing/2014/main" id="{397C8588-CD10-484F-9B94-94120FF4354A}"/>
                    </a:ext>
                  </a:extLst>
                </p:cNvPr>
                <p:cNvSpPr/>
                <p:nvPr/>
              </p:nvSpPr>
              <p:spPr>
                <a:xfrm>
                  <a:off x="7404189" y="124866"/>
                  <a:ext cx="1936455" cy="142863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48" name="TextBox 347">
                  <a:extLst>
                    <a:ext uri="{FF2B5EF4-FFF2-40B4-BE49-F238E27FC236}">
                      <a16:creationId xmlns:a16="http://schemas.microsoft.com/office/drawing/2014/main" id="{470F7948-0893-B143-8C47-CBE72D6C5729}"/>
                    </a:ext>
                  </a:extLst>
                </p:cNvPr>
                <p:cNvSpPr txBox="1"/>
                <p:nvPr/>
              </p:nvSpPr>
              <p:spPr>
                <a:xfrm>
                  <a:off x="8392488" y="560500"/>
                  <a:ext cx="1111045" cy="978729"/>
                </a:xfrm>
                <a:prstGeom prst="rect">
                  <a:avLst/>
                </a:prstGeom>
                <a:noFill/>
              </p:spPr>
              <p:txBody>
                <a:bodyPr wrap="square" rtlCol="0">
                  <a:spAutoFit/>
                </a:bodyPr>
                <a:lstStyle/>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(f) =</a:t>
                  </a:r>
                  <a:r>
                    <a:rPr lang="en-US" sz="1600" dirty="0">
                      <a:solidFill>
                        <a:prstClr val="black"/>
                      </a:solidFill>
                      <a:cs typeface="Arial" charset="0"/>
                    </a:rPr>
                    <a:t> ∞</a:t>
                  </a:r>
                </a:p>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(g) =</a:t>
                  </a:r>
                  <a:r>
                    <a:rPr lang="en-US" sz="1600" dirty="0">
                      <a:solidFill>
                        <a:prstClr val="black"/>
                      </a:solidFill>
                      <a:cs typeface="Arial" charset="0"/>
                    </a:rPr>
                    <a:t> ∞</a:t>
                  </a:r>
                </a:p>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(h) =</a:t>
                  </a:r>
                  <a:r>
                    <a:rPr lang="en-US" sz="1600" dirty="0">
                      <a:solidFill>
                        <a:prstClr val="black"/>
                      </a:solidFill>
                      <a:cs typeface="Arial" charset="0"/>
                    </a:rPr>
                    <a:t> ∞</a:t>
                  </a:r>
                </a:p>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sp>
              <p:nvSpPr>
                <p:cNvPr id="349" name="TextBox 348">
                  <a:extLst>
                    <a:ext uri="{FF2B5EF4-FFF2-40B4-BE49-F238E27FC236}">
                      <a16:creationId xmlns:a16="http://schemas.microsoft.com/office/drawing/2014/main" id="{60E7DAE4-8059-1543-AFD1-A4A0E4F2EF26}"/>
                    </a:ext>
                  </a:extLst>
                </p:cNvPr>
                <p:cNvSpPr txBox="1"/>
                <p:nvPr/>
              </p:nvSpPr>
              <p:spPr>
                <a:xfrm>
                  <a:off x="7323884" y="557387"/>
                  <a:ext cx="1117197" cy="978729"/>
                </a:xfrm>
                <a:prstGeom prst="rect">
                  <a:avLst/>
                </a:prstGeom>
                <a:noFill/>
              </p:spPr>
              <p:txBody>
                <a:bodyPr wrap="square" rtlCol="0">
                  <a:spAutoFit/>
                </a:bodyPr>
                <a:lstStyle/>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(a) = 8</a:t>
                  </a:r>
                  <a:endParaRPr lang="en-US" sz="1600" dirty="0">
                    <a:solidFill>
                      <a:prstClr val="black"/>
                    </a:solidFill>
                    <a:cs typeface="Arial" charset="0"/>
                  </a:endParaRPr>
                </a:p>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(c) =</a:t>
                  </a:r>
                  <a:r>
                    <a:rPr lang="en-US" sz="1600" dirty="0">
                      <a:solidFill>
                        <a:prstClr val="black"/>
                      </a:solidFill>
                      <a:cs typeface="Arial" charset="0"/>
                    </a:rPr>
                    <a:t> 1</a:t>
                  </a:r>
                  <a:endParaRPr lang="en-US" sz="1600" dirty="0">
                    <a:solidFill>
                      <a:prstClr val="black"/>
                    </a:solidFill>
                  </a:endParaRPr>
                </a:p>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(d) =</a:t>
                  </a:r>
                  <a:r>
                    <a:rPr lang="en-US" sz="1600" dirty="0">
                      <a:solidFill>
                        <a:prstClr val="black"/>
                      </a:solidFill>
                      <a:cs typeface="Arial" charset="0"/>
                    </a:rPr>
                    <a:t> ∞</a:t>
                  </a:r>
                  <a:endParaRPr lang="en-US" sz="1600" dirty="0">
                    <a:solidFill>
                      <a:prstClr val="black"/>
                    </a:solidFill>
                  </a:endParaRPr>
                </a:p>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(e) =</a:t>
                  </a:r>
                  <a:r>
                    <a:rPr lang="en-US" sz="1600" dirty="0">
                      <a:solidFill>
                        <a:prstClr val="black"/>
                      </a:solidFill>
                      <a:cs typeface="Arial" charset="0"/>
                    </a:rPr>
                    <a:t> 1</a:t>
                  </a:r>
                  <a:endParaRPr lang="en-US" sz="1600" dirty="0">
                    <a:solidFill>
                      <a:prstClr val="black"/>
                    </a:solidFill>
                  </a:endParaRPr>
                </a:p>
              </p:txBody>
            </p:sp>
          </p:grpSp>
        </p:grpSp>
      </p:grpSp>
      <p:grpSp>
        <p:nvGrpSpPr>
          <p:cNvPr id="350" name="Group 349">
            <a:extLst>
              <a:ext uri="{FF2B5EF4-FFF2-40B4-BE49-F238E27FC236}">
                <a16:creationId xmlns:a16="http://schemas.microsoft.com/office/drawing/2014/main" id="{D4D406BB-E3BB-5344-B200-F9B30FAC676C}"/>
              </a:ext>
            </a:extLst>
          </p:cNvPr>
          <p:cNvGrpSpPr/>
          <p:nvPr/>
        </p:nvGrpSpPr>
        <p:grpSpPr>
          <a:xfrm>
            <a:off x="8740877" y="219997"/>
            <a:ext cx="2045109" cy="2667397"/>
            <a:chOff x="8740877" y="219997"/>
            <a:chExt cx="2045109" cy="2667397"/>
          </a:xfrm>
        </p:grpSpPr>
        <p:sp>
          <p:nvSpPr>
            <p:cNvPr id="351" name="Freeform 350">
              <a:extLst>
                <a:ext uri="{FF2B5EF4-FFF2-40B4-BE49-F238E27FC236}">
                  <a16:creationId xmlns:a16="http://schemas.microsoft.com/office/drawing/2014/main" id="{29570479-0D3A-DD40-AC69-6246D2D0E3AE}"/>
                </a:ext>
              </a:extLst>
            </p:cNvPr>
            <p:cNvSpPr/>
            <p:nvPr/>
          </p:nvSpPr>
          <p:spPr>
            <a:xfrm>
              <a:off x="8740877" y="247036"/>
              <a:ext cx="924232" cy="2428567"/>
            </a:xfrm>
            <a:custGeom>
              <a:avLst/>
              <a:gdLst>
                <a:gd name="connsiteX0" fmla="*/ 9833 w 786581"/>
                <a:gd name="connsiteY0" fmla="*/ 501445 h 2458064"/>
                <a:gd name="connsiteX1" fmla="*/ 747252 w 786581"/>
                <a:gd name="connsiteY1" fmla="*/ 0 h 2458064"/>
                <a:gd name="connsiteX2" fmla="*/ 786581 w 786581"/>
                <a:gd name="connsiteY2" fmla="*/ 2458064 h 2458064"/>
                <a:gd name="connsiteX3" fmla="*/ 0 w 786581"/>
                <a:gd name="connsiteY3" fmla="*/ 668593 h 2458064"/>
                <a:gd name="connsiteX4" fmla="*/ 9833 w 786581"/>
                <a:gd name="connsiteY4" fmla="*/ 501445 h 2458064"/>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1 w 1170039"/>
                <a:gd name="connsiteY0" fmla="*/ 1809135 h 2428567"/>
                <a:gd name="connsiteX1" fmla="*/ 1160207 w 1170039"/>
                <a:gd name="connsiteY1" fmla="*/ 0 h 2428567"/>
                <a:gd name="connsiteX2" fmla="*/ 1170039 w 1170039"/>
                <a:gd name="connsiteY2" fmla="*/ 2428567 h 2428567"/>
                <a:gd name="connsiteX3" fmla="*/ 0 w 1170039"/>
                <a:gd name="connsiteY3" fmla="*/ 1946786 h 2428567"/>
                <a:gd name="connsiteX4" fmla="*/ 1 w 1170039"/>
                <a:gd name="connsiteY4" fmla="*/ 1809135 h 2428567"/>
                <a:gd name="connsiteX0" fmla="*/ 1 w 1170039"/>
                <a:gd name="connsiteY0" fmla="*/ 1809135 h 2428567"/>
                <a:gd name="connsiteX1" fmla="*/ 1160207 w 1170039"/>
                <a:gd name="connsiteY1" fmla="*/ 0 h 2428567"/>
                <a:gd name="connsiteX2" fmla="*/ 1170039 w 1170039"/>
                <a:gd name="connsiteY2" fmla="*/ 2428567 h 2428567"/>
                <a:gd name="connsiteX3" fmla="*/ 0 w 1170039"/>
                <a:gd name="connsiteY3" fmla="*/ 1946786 h 2428567"/>
                <a:gd name="connsiteX4" fmla="*/ 1 w 1170039"/>
                <a:gd name="connsiteY4" fmla="*/ 1809135 h 2428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039" h="2428567">
                  <a:moveTo>
                    <a:pt x="1" y="1809135"/>
                  </a:moveTo>
                  <a:cubicBezTo>
                    <a:pt x="353962" y="1681316"/>
                    <a:pt x="875071" y="865238"/>
                    <a:pt x="1160207" y="0"/>
                  </a:cubicBezTo>
                  <a:cubicBezTo>
                    <a:pt x="1163484" y="809522"/>
                    <a:pt x="1166762" y="1619045"/>
                    <a:pt x="1170039" y="2428567"/>
                  </a:cubicBezTo>
                  <a:cubicBezTo>
                    <a:pt x="819356" y="2058219"/>
                    <a:pt x="714478" y="2090992"/>
                    <a:pt x="0" y="1946786"/>
                  </a:cubicBezTo>
                  <a:cubicBezTo>
                    <a:pt x="0" y="1900902"/>
                    <a:pt x="1" y="1855019"/>
                    <a:pt x="1" y="1809135"/>
                  </a:cubicBez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52" name="Group 351">
              <a:extLst>
                <a:ext uri="{FF2B5EF4-FFF2-40B4-BE49-F238E27FC236}">
                  <a16:creationId xmlns:a16="http://schemas.microsoft.com/office/drawing/2014/main" id="{C0DD3948-CF89-1B4A-9C82-0AB37CAEB9E9}"/>
                </a:ext>
              </a:extLst>
            </p:cNvPr>
            <p:cNvGrpSpPr/>
            <p:nvPr/>
          </p:nvGrpSpPr>
          <p:grpSpPr>
            <a:xfrm>
              <a:off x="9636528" y="219997"/>
              <a:ext cx="1149458" cy="2667397"/>
              <a:chOff x="9764348" y="1447800"/>
              <a:chExt cx="1149458" cy="2667397"/>
            </a:xfrm>
          </p:grpSpPr>
          <p:sp>
            <p:nvSpPr>
              <p:cNvPr id="353" name="Rectangle 352">
                <a:extLst>
                  <a:ext uri="{FF2B5EF4-FFF2-40B4-BE49-F238E27FC236}">
                    <a16:creationId xmlns:a16="http://schemas.microsoft.com/office/drawing/2014/main" id="{437B9C08-3BDF-8F4F-A9C0-02990BD722CE}"/>
                  </a:ext>
                </a:extLst>
              </p:cNvPr>
              <p:cNvSpPr/>
              <p:nvPr/>
            </p:nvSpPr>
            <p:spPr>
              <a:xfrm>
                <a:off x="9783097" y="1447800"/>
                <a:ext cx="1130709" cy="24261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54" name="Group 353">
                <a:extLst>
                  <a:ext uri="{FF2B5EF4-FFF2-40B4-BE49-F238E27FC236}">
                    <a16:creationId xmlns:a16="http://schemas.microsoft.com/office/drawing/2014/main" id="{E7008705-C479-2D4C-9959-510B7A9B8EE6}"/>
                  </a:ext>
                </a:extLst>
              </p:cNvPr>
              <p:cNvGrpSpPr/>
              <p:nvPr/>
            </p:nvGrpSpPr>
            <p:grpSpPr>
              <a:xfrm>
                <a:off x="9764348" y="1447800"/>
                <a:ext cx="1130291" cy="2667397"/>
                <a:chOff x="9472119" y="702026"/>
                <a:chExt cx="1130291" cy="2667397"/>
              </a:xfrm>
            </p:grpSpPr>
            <p:sp>
              <p:nvSpPr>
                <p:cNvPr id="355" name="Rectangle 354">
                  <a:extLst>
                    <a:ext uri="{FF2B5EF4-FFF2-40B4-BE49-F238E27FC236}">
                      <a16:creationId xmlns:a16="http://schemas.microsoft.com/office/drawing/2014/main" id="{085258CE-30FC-464C-A0FC-0D9E6D9AB747}"/>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81" name="TextBox 380">
                  <a:extLst>
                    <a:ext uri="{FF2B5EF4-FFF2-40B4-BE49-F238E27FC236}">
                      <a16:creationId xmlns:a16="http://schemas.microsoft.com/office/drawing/2014/main" id="{B9BA6274-E0A0-3948-A5DB-55B7676924DC}"/>
                    </a:ext>
                  </a:extLst>
                </p:cNvPr>
                <p:cNvSpPr txBox="1"/>
                <p:nvPr/>
              </p:nvSpPr>
              <p:spPr>
                <a:xfrm>
                  <a:off x="9472119" y="702026"/>
                  <a:ext cx="1088020" cy="2667397"/>
                </a:xfrm>
                <a:prstGeom prst="rect">
                  <a:avLst/>
                </a:prstGeom>
                <a:noFill/>
              </p:spPr>
              <p:txBody>
                <a:bodyPr wrap="square" rtlCol="0">
                  <a:spAutoFit/>
                </a:bodyPr>
                <a:lstStyle/>
                <a:p>
                  <a:pPr algn="ctr">
                    <a:spcAft>
                      <a:spcPts val="400"/>
                    </a:spcAft>
                  </a:pPr>
                  <a:r>
                    <a:rPr lang="en-US" sz="2000" dirty="0">
                      <a:solidFill>
                        <a:prstClr val="white"/>
                      </a:solidFill>
                    </a:rPr>
                    <a:t>DV in c:</a:t>
                  </a: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(a) =</a:t>
                  </a:r>
                  <a:r>
                    <a:rPr lang="en-US" sz="1600" dirty="0">
                      <a:solidFill>
                        <a:prstClr val="black"/>
                      </a:solidFill>
                      <a:cs typeface="Arial" charset="0"/>
                    </a:rPr>
                    <a:t> ∞</a:t>
                  </a: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(b) =</a:t>
                  </a:r>
                  <a:r>
                    <a:rPr lang="en-US" sz="1600" dirty="0">
                      <a:solidFill>
                        <a:prstClr val="black"/>
                      </a:solidFill>
                      <a:cs typeface="Arial" charset="0"/>
                    </a:rPr>
                    <a:t> 1</a:t>
                  </a:r>
                </a:p>
                <a:p>
                  <a:pPr marL="114300" lvl="1"/>
                  <a:r>
                    <a:rPr lang="en-US" sz="1600" dirty="0">
                      <a:solidFill>
                        <a:prstClr val="black"/>
                      </a:solidFill>
                      <a:cs typeface="Arial" charset="0"/>
                    </a:rPr>
                    <a:t>D</a:t>
                  </a:r>
                  <a:r>
                    <a:rPr lang="en-US" sz="1600" baseline="-25000" dirty="0">
                      <a:solidFill>
                        <a:prstClr val="black"/>
                      </a:solidFill>
                      <a:cs typeface="Arial" charset="0"/>
                    </a:rPr>
                    <a:t>c</a:t>
                  </a:r>
                  <a:r>
                    <a:rPr lang="en-US" sz="1600" dirty="0">
                      <a:solidFill>
                        <a:prstClr val="black"/>
                      </a:solidFill>
                      <a:cs typeface="Arial" charset="0"/>
                    </a:rPr>
                    <a:t>(c) = 0</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(d)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(e)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(f)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(g)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(h) =</a:t>
                  </a:r>
                  <a:r>
                    <a:rPr lang="en-US" sz="1600" dirty="0">
                      <a:solidFill>
                        <a:prstClr val="black"/>
                      </a:solidFill>
                      <a:cs typeface="Arial" charset="0"/>
                    </a:rPr>
                    <a:t> ∞</a:t>
                  </a:r>
                  <a:endParaRPr lang="en-US" sz="1600" dirty="0">
                    <a:solidFill>
                      <a:prstClr val="black"/>
                    </a:solidFill>
                  </a:endParaRPr>
                </a:p>
                <a:p>
                  <a:pPr marL="114300"/>
                  <a:r>
                    <a:rPr lang="en-US" sz="1600" dirty="0">
                      <a:solidFill>
                        <a:prstClr val="black"/>
                      </a:solidFill>
                    </a:rPr>
                    <a:t>D</a:t>
                  </a:r>
                  <a:r>
                    <a:rPr lang="en-US" sz="1600" baseline="-25000" dirty="0">
                      <a:solidFill>
                        <a:prstClr val="black"/>
                      </a:solidFill>
                    </a:rPr>
                    <a:t>c</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cxnSp>
              <p:nvCxnSpPr>
                <p:cNvPr id="382" name="Straight Connector 381">
                  <a:extLst>
                    <a:ext uri="{FF2B5EF4-FFF2-40B4-BE49-F238E27FC236}">
                      <a16:creationId xmlns:a16="http://schemas.microsoft.com/office/drawing/2014/main" id="{AFF98828-2852-754C-BEFC-C6380D94C068}"/>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83" name="Rectangle 382">
                  <a:extLst>
                    <a:ext uri="{FF2B5EF4-FFF2-40B4-BE49-F238E27FC236}">
                      <a16:creationId xmlns:a16="http://schemas.microsoft.com/office/drawing/2014/main" id="{999BD57D-FB10-9E43-BD0A-D8BC2F0EB294}"/>
                    </a:ext>
                  </a:extLst>
                </p:cNvPr>
                <p:cNvSpPr/>
                <p:nvPr/>
              </p:nvSpPr>
              <p:spPr>
                <a:xfrm>
                  <a:off x="9479666" y="706055"/>
                  <a:ext cx="1122744" cy="262077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grpSp>
      <p:grpSp>
        <p:nvGrpSpPr>
          <p:cNvPr id="384" name="Group 383">
            <a:extLst>
              <a:ext uri="{FF2B5EF4-FFF2-40B4-BE49-F238E27FC236}">
                <a16:creationId xmlns:a16="http://schemas.microsoft.com/office/drawing/2014/main" id="{FB03A273-627E-574B-BDC0-F4AE140B7CE4}"/>
              </a:ext>
            </a:extLst>
          </p:cNvPr>
          <p:cNvGrpSpPr/>
          <p:nvPr/>
        </p:nvGrpSpPr>
        <p:grpSpPr>
          <a:xfrm>
            <a:off x="9654637" y="3018176"/>
            <a:ext cx="1131350" cy="2675039"/>
            <a:chOff x="9762792" y="4031226"/>
            <a:chExt cx="1131350" cy="2675039"/>
          </a:xfrm>
        </p:grpSpPr>
        <p:sp>
          <p:nvSpPr>
            <p:cNvPr id="385" name="Rectangle 384">
              <a:extLst>
                <a:ext uri="{FF2B5EF4-FFF2-40B4-BE49-F238E27FC236}">
                  <a16:creationId xmlns:a16="http://schemas.microsoft.com/office/drawing/2014/main" id="{98C9FAD2-B0B7-5F4B-8DEA-95D7BB126D5B}"/>
                </a:ext>
              </a:extLst>
            </p:cNvPr>
            <p:cNvSpPr/>
            <p:nvPr/>
          </p:nvSpPr>
          <p:spPr>
            <a:xfrm>
              <a:off x="9792929" y="4031226"/>
              <a:ext cx="1101213" cy="238923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86" name="Group 385">
              <a:extLst>
                <a:ext uri="{FF2B5EF4-FFF2-40B4-BE49-F238E27FC236}">
                  <a16:creationId xmlns:a16="http://schemas.microsoft.com/office/drawing/2014/main" id="{86276953-83B5-3D47-A4D9-B87794FE4688}"/>
                </a:ext>
              </a:extLst>
            </p:cNvPr>
            <p:cNvGrpSpPr/>
            <p:nvPr/>
          </p:nvGrpSpPr>
          <p:grpSpPr>
            <a:xfrm>
              <a:off x="9762792" y="4038868"/>
              <a:ext cx="1130292" cy="2667397"/>
              <a:chOff x="9472118" y="702026"/>
              <a:chExt cx="1130292" cy="2667397"/>
            </a:xfrm>
          </p:grpSpPr>
          <p:sp>
            <p:nvSpPr>
              <p:cNvPr id="387" name="Rectangle 386">
                <a:extLst>
                  <a:ext uri="{FF2B5EF4-FFF2-40B4-BE49-F238E27FC236}">
                    <a16:creationId xmlns:a16="http://schemas.microsoft.com/office/drawing/2014/main" id="{26F330CB-993E-B144-B52B-1CE527DC352D}"/>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88" name="TextBox 387">
                <a:extLst>
                  <a:ext uri="{FF2B5EF4-FFF2-40B4-BE49-F238E27FC236}">
                    <a16:creationId xmlns:a16="http://schemas.microsoft.com/office/drawing/2014/main" id="{61BA57FB-5FEA-284A-9CDD-7BA22D224965}"/>
                  </a:ext>
                </a:extLst>
              </p:cNvPr>
              <p:cNvSpPr txBox="1"/>
              <p:nvPr/>
            </p:nvSpPr>
            <p:spPr>
              <a:xfrm>
                <a:off x="9472118" y="702026"/>
                <a:ext cx="1117197" cy="2667397"/>
              </a:xfrm>
              <a:prstGeom prst="rect">
                <a:avLst/>
              </a:prstGeom>
              <a:noFill/>
            </p:spPr>
            <p:txBody>
              <a:bodyPr wrap="square" rtlCol="0">
                <a:spAutoFit/>
              </a:bodyPr>
              <a:lstStyle/>
              <a:p>
                <a:pPr algn="ctr">
                  <a:spcAft>
                    <a:spcPts val="400"/>
                  </a:spcAft>
                </a:pPr>
                <a:r>
                  <a:rPr lang="en-US" sz="2000" dirty="0">
                    <a:solidFill>
                      <a:prstClr val="white"/>
                    </a:solidFill>
                  </a:rPr>
                  <a:t>DV in e:</a:t>
                </a: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(a) =</a:t>
                </a:r>
                <a:r>
                  <a:rPr lang="en-US" sz="1600" dirty="0">
                    <a:solidFill>
                      <a:prstClr val="black"/>
                    </a:solidFill>
                    <a:cs typeface="Arial" charset="0"/>
                  </a:rPr>
                  <a:t> ∞</a:t>
                </a: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(b) =</a:t>
                </a:r>
                <a:r>
                  <a:rPr lang="en-US" sz="1600" dirty="0">
                    <a:solidFill>
                      <a:prstClr val="black"/>
                    </a:solidFill>
                    <a:cs typeface="Arial" charset="0"/>
                  </a:rPr>
                  <a:t> 1</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(c)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(d) =</a:t>
                </a:r>
                <a:r>
                  <a:rPr lang="en-US" sz="1600" dirty="0">
                    <a:solidFill>
                      <a:prstClr val="black"/>
                    </a:solidFill>
                    <a:cs typeface="Arial" charset="0"/>
                  </a:rPr>
                  <a:t> 1</a:t>
                </a:r>
              </a:p>
              <a:p>
                <a:pPr marL="114300" lvl="1"/>
                <a:r>
                  <a:rPr lang="en-US" sz="1600" dirty="0">
                    <a:solidFill>
                      <a:prstClr val="black"/>
                    </a:solidFill>
                    <a:cs typeface="Arial" charset="0"/>
                  </a:rPr>
                  <a:t>D</a:t>
                </a:r>
                <a:r>
                  <a:rPr lang="en-US" sz="1600" baseline="-25000" dirty="0">
                    <a:solidFill>
                      <a:prstClr val="black"/>
                    </a:solidFill>
                    <a:cs typeface="Arial" charset="0"/>
                  </a:rPr>
                  <a:t>e</a:t>
                </a:r>
                <a:r>
                  <a:rPr lang="en-US" sz="1600" dirty="0">
                    <a:solidFill>
                      <a:prstClr val="black"/>
                    </a:solidFill>
                    <a:cs typeface="Arial" charset="0"/>
                  </a:rPr>
                  <a:t>(e) = 0</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(f) =</a:t>
                </a:r>
                <a:r>
                  <a:rPr lang="en-US" sz="1600" dirty="0">
                    <a:solidFill>
                      <a:prstClr val="black"/>
                    </a:solidFill>
                    <a:cs typeface="Arial" charset="0"/>
                  </a:rPr>
                  <a:t> 1</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(g)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(h) =</a:t>
                </a:r>
                <a:r>
                  <a:rPr lang="en-US" sz="1600" dirty="0">
                    <a:solidFill>
                      <a:prstClr val="black"/>
                    </a:solidFill>
                    <a:cs typeface="Arial" charset="0"/>
                  </a:rPr>
                  <a:t> 1</a:t>
                </a:r>
                <a:endParaRPr lang="en-US" sz="1600" dirty="0">
                  <a:solidFill>
                    <a:prstClr val="black"/>
                  </a:solidFill>
                </a:endParaRPr>
              </a:p>
              <a:p>
                <a:pPr marL="114300"/>
                <a:r>
                  <a:rPr lang="en-US" sz="1600" dirty="0">
                    <a:solidFill>
                      <a:prstClr val="black"/>
                    </a:solidFill>
                  </a:rPr>
                  <a:t>D</a:t>
                </a:r>
                <a:r>
                  <a:rPr lang="en-US" sz="1600" baseline="-25000" dirty="0">
                    <a:solidFill>
                      <a:prstClr val="black"/>
                    </a:solidFill>
                  </a:rPr>
                  <a:t>e</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cxnSp>
            <p:nvCxnSpPr>
              <p:cNvPr id="389" name="Straight Connector 388">
                <a:extLst>
                  <a:ext uri="{FF2B5EF4-FFF2-40B4-BE49-F238E27FC236}">
                    <a16:creationId xmlns:a16="http://schemas.microsoft.com/office/drawing/2014/main" id="{15485626-0681-5545-8700-8078D9D0CE37}"/>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90" name="Rectangle 389">
                <a:extLst>
                  <a:ext uri="{FF2B5EF4-FFF2-40B4-BE49-F238E27FC236}">
                    <a16:creationId xmlns:a16="http://schemas.microsoft.com/office/drawing/2014/main" id="{F3B40FD9-7D9E-B44D-9695-EAE9651C456A}"/>
                  </a:ext>
                </a:extLst>
              </p:cNvPr>
              <p:cNvSpPr/>
              <p:nvPr/>
            </p:nvSpPr>
            <p:spPr>
              <a:xfrm>
                <a:off x="9479666" y="706055"/>
                <a:ext cx="1122744" cy="261911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sp>
        <p:nvSpPr>
          <p:cNvPr id="5" name="Slide Number Placeholder 4">
            <a:extLst>
              <a:ext uri="{FF2B5EF4-FFF2-40B4-BE49-F238E27FC236}">
                <a16:creationId xmlns:a16="http://schemas.microsoft.com/office/drawing/2014/main" id="{98E05715-B0AC-CF47-B242-18018B71339C}"/>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61</a:t>
            </a:fld>
            <a:endParaRPr lang="en-US" dirty="0">
              <a:solidFill>
                <a:prstClr val="white">
                  <a:lumMod val="50000"/>
                </a:prstClr>
              </a:solidFill>
            </a:endParaRPr>
          </a:p>
        </p:txBody>
      </p:sp>
      <p:cxnSp>
        <p:nvCxnSpPr>
          <p:cNvPr id="82" name="Straight Connector 81">
            <a:extLst>
              <a:ext uri="{FF2B5EF4-FFF2-40B4-BE49-F238E27FC236}">
                <a16:creationId xmlns:a16="http://schemas.microsoft.com/office/drawing/2014/main" id="{374B35E8-95B6-B946-8240-59B747B607B3}"/>
              </a:ext>
            </a:extLst>
          </p:cNvPr>
          <p:cNvCxnSpPr>
            <a:cxnSpLocks/>
            <a:stCxn id="76" idx="2"/>
            <a:endCxn id="76" idx="0"/>
          </p:cNvCxnSpPr>
          <p:nvPr/>
        </p:nvCxnSpPr>
        <p:spPr>
          <a:xfrm flipV="1">
            <a:off x="6530326" y="2129120"/>
            <a:ext cx="0" cy="38631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DE34EA38-AB93-704A-ACF2-764D62663226}"/>
              </a:ext>
            </a:extLst>
          </p:cNvPr>
          <p:cNvCxnSpPr>
            <a:cxnSpLocks/>
            <a:stCxn id="76" idx="1"/>
            <a:endCxn id="76" idx="3"/>
          </p:cNvCxnSpPr>
          <p:nvPr/>
        </p:nvCxnSpPr>
        <p:spPr>
          <a:xfrm>
            <a:off x="4598770" y="4060675"/>
            <a:ext cx="386311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Rectangle 75">
            <a:extLst>
              <a:ext uri="{FF2B5EF4-FFF2-40B4-BE49-F238E27FC236}">
                <a16:creationId xmlns:a16="http://schemas.microsoft.com/office/drawing/2014/main" id="{A169888C-5E10-3E40-BC1D-A5D0DB850712}"/>
              </a:ext>
            </a:extLst>
          </p:cNvPr>
          <p:cNvSpPr/>
          <p:nvPr/>
        </p:nvSpPr>
        <p:spPr>
          <a:xfrm>
            <a:off x="4598770" y="2129120"/>
            <a:ext cx="3863111" cy="3863111"/>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sp>
        <p:nvSpPr>
          <p:cNvPr id="150" name="Rectangle 149">
            <a:extLst>
              <a:ext uri="{FF2B5EF4-FFF2-40B4-BE49-F238E27FC236}">
                <a16:creationId xmlns:a16="http://schemas.microsoft.com/office/drawing/2014/main" id="{CB39BACF-E4D1-6641-8B8C-0274EDEFA113}"/>
              </a:ext>
            </a:extLst>
          </p:cNvPr>
          <p:cNvSpPr/>
          <p:nvPr/>
        </p:nvSpPr>
        <p:spPr>
          <a:xfrm>
            <a:off x="8380337" y="2200470"/>
            <a:ext cx="132508" cy="185510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grpSp>
        <p:nvGrpSpPr>
          <p:cNvPr id="1034" name="Group 1033">
            <a:extLst>
              <a:ext uri="{FF2B5EF4-FFF2-40B4-BE49-F238E27FC236}">
                <a16:creationId xmlns:a16="http://schemas.microsoft.com/office/drawing/2014/main" id="{B4BFA757-E5EA-9A42-8A16-AA2091E708C8}"/>
              </a:ext>
            </a:extLst>
          </p:cNvPr>
          <p:cNvGrpSpPr/>
          <p:nvPr/>
        </p:nvGrpSpPr>
        <p:grpSpPr>
          <a:xfrm>
            <a:off x="4333785" y="5772213"/>
            <a:ext cx="4395351" cy="404576"/>
            <a:chOff x="4333785" y="5772213"/>
            <a:chExt cx="4395351" cy="404576"/>
          </a:xfrm>
        </p:grpSpPr>
        <p:grpSp>
          <p:nvGrpSpPr>
            <p:cNvPr id="184" name="Group 183">
              <a:extLst>
                <a:ext uri="{FF2B5EF4-FFF2-40B4-BE49-F238E27FC236}">
                  <a16:creationId xmlns:a16="http://schemas.microsoft.com/office/drawing/2014/main" id="{600795BD-C1B6-1748-B28A-001A8505BE86}"/>
                </a:ext>
              </a:extLst>
            </p:cNvPr>
            <p:cNvGrpSpPr/>
            <p:nvPr/>
          </p:nvGrpSpPr>
          <p:grpSpPr>
            <a:xfrm>
              <a:off x="4333785" y="5772213"/>
              <a:ext cx="531821" cy="369069"/>
              <a:chOff x="1348328" y="2475647"/>
              <a:chExt cx="603916" cy="419100"/>
            </a:xfrm>
          </p:grpSpPr>
          <p:grpSp>
            <p:nvGrpSpPr>
              <p:cNvPr id="205" name="Group 204">
                <a:extLst>
                  <a:ext uri="{FF2B5EF4-FFF2-40B4-BE49-F238E27FC236}">
                    <a16:creationId xmlns:a16="http://schemas.microsoft.com/office/drawing/2014/main" id="{CE81AFB3-2346-434C-A463-93F9C295562A}"/>
                  </a:ext>
                </a:extLst>
              </p:cNvPr>
              <p:cNvGrpSpPr/>
              <p:nvPr/>
            </p:nvGrpSpPr>
            <p:grpSpPr>
              <a:xfrm>
                <a:off x="1348328" y="2555748"/>
                <a:ext cx="603916" cy="308999"/>
                <a:chOff x="5278570" y="2983486"/>
                <a:chExt cx="501650" cy="233363"/>
              </a:xfrm>
            </p:grpSpPr>
            <p:sp>
              <p:nvSpPr>
                <p:cNvPr id="209" name="Oval 5">
                  <a:extLst>
                    <a:ext uri="{FF2B5EF4-FFF2-40B4-BE49-F238E27FC236}">
                      <a16:creationId xmlns:a16="http://schemas.microsoft.com/office/drawing/2014/main" id="{7918ED2E-E380-6C4E-86AA-0BF9D7614418}"/>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0" name="Line 6">
                  <a:extLst>
                    <a:ext uri="{FF2B5EF4-FFF2-40B4-BE49-F238E27FC236}">
                      <a16:creationId xmlns:a16="http://schemas.microsoft.com/office/drawing/2014/main" id="{45F96407-8127-654C-9C52-5B6269075623}"/>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1" name="Line 7">
                  <a:extLst>
                    <a:ext uri="{FF2B5EF4-FFF2-40B4-BE49-F238E27FC236}">
                      <a16:creationId xmlns:a16="http://schemas.microsoft.com/office/drawing/2014/main" id="{F1C01DA2-272A-CD4F-87F1-779C30F35559}"/>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2" name="Rectangle 8">
                  <a:extLst>
                    <a:ext uri="{FF2B5EF4-FFF2-40B4-BE49-F238E27FC236}">
                      <a16:creationId xmlns:a16="http://schemas.microsoft.com/office/drawing/2014/main" id="{7969C970-9697-A847-B375-82D629934D59}"/>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13" name="Oval 9">
                  <a:extLst>
                    <a:ext uri="{FF2B5EF4-FFF2-40B4-BE49-F238E27FC236}">
                      <a16:creationId xmlns:a16="http://schemas.microsoft.com/office/drawing/2014/main" id="{F8D02D26-0EA1-FD40-AD1F-E4E8635F47CA}"/>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06" name="Group 44">
                <a:extLst>
                  <a:ext uri="{FF2B5EF4-FFF2-40B4-BE49-F238E27FC236}">
                    <a16:creationId xmlns:a16="http://schemas.microsoft.com/office/drawing/2014/main" id="{02C0B744-445A-A04E-812A-2D60476C1521}"/>
                  </a:ext>
                </a:extLst>
              </p:cNvPr>
              <p:cNvGrpSpPr>
                <a:grpSpLocks/>
              </p:cNvGrpSpPr>
              <p:nvPr/>
            </p:nvGrpSpPr>
            <p:grpSpPr bwMode="auto">
              <a:xfrm>
                <a:off x="1456374" y="2475647"/>
                <a:ext cx="355165" cy="419100"/>
                <a:chOff x="2944" y="2405"/>
                <a:chExt cx="227" cy="264"/>
              </a:xfrm>
            </p:grpSpPr>
            <p:sp>
              <p:nvSpPr>
                <p:cNvPr id="207" name="Rectangle 45">
                  <a:extLst>
                    <a:ext uri="{FF2B5EF4-FFF2-40B4-BE49-F238E27FC236}">
                      <a16:creationId xmlns:a16="http://schemas.microsoft.com/office/drawing/2014/main" id="{83E6E4B2-940F-B749-91D8-19B033341D50}"/>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8" name="Text Box 46">
                  <a:extLst>
                    <a:ext uri="{FF2B5EF4-FFF2-40B4-BE49-F238E27FC236}">
                      <a16:creationId xmlns:a16="http://schemas.microsoft.com/office/drawing/2014/main" id="{16D546E0-A23E-174D-8F0D-BFB691AF1D6C}"/>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g</a:t>
                  </a:r>
                  <a:endParaRPr lang="en-US" sz="2000" kern="0" dirty="0">
                    <a:solidFill>
                      <a:srgbClr val="000000"/>
                    </a:solidFill>
                  </a:endParaRPr>
                </a:p>
              </p:txBody>
            </p:sp>
          </p:grpSp>
        </p:grpSp>
        <p:grpSp>
          <p:nvGrpSpPr>
            <p:cNvPr id="185" name="Group 184">
              <a:extLst>
                <a:ext uri="{FF2B5EF4-FFF2-40B4-BE49-F238E27FC236}">
                  <a16:creationId xmlns:a16="http://schemas.microsoft.com/office/drawing/2014/main" id="{34A0F8A7-FCD0-9A45-80B9-24CC78B561FE}"/>
                </a:ext>
              </a:extLst>
            </p:cNvPr>
            <p:cNvGrpSpPr/>
            <p:nvPr/>
          </p:nvGrpSpPr>
          <p:grpSpPr>
            <a:xfrm>
              <a:off x="6263949" y="5807720"/>
              <a:ext cx="531821" cy="369069"/>
              <a:chOff x="1348328" y="2507397"/>
              <a:chExt cx="603916" cy="419100"/>
            </a:xfrm>
          </p:grpSpPr>
          <p:grpSp>
            <p:nvGrpSpPr>
              <p:cNvPr id="196" name="Group 195">
                <a:extLst>
                  <a:ext uri="{FF2B5EF4-FFF2-40B4-BE49-F238E27FC236}">
                    <a16:creationId xmlns:a16="http://schemas.microsoft.com/office/drawing/2014/main" id="{18AECA76-7F06-F84A-928B-C13839D9F43F}"/>
                  </a:ext>
                </a:extLst>
              </p:cNvPr>
              <p:cNvGrpSpPr/>
              <p:nvPr/>
            </p:nvGrpSpPr>
            <p:grpSpPr>
              <a:xfrm>
                <a:off x="1348328" y="2555748"/>
                <a:ext cx="603916" cy="308999"/>
                <a:chOff x="5278570" y="2983486"/>
                <a:chExt cx="501650" cy="233363"/>
              </a:xfrm>
            </p:grpSpPr>
            <p:sp>
              <p:nvSpPr>
                <p:cNvPr id="200" name="Oval 5">
                  <a:extLst>
                    <a:ext uri="{FF2B5EF4-FFF2-40B4-BE49-F238E27FC236}">
                      <a16:creationId xmlns:a16="http://schemas.microsoft.com/office/drawing/2014/main" id="{04917013-CC10-D043-8A71-34F24813049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1" name="Line 6">
                  <a:extLst>
                    <a:ext uri="{FF2B5EF4-FFF2-40B4-BE49-F238E27FC236}">
                      <a16:creationId xmlns:a16="http://schemas.microsoft.com/office/drawing/2014/main" id="{7E7DEF49-D295-8547-9FE7-8CBB42CEB81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2" name="Line 7">
                  <a:extLst>
                    <a:ext uri="{FF2B5EF4-FFF2-40B4-BE49-F238E27FC236}">
                      <a16:creationId xmlns:a16="http://schemas.microsoft.com/office/drawing/2014/main" id="{5633B25D-6786-5A4A-A44E-E4A1EE3575B2}"/>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3" name="Rectangle 8">
                  <a:extLst>
                    <a:ext uri="{FF2B5EF4-FFF2-40B4-BE49-F238E27FC236}">
                      <a16:creationId xmlns:a16="http://schemas.microsoft.com/office/drawing/2014/main" id="{968E012E-E513-8340-9324-11A79B223E28}"/>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04" name="Oval 9">
                  <a:extLst>
                    <a:ext uri="{FF2B5EF4-FFF2-40B4-BE49-F238E27FC236}">
                      <a16:creationId xmlns:a16="http://schemas.microsoft.com/office/drawing/2014/main" id="{7AFB2A7E-90B7-454F-BABB-E2A39AC7C95C}"/>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97" name="Group 44">
                <a:extLst>
                  <a:ext uri="{FF2B5EF4-FFF2-40B4-BE49-F238E27FC236}">
                    <a16:creationId xmlns:a16="http://schemas.microsoft.com/office/drawing/2014/main" id="{5567606D-D82D-2A4D-A3C8-A7D0703B3CC5}"/>
                  </a:ext>
                </a:extLst>
              </p:cNvPr>
              <p:cNvGrpSpPr>
                <a:grpSpLocks/>
              </p:cNvGrpSpPr>
              <p:nvPr/>
            </p:nvGrpSpPr>
            <p:grpSpPr bwMode="auto">
              <a:xfrm>
                <a:off x="1456374" y="2507397"/>
                <a:ext cx="355165" cy="419100"/>
                <a:chOff x="2944" y="2425"/>
                <a:chExt cx="227" cy="264"/>
              </a:xfrm>
            </p:grpSpPr>
            <p:sp>
              <p:nvSpPr>
                <p:cNvPr id="198" name="Rectangle 45">
                  <a:extLst>
                    <a:ext uri="{FF2B5EF4-FFF2-40B4-BE49-F238E27FC236}">
                      <a16:creationId xmlns:a16="http://schemas.microsoft.com/office/drawing/2014/main" id="{39206D20-AD6D-3242-8865-2C6680CB410C}"/>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9" name="Text Box 46">
                  <a:extLst>
                    <a:ext uri="{FF2B5EF4-FFF2-40B4-BE49-F238E27FC236}">
                      <a16:creationId xmlns:a16="http://schemas.microsoft.com/office/drawing/2014/main" id="{E3BB3556-A335-984F-978A-FECE515B6702}"/>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h</a:t>
                  </a:r>
                  <a:endParaRPr lang="en-US" sz="2000" kern="0" dirty="0">
                    <a:solidFill>
                      <a:srgbClr val="000000"/>
                    </a:solidFill>
                  </a:endParaRPr>
                </a:p>
              </p:txBody>
            </p:sp>
          </p:grpSp>
        </p:grpSp>
        <p:grpSp>
          <p:nvGrpSpPr>
            <p:cNvPr id="186" name="Group 185">
              <a:extLst>
                <a:ext uri="{FF2B5EF4-FFF2-40B4-BE49-F238E27FC236}">
                  <a16:creationId xmlns:a16="http://schemas.microsoft.com/office/drawing/2014/main" id="{3B620D34-7BA8-EF49-AC1C-93F5BBC84AEC}"/>
                </a:ext>
              </a:extLst>
            </p:cNvPr>
            <p:cNvGrpSpPr/>
            <p:nvPr/>
          </p:nvGrpSpPr>
          <p:grpSpPr>
            <a:xfrm>
              <a:off x="8197315" y="5805271"/>
              <a:ext cx="531821" cy="369069"/>
              <a:chOff x="1348328" y="2507397"/>
              <a:chExt cx="603916" cy="419100"/>
            </a:xfrm>
          </p:grpSpPr>
          <p:grpSp>
            <p:nvGrpSpPr>
              <p:cNvPr id="187" name="Group 186">
                <a:extLst>
                  <a:ext uri="{FF2B5EF4-FFF2-40B4-BE49-F238E27FC236}">
                    <a16:creationId xmlns:a16="http://schemas.microsoft.com/office/drawing/2014/main" id="{A6C2F80D-43A1-5746-B518-C0C4F1A20ACD}"/>
                  </a:ext>
                </a:extLst>
              </p:cNvPr>
              <p:cNvGrpSpPr/>
              <p:nvPr/>
            </p:nvGrpSpPr>
            <p:grpSpPr>
              <a:xfrm>
                <a:off x="1348328" y="2555748"/>
                <a:ext cx="603916" cy="308999"/>
                <a:chOff x="5278570" y="2983486"/>
                <a:chExt cx="501650" cy="233363"/>
              </a:xfrm>
            </p:grpSpPr>
            <p:sp>
              <p:nvSpPr>
                <p:cNvPr id="191" name="Oval 5">
                  <a:extLst>
                    <a:ext uri="{FF2B5EF4-FFF2-40B4-BE49-F238E27FC236}">
                      <a16:creationId xmlns:a16="http://schemas.microsoft.com/office/drawing/2014/main" id="{442E1AFF-BC2C-C849-85D1-13E42B701CE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2" name="Line 6">
                  <a:extLst>
                    <a:ext uri="{FF2B5EF4-FFF2-40B4-BE49-F238E27FC236}">
                      <a16:creationId xmlns:a16="http://schemas.microsoft.com/office/drawing/2014/main" id="{C2994154-DB6D-E247-8511-C6FE8D9665F8}"/>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3" name="Line 7">
                  <a:extLst>
                    <a:ext uri="{FF2B5EF4-FFF2-40B4-BE49-F238E27FC236}">
                      <a16:creationId xmlns:a16="http://schemas.microsoft.com/office/drawing/2014/main" id="{C730A3ED-5222-5348-831E-092DE7D6CEE3}"/>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4" name="Rectangle 8">
                  <a:extLst>
                    <a:ext uri="{FF2B5EF4-FFF2-40B4-BE49-F238E27FC236}">
                      <a16:creationId xmlns:a16="http://schemas.microsoft.com/office/drawing/2014/main" id="{BED424F7-1928-5F41-831D-417161F220B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195" name="Oval 9">
                  <a:extLst>
                    <a:ext uri="{FF2B5EF4-FFF2-40B4-BE49-F238E27FC236}">
                      <a16:creationId xmlns:a16="http://schemas.microsoft.com/office/drawing/2014/main" id="{76DDF5F9-ACB7-E642-ACEA-223EE2F5F418}"/>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88" name="Group 44">
                <a:extLst>
                  <a:ext uri="{FF2B5EF4-FFF2-40B4-BE49-F238E27FC236}">
                    <a16:creationId xmlns:a16="http://schemas.microsoft.com/office/drawing/2014/main" id="{495DC56F-8C0E-6549-849D-6D43F4F8BC0A}"/>
                  </a:ext>
                </a:extLst>
              </p:cNvPr>
              <p:cNvGrpSpPr>
                <a:grpSpLocks/>
              </p:cNvGrpSpPr>
              <p:nvPr/>
            </p:nvGrpSpPr>
            <p:grpSpPr bwMode="auto">
              <a:xfrm>
                <a:off x="1500196" y="2507397"/>
                <a:ext cx="267548" cy="419100"/>
                <a:chOff x="2972" y="2425"/>
                <a:chExt cx="171" cy="264"/>
              </a:xfrm>
            </p:grpSpPr>
            <p:sp>
              <p:nvSpPr>
                <p:cNvPr id="189" name="Rectangle 45">
                  <a:extLst>
                    <a:ext uri="{FF2B5EF4-FFF2-40B4-BE49-F238E27FC236}">
                      <a16:creationId xmlns:a16="http://schemas.microsoft.com/office/drawing/2014/main" id="{892DBBAB-E011-FD4A-BA7E-105CEF9075A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0" name="Text Box 46">
                  <a:extLst>
                    <a:ext uri="{FF2B5EF4-FFF2-40B4-BE49-F238E27FC236}">
                      <a16:creationId xmlns:a16="http://schemas.microsoft.com/office/drawing/2014/main" id="{173A4036-1DC3-BD4D-9E66-D9BC48C58BA0}"/>
                    </a:ext>
                  </a:extLst>
                </p:cNvPr>
                <p:cNvSpPr txBox="1">
                  <a:spLocks noChangeArrowheads="1"/>
                </p:cNvSpPr>
                <p:nvPr/>
              </p:nvSpPr>
              <p:spPr bwMode="auto">
                <a:xfrm>
                  <a:off x="2972" y="2425"/>
                  <a:ext cx="17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i</a:t>
                  </a:r>
                  <a:endParaRPr lang="en-US" sz="2000" kern="0" dirty="0">
                    <a:solidFill>
                      <a:srgbClr val="000000"/>
                    </a:solidFill>
                  </a:endParaRPr>
                </a:p>
              </p:txBody>
            </p:sp>
          </p:grpSp>
        </p:grpSp>
      </p:grpSp>
      <p:sp>
        <p:nvSpPr>
          <p:cNvPr id="215" name="TextBox 214">
            <a:extLst>
              <a:ext uri="{FF2B5EF4-FFF2-40B4-BE49-F238E27FC236}">
                <a16:creationId xmlns:a16="http://schemas.microsoft.com/office/drawing/2014/main" id="{74A89238-377F-A840-BB03-52D53CBBC3F3}"/>
              </a:ext>
            </a:extLst>
          </p:cNvPr>
          <p:cNvSpPr txBox="1"/>
          <p:nvPr/>
        </p:nvSpPr>
        <p:spPr>
          <a:xfrm>
            <a:off x="4305782" y="2870522"/>
            <a:ext cx="301686" cy="338554"/>
          </a:xfrm>
          <a:prstGeom prst="rect">
            <a:avLst/>
          </a:prstGeom>
          <a:noFill/>
        </p:spPr>
        <p:txBody>
          <a:bodyPr wrap="square" rtlCol="0">
            <a:spAutoFit/>
          </a:bodyPr>
          <a:lstStyle/>
          <a:p>
            <a:r>
              <a:rPr lang="en-US" sz="1600" dirty="0">
                <a:solidFill>
                  <a:prstClr val="black"/>
                </a:solidFill>
              </a:rPr>
              <a:t>1</a:t>
            </a:r>
          </a:p>
        </p:txBody>
      </p:sp>
      <p:sp>
        <p:nvSpPr>
          <p:cNvPr id="216" name="TextBox 215">
            <a:extLst>
              <a:ext uri="{FF2B5EF4-FFF2-40B4-BE49-F238E27FC236}">
                <a16:creationId xmlns:a16="http://schemas.microsoft.com/office/drawing/2014/main" id="{3D3F7215-9DE8-0542-8CCA-A9CEDC8717E2}"/>
              </a:ext>
            </a:extLst>
          </p:cNvPr>
          <p:cNvSpPr txBox="1"/>
          <p:nvPr/>
        </p:nvSpPr>
        <p:spPr>
          <a:xfrm>
            <a:off x="6217534" y="2860877"/>
            <a:ext cx="288862" cy="338554"/>
          </a:xfrm>
          <a:prstGeom prst="rect">
            <a:avLst/>
          </a:prstGeom>
          <a:noFill/>
        </p:spPr>
        <p:txBody>
          <a:bodyPr wrap="none" rtlCol="0">
            <a:spAutoFit/>
          </a:bodyPr>
          <a:lstStyle/>
          <a:p>
            <a:r>
              <a:rPr lang="en-US" sz="1600" dirty="0">
                <a:solidFill>
                  <a:prstClr val="black"/>
                </a:solidFill>
              </a:rPr>
              <a:t>1</a:t>
            </a:r>
          </a:p>
        </p:txBody>
      </p:sp>
      <p:sp>
        <p:nvSpPr>
          <p:cNvPr id="217" name="TextBox 216">
            <a:extLst>
              <a:ext uri="{FF2B5EF4-FFF2-40B4-BE49-F238E27FC236}">
                <a16:creationId xmlns:a16="http://schemas.microsoft.com/office/drawing/2014/main" id="{FC342D48-14A2-BA4E-A191-060C4177F678}"/>
              </a:ext>
            </a:extLst>
          </p:cNvPr>
          <p:cNvSpPr txBox="1"/>
          <p:nvPr/>
        </p:nvSpPr>
        <p:spPr>
          <a:xfrm>
            <a:off x="3920218" y="4855966"/>
            <a:ext cx="301686" cy="338554"/>
          </a:xfrm>
          <a:prstGeom prst="rect">
            <a:avLst/>
          </a:prstGeom>
          <a:noFill/>
        </p:spPr>
        <p:txBody>
          <a:bodyPr wrap="square" rtlCol="0">
            <a:spAutoFit/>
          </a:bodyPr>
          <a:lstStyle/>
          <a:p>
            <a:r>
              <a:rPr lang="en-US" sz="1600" dirty="0">
                <a:solidFill>
                  <a:prstClr val="black"/>
                </a:solidFill>
              </a:rPr>
              <a:t>1</a:t>
            </a:r>
          </a:p>
        </p:txBody>
      </p:sp>
      <p:sp>
        <p:nvSpPr>
          <p:cNvPr id="218" name="TextBox 217">
            <a:extLst>
              <a:ext uri="{FF2B5EF4-FFF2-40B4-BE49-F238E27FC236}">
                <a16:creationId xmlns:a16="http://schemas.microsoft.com/office/drawing/2014/main" id="{C9336A94-9BC9-8F41-95A7-69E18360DF3D}"/>
              </a:ext>
            </a:extLst>
          </p:cNvPr>
          <p:cNvSpPr txBox="1"/>
          <p:nvPr/>
        </p:nvSpPr>
        <p:spPr>
          <a:xfrm>
            <a:off x="5855120" y="4857896"/>
            <a:ext cx="288862" cy="338554"/>
          </a:xfrm>
          <a:prstGeom prst="rect">
            <a:avLst/>
          </a:prstGeom>
          <a:noFill/>
        </p:spPr>
        <p:txBody>
          <a:bodyPr wrap="none" rtlCol="0">
            <a:spAutoFit/>
          </a:bodyPr>
          <a:lstStyle/>
          <a:p>
            <a:r>
              <a:rPr lang="en-US" sz="1600" dirty="0">
                <a:solidFill>
                  <a:prstClr val="black"/>
                </a:solidFill>
              </a:rPr>
              <a:t>1</a:t>
            </a:r>
          </a:p>
        </p:txBody>
      </p:sp>
      <p:sp>
        <p:nvSpPr>
          <p:cNvPr id="219" name="TextBox 218">
            <a:extLst>
              <a:ext uri="{FF2B5EF4-FFF2-40B4-BE49-F238E27FC236}">
                <a16:creationId xmlns:a16="http://schemas.microsoft.com/office/drawing/2014/main" id="{E11EFAA3-3025-6E40-9F7B-8AEC8E44C52D}"/>
              </a:ext>
            </a:extLst>
          </p:cNvPr>
          <p:cNvSpPr txBox="1"/>
          <p:nvPr/>
        </p:nvSpPr>
        <p:spPr>
          <a:xfrm>
            <a:off x="8154365" y="4890306"/>
            <a:ext cx="288862" cy="338554"/>
          </a:xfrm>
          <a:prstGeom prst="rect">
            <a:avLst/>
          </a:prstGeom>
          <a:noFill/>
        </p:spPr>
        <p:txBody>
          <a:bodyPr wrap="none" rtlCol="0">
            <a:spAutoFit/>
          </a:bodyPr>
          <a:lstStyle/>
          <a:p>
            <a:r>
              <a:rPr lang="en-US" sz="1600" dirty="0">
                <a:solidFill>
                  <a:prstClr val="black"/>
                </a:solidFill>
              </a:rPr>
              <a:t>1</a:t>
            </a:r>
          </a:p>
        </p:txBody>
      </p:sp>
      <p:sp>
        <p:nvSpPr>
          <p:cNvPr id="221" name="TextBox 220">
            <a:extLst>
              <a:ext uri="{FF2B5EF4-FFF2-40B4-BE49-F238E27FC236}">
                <a16:creationId xmlns:a16="http://schemas.microsoft.com/office/drawing/2014/main" id="{EECDCBF1-5ACC-CF43-B981-907337945BA2}"/>
              </a:ext>
            </a:extLst>
          </p:cNvPr>
          <p:cNvSpPr txBox="1"/>
          <p:nvPr/>
        </p:nvSpPr>
        <p:spPr>
          <a:xfrm>
            <a:off x="5066110" y="3999440"/>
            <a:ext cx="301686" cy="338554"/>
          </a:xfrm>
          <a:prstGeom prst="rect">
            <a:avLst/>
          </a:prstGeom>
          <a:noFill/>
        </p:spPr>
        <p:txBody>
          <a:bodyPr wrap="square" rtlCol="0">
            <a:spAutoFit/>
          </a:bodyPr>
          <a:lstStyle/>
          <a:p>
            <a:r>
              <a:rPr lang="en-US" sz="1600" dirty="0">
                <a:solidFill>
                  <a:prstClr val="black"/>
                </a:solidFill>
              </a:rPr>
              <a:t>1</a:t>
            </a:r>
          </a:p>
        </p:txBody>
      </p:sp>
      <p:sp>
        <p:nvSpPr>
          <p:cNvPr id="222" name="TextBox 221">
            <a:extLst>
              <a:ext uri="{FF2B5EF4-FFF2-40B4-BE49-F238E27FC236}">
                <a16:creationId xmlns:a16="http://schemas.microsoft.com/office/drawing/2014/main" id="{2DD32315-0DAF-354B-ADE2-76F406D6A871}"/>
              </a:ext>
            </a:extLst>
          </p:cNvPr>
          <p:cNvSpPr txBox="1"/>
          <p:nvPr/>
        </p:nvSpPr>
        <p:spPr>
          <a:xfrm>
            <a:off x="7353782" y="4020275"/>
            <a:ext cx="288862" cy="338554"/>
          </a:xfrm>
          <a:prstGeom prst="rect">
            <a:avLst/>
          </a:prstGeom>
          <a:noFill/>
        </p:spPr>
        <p:txBody>
          <a:bodyPr wrap="none" rtlCol="0">
            <a:spAutoFit/>
          </a:bodyPr>
          <a:lstStyle/>
          <a:p>
            <a:r>
              <a:rPr lang="en-US" sz="1600" dirty="0">
                <a:solidFill>
                  <a:prstClr val="black"/>
                </a:solidFill>
              </a:rPr>
              <a:t>1</a:t>
            </a:r>
          </a:p>
        </p:txBody>
      </p:sp>
      <p:sp>
        <p:nvSpPr>
          <p:cNvPr id="223" name="TextBox 222">
            <a:extLst>
              <a:ext uri="{FF2B5EF4-FFF2-40B4-BE49-F238E27FC236}">
                <a16:creationId xmlns:a16="http://schemas.microsoft.com/office/drawing/2014/main" id="{25B3E8DA-82E1-B746-9524-A8B47546C7B7}"/>
              </a:ext>
            </a:extLst>
          </p:cNvPr>
          <p:cNvSpPr txBox="1"/>
          <p:nvPr/>
        </p:nvSpPr>
        <p:spPr>
          <a:xfrm>
            <a:off x="5068038" y="5922767"/>
            <a:ext cx="301686" cy="338554"/>
          </a:xfrm>
          <a:prstGeom prst="rect">
            <a:avLst/>
          </a:prstGeom>
          <a:noFill/>
        </p:spPr>
        <p:txBody>
          <a:bodyPr wrap="square" rtlCol="0">
            <a:spAutoFit/>
          </a:bodyPr>
          <a:lstStyle/>
          <a:p>
            <a:r>
              <a:rPr lang="en-US" sz="1600" dirty="0">
                <a:solidFill>
                  <a:prstClr val="black"/>
                </a:solidFill>
              </a:rPr>
              <a:t>1</a:t>
            </a:r>
          </a:p>
        </p:txBody>
      </p:sp>
      <p:sp>
        <p:nvSpPr>
          <p:cNvPr id="224" name="TextBox 223">
            <a:extLst>
              <a:ext uri="{FF2B5EF4-FFF2-40B4-BE49-F238E27FC236}">
                <a16:creationId xmlns:a16="http://schemas.microsoft.com/office/drawing/2014/main" id="{51516E14-40A2-B34F-B880-05B80B68D6FC}"/>
              </a:ext>
            </a:extLst>
          </p:cNvPr>
          <p:cNvSpPr txBox="1"/>
          <p:nvPr/>
        </p:nvSpPr>
        <p:spPr>
          <a:xfrm>
            <a:off x="7081390" y="5902962"/>
            <a:ext cx="288862" cy="338554"/>
          </a:xfrm>
          <a:prstGeom prst="rect">
            <a:avLst/>
          </a:prstGeom>
          <a:noFill/>
        </p:spPr>
        <p:txBody>
          <a:bodyPr wrap="none" rtlCol="0">
            <a:spAutoFit/>
          </a:bodyPr>
          <a:lstStyle/>
          <a:p>
            <a:r>
              <a:rPr lang="en-US" sz="1600" dirty="0">
                <a:solidFill>
                  <a:prstClr val="black"/>
                </a:solidFill>
              </a:rPr>
              <a:t>1</a:t>
            </a:r>
          </a:p>
        </p:txBody>
      </p:sp>
      <p:sp>
        <p:nvSpPr>
          <p:cNvPr id="225" name="TextBox 224">
            <a:extLst>
              <a:ext uri="{FF2B5EF4-FFF2-40B4-BE49-F238E27FC236}">
                <a16:creationId xmlns:a16="http://schemas.microsoft.com/office/drawing/2014/main" id="{9174059A-E895-E740-9A26-AA7943E4A64F}"/>
              </a:ext>
            </a:extLst>
          </p:cNvPr>
          <p:cNvSpPr txBox="1"/>
          <p:nvPr/>
        </p:nvSpPr>
        <p:spPr>
          <a:xfrm>
            <a:off x="5445886" y="2123956"/>
            <a:ext cx="301686" cy="338554"/>
          </a:xfrm>
          <a:prstGeom prst="rect">
            <a:avLst/>
          </a:prstGeom>
          <a:noFill/>
        </p:spPr>
        <p:txBody>
          <a:bodyPr wrap="square" rtlCol="0">
            <a:spAutoFit/>
          </a:bodyPr>
          <a:lstStyle/>
          <a:p>
            <a:r>
              <a:rPr lang="en-US" sz="1600" dirty="0">
                <a:solidFill>
                  <a:prstClr val="black"/>
                </a:solidFill>
              </a:rPr>
              <a:t>8</a:t>
            </a:r>
          </a:p>
        </p:txBody>
      </p:sp>
      <p:sp>
        <p:nvSpPr>
          <p:cNvPr id="226" name="TextBox 225">
            <a:extLst>
              <a:ext uri="{FF2B5EF4-FFF2-40B4-BE49-F238E27FC236}">
                <a16:creationId xmlns:a16="http://schemas.microsoft.com/office/drawing/2014/main" id="{F7510488-7C59-7449-A4EE-C5A32BFCB3A5}"/>
              </a:ext>
            </a:extLst>
          </p:cNvPr>
          <p:cNvSpPr txBox="1"/>
          <p:nvPr/>
        </p:nvSpPr>
        <p:spPr>
          <a:xfrm>
            <a:off x="7357638" y="2114311"/>
            <a:ext cx="288862" cy="338554"/>
          </a:xfrm>
          <a:prstGeom prst="rect">
            <a:avLst/>
          </a:prstGeom>
          <a:noFill/>
        </p:spPr>
        <p:txBody>
          <a:bodyPr wrap="none" rtlCol="0">
            <a:spAutoFit/>
          </a:bodyPr>
          <a:lstStyle/>
          <a:p>
            <a:r>
              <a:rPr lang="en-US" sz="1600" dirty="0">
                <a:solidFill>
                  <a:prstClr val="black"/>
                </a:solidFill>
              </a:rPr>
              <a:t>1</a:t>
            </a:r>
          </a:p>
        </p:txBody>
      </p:sp>
      <p:grpSp>
        <p:nvGrpSpPr>
          <p:cNvPr id="159" name="Group 158">
            <a:extLst>
              <a:ext uri="{FF2B5EF4-FFF2-40B4-BE49-F238E27FC236}">
                <a16:creationId xmlns:a16="http://schemas.microsoft.com/office/drawing/2014/main" id="{4AAED925-F16C-8F45-B5D7-47EABDB0B993}"/>
              </a:ext>
            </a:extLst>
          </p:cNvPr>
          <p:cNvGrpSpPr/>
          <p:nvPr/>
        </p:nvGrpSpPr>
        <p:grpSpPr>
          <a:xfrm>
            <a:off x="584365" y="1859143"/>
            <a:ext cx="736099" cy="1229581"/>
            <a:chOff x="10030307" y="3444875"/>
            <a:chExt cx="736099" cy="1229581"/>
          </a:xfrm>
        </p:grpSpPr>
        <p:sp>
          <p:nvSpPr>
            <p:cNvPr id="160" name="TextBox 159">
              <a:extLst>
                <a:ext uri="{FF2B5EF4-FFF2-40B4-BE49-F238E27FC236}">
                  <a16:creationId xmlns:a16="http://schemas.microsoft.com/office/drawing/2014/main" id="{6655EB12-A2B9-9D4A-A0A9-F9958BDB0106}"/>
                </a:ext>
              </a:extLst>
            </p:cNvPr>
            <p:cNvSpPr txBox="1"/>
            <p:nvPr/>
          </p:nvSpPr>
          <p:spPr>
            <a:xfrm>
              <a:off x="10030307" y="4089681"/>
              <a:ext cx="736099" cy="584775"/>
            </a:xfrm>
            <a:prstGeom prst="rect">
              <a:avLst/>
            </a:prstGeom>
            <a:noFill/>
          </p:spPr>
          <p:txBody>
            <a:bodyPr wrap="none" rtlCol="0">
              <a:spAutoFit/>
            </a:bodyPr>
            <a:lstStyle/>
            <a:p>
              <a:r>
                <a:rPr lang="en-US" sz="3200" dirty="0">
                  <a:solidFill>
                    <a:prstClr val="black"/>
                  </a:solidFill>
                </a:rPr>
                <a:t>t=1</a:t>
              </a:r>
            </a:p>
          </p:txBody>
        </p:sp>
        <p:grpSp>
          <p:nvGrpSpPr>
            <p:cNvPr id="161" name="Group 160">
              <a:extLst>
                <a:ext uri="{FF2B5EF4-FFF2-40B4-BE49-F238E27FC236}">
                  <a16:creationId xmlns:a16="http://schemas.microsoft.com/office/drawing/2014/main" id="{0523D739-F413-264B-A745-A38C62E06D3B}"/>
                </a:ext>
              </a:extLst>
            </p:cNvPr>
            <p:cNvGrpSpPr/>
            <p:nvPr/>
          </p:nvGrpSpPr>
          <p:grpSpPr>
            <a:xfrm>
              <a:off x="10034588" y="3444875"/>
              <a:ext cx="682627" cy="682625"/>
              <a:chOff x="10034588" y="3444875"/>
              <a:chExt cx="682627" cy="682625"/>
            </a:xfrm>
          </p:grpSpPr>
          <p:sp>
            <p:nvSpPr>
              <p:cNvPr id="162" name="Oval 161">
                <a:extLst>
                  <a:ext uri="{FF2B5EF4-FFF2-40B4-BE49-F238E27FC236}">
                    <a16:creationId xmlns:a16="http://schemas.microsoft.com/office/drawing/2014/main" id="{CB814881-01DB-0E43-BA2F-B64D7EA26896}"/>
                  </a:ext>
                </a:extLst>
              </p:cNvPr>
              <p:cNvSpPr/>
              <p:nvPr/>
            </p:nvSpPr>
            <p:spPr>
              <a:xfrm>
                <a:off x="10039551" y="3449256"/>
                <a:ext cx="671332" cy="671332"/>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163" name="Straight Connector 162">
                <a:extLst>
                  <a:ext uri="{FF2B5EF4-FFF2-40B4-BE49-F238E27FC236}">
                    <a16:creationId xmlns:a16="http://schemas.microsoft.com/office/drawing/2014/main" id="{08775389-41CA-4740-B083-4D54E5FAECED}"/>
                  </a:ext>
                </a:extLst>
              </p:cNvPr>
              <p:cNvCxnSpPr/>
              <p:nvPr/>
            </p:nvCxnSpPr>
            <p:spPr>
              <a:xfrm>
                <a:off x="10372725" y="34448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3E6B6CB9-512E-6343-AD8B-BBAB6CE819A4}"/>
                  </a:ext>
                </a:extLst>
              </p:cNvPr>
              <p:cNvCxnSpPr/>
              <p:nvPr/>
            </p:nvCxnSpPr>
            <p:spPr>
              <a:xfrm>
                <a:off x="10372725" y="40671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6B84002D-08B3-2041-9EB9-DE4D7AA96DC7}"/>
                  </a:ext>
                </a:extLst>
              </p:cNvPr>
              <p:cNvCxnSpPr>
                <a:cxnSpLocks/>
              </p:cNvCxnSpPr>
              <p:nvPr/>
            </p:nvCxnSpPr>
            <p:spPr>
              <a:xfrm rot="16200000">
                <a:off x="10064751"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10AF67D-3C60-074D-85D9-BB7F3C22BA6E}"/>
                  </a:ext>
                </a:extLst>
              </p:cNvPr>
              <p:cNvCxnSpPr>
                <a:cxnSpLocks/>
              </p:cNvCxnSpPr>
              <p:nvPr/>
            </p:nvCxnSpPr>
            <p:spPr>
              <a:xfrm rot="16200000">
                <a:off x="10687053"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D7001C9A-A249-5941-879B-C26FFA2151F7}"/>
                  </a:ext>
                </a:extLst>
              </p:cNvPr>
              <p:cNvCxnSpPr>
                <a:cxnSpLocks/>
              </p:cNvCxnSpPr>
              <p:nvPr/>
            </p:nvCxnSpPr>
            <p:spPr>
              <a:xfrm>
                <a:off x="10523542" y="40370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F6CFD6FA-4D66-9F4F-9565-82515FD78B17}"/>
                  </a:ext>
                </a:extLst>
              </p:cNvPr>
              <p:cNvCxnSpPr>
                <a:cxnSpLocks/>
              </p:cNvCxnSpPr>
              <p:nvPr/>
            </p:nvCxnSpPr>
            <p:spPr>
              <a:xfrm>
                <a:off x="10202867" y="34909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3AF8B4F1-6823-4E49-BDC2-8B3DFF75FC97}"/>
                  </a:ext>
                </a:extLst>
              </p:cNvPr>
              <p:cNvCxnSpPr>
                <a:cxnSpLocks/>
              </p:cNvCxnSpPr>
              <p:nvPr/>
            </p:nvCxnSpPr>
            <p:spPr>
              <a:xfrm flipH="1">
                <a:off x="10196517" y="40338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A8A30E75-242F-B744-AD86-D5121CF798F7}"/>
                  </a:ext>
                </a:extLst>
              </p:cNvPr>
              <p:cNvCxnSpPr>
                <a:cxnSpLocks/>
              </p:cNvCxnSpPr>
              <p:nvPr/>
            </p:nvCxnSpPr>
            <p:spPr>
              <a:xfrm flipH="1">
                <a:off x="10517192" y="34877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CA6C8979-7ABA-2548-A690-DBB79A1510E8}"/>
                  </a:ext>
                </a:extLst>
              </p:cNvPr>
              <p:cNvCxnSpPr>
                <a:cxnSpLocks/>
              </p:cNvCxnSpPr>
              <p:nvPr/>
            </p:nvCxnSpPr>
            <p:spPr>
              <a:xfrm flipH="1">
                <a:off x="10631493" y="36115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9D0B68AA-F684-FE43-A969-18E51C1C177F}"/>
                  </a:ext>
                </a:extLst>
              </p:cNvPr>
              <p:cNvCxnSpPr>
                <a:cxnSpLocks/>
              </p:cNvCxnSpPr>
              <p:nvPr/>
            </p:nvCxnSpPr>
            <p:spPr>
              <a:xfrm flipH="1">
                <a:off x="10085393" y="39290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5419F84A-0D3B-EF47-949B-02A63FAFFC86}"/>
                  </a:ext>
                </a:extLst>
              </p:cNvPr>
              <p:cNvCxnSpPr>
                <a:cxnSpLocks/>
              </p:cNvCxnSpPr>
              <p:nvPr/>
            </p:nvCxnSpPr>
            <p:spPr>
              <a:xfrm flipH="1" flipV="1">
                <a:off x="10094918" y="36147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FDC9525E-B8EE-704E-94A9-DA434054CDB0}"/>
                  </a:ext>
                </a:extLst>
              </p:cNvPr>
              <p:cNvCxnSpPr>
                <a:cxnSpLocks/>
              </p:cNvCxnSpPr>
              <p:nvPr/>
            </p:nvCxnSpPr>
            <p:spPr>
              <a:xfrm flipH="1" flipV="1">
                <a:off x="10631493" y="39322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175" name="Oval 174">
                <a:extLst>
                  <a:ext uri="{FF2B5EF4-FFF2-40B4-BE49-F238E27FC236}">
                    <a16:creationId xmlns:a16="http://schemas.microsoft.com/office/drawing/2014/main" id="{1326D6D5-4368-3242-940E-7E5978F1247E}"/>
                  </a:ext>
                </a:extLst>
              </p:cNvPr>
              <p:cNvSpPr/>
              <p:nvPr/>
            </p:nvSpPr>
            <p:spPr>
              <a:xfrm>
                <a:off x="10331450" y="3743325"/>
                <a:ext cx="82550" cy="87136"/>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cxnSp>
        <p:nvCxnSpPr>
          <p:cNvPr id="153" name="Straight Connector 152">
            <a:extLst>
              <a:ext uri="{FF2B5EF4-FFF2-40B4-BE49-F238E27FC236}">
                <a16:creationId xmlns:a16="http://schemas.microsoft.com/office/drawing/2014/main" id="{1BDF6761-A298-0649-AD22-E32D353E085B}"/>
              </a:ext>
            </a:extLst>
          </p:cNvPr>
          <p:cNvCxnSpPr>
            <a:cxnSpLocks/>
          </p:cNvCxnSpPr>
          <p:nvPr/>
        </p:nvCxnSpPr>
        <p:spPr>
          <a:xfrm>
            <a:off x="919556" y="1995948"/>
            <a:ext cx="0" cy="196031"/>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sp>
        <p:nvSpPr>
          <p:cNvPr id="281" name="TextBox 280">
            <a:extLst>
              <a:ext uri="{FF2B5EF4-FFF2-40B4-BE49-F238E27FC236}">
                <a16:creationId xmlns:a16="http://schemas.microsoft.com/office/drawing/2014/main" id="{9547E6FC-ED98-A842-83E6-5B393D42D482}"/>
              </a:ext>
            </a:extLst>
          </p:cNvPr>
          <p:cNvSpPr txBox="1"/>
          <p:nvPr/>
        </p:nvSpPr>
        <p:spPr>
          <a:xfrm flipH="1">
            <a:off x="348626" y="3078991"/>
            <a:ext cx="2195814" cy="840230"/>
          </a:xfrm>
          <a:prstGeom prst="rect">
            <a:avLst/>
          </a:prstGeom>
          <a:noFill/>
        </p:spPr>
        <p:txBody>
          <a:bodyPr wrap="square" rtlCol="0">
            <a:spAutoFit/>
          </a:bodyPr>
          <a:lstStyle/>
          <a:p>
            <a:pPr marL="285750" indent="-285750">
              <a:lnSpc>
                <a:spcPct val="90000"/>
              </a:lnSpc>
              <a:buClr>
                <a:srgbClr val="0000A8"/>
              </a:buClr>
              <a:buFont typeface="Wingdings" pitchFamily="2" charset="2"/>
              <a:buChar char="§"/>
            </a:pPr>
            <a:r>
              <a:rPr lang="en-US" dirty="0">
                <a:solidFill>
                  <a:prstClr val="black"/>
                </a:solidFill>
              </a:rPr>
              <a:t>b receives DVs from a, c, e, computes:</a:t>
            </a:r>
          </a:p>
        </p:txBody>
      </p:sp>
      <p:sp>
        <p:nvSpPr>
          <p:cNvPr id="356" name="Right Arrow 355">
            <a:extLst>
              <a:ext uri="{FF2B5EF4-FFF2-40B4-BE49-F238E27FC236}">
                <a16:creationId xmlns:a16="http://schemas.microsoft.com/office/drawing/2014/main" id="{FECE1C4C-C6DE-E44B-8914-C9FAB6E59F01}"/>
              </a:ext>
            </a:extLst>
          </p:cNvPr>
          <p:cNvSpPr/>
          <p:nvPr/>
        </p:nvSpPr>
        <p:spPr>
          <a:xfrm>
            <a:off x="4973224" y="1937987"/>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7" name="Right Arrow 356">
            <a:extLst>
              <a:ext uri="{FF2B5EF4-FFF2-40B4-BE49-F238E27FC236}">
                <a16:creationId xmlns:a16="http://schemas.microsoft.com/office/drawing/2014/main" id="{E44AC5A8-AB5C-6D48-965A-B3150C882B9F}"/>
              </a:ext>
            </a:extLst>
          </p:cNvPr>
          <p:cNvSpPr/>
          <p:nvPr/>
        </p:nvSpPr>
        <p:spPr>
          <a:xfrm rot="10800000">
            <a:off x="7631559" y="1919702"/>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14" name="Group 313">
            <a:extLst>
              <a:ext uri="{FF2B5EF4-FFF2-40B4-BE49-F238E27FC236}">
                <a16:creationId xmlns:a16="http://schemas.microsoft.com/office/drawing/2014/main" id="{917871C2-1731-FE43-944D-6364CCE85DA9}"/>
              </a:ext>
            </a:extLst>
          </p:cNvPr>
          <p:cNvGrpSpPr/>
          <p:nvPr/>
        </p:nvGrpSpPr>
        <p:grpSpPr>
          <a:xfrm>
            <a:off x="4333785" y="1906063"/>
            <a:ext cx="4395351" cy="404576"/>
            <a:chOff x="4333785" y="5772213"/>
            <a:chExt cx="4395351" cy="404576"/>
          </a:xfrm>
        </p:grpSpPr>
        <p:grpSp>
          <p:nvGrpSpPr>
            <p:cNvPr id="315" name="Group 314">
              <a:extLst>
                <a:ext uri="{FF2B5EF4-FFF2-40B4-BE49-F238E27FC236}">
                  <a16:creationId xmlns:a16="http://schemas.microsoft.com/office/drawing/2014/main" id="{68E7B419-D4D3-3A4B-86E1-D40C76B2BB2C}"/>
                </a:ext>
              </a:extLst>
            </p:cNvPr>
            <p:cNvGrpSpPr/>
            <p:nvPr/>
          </p:nvGrpSpPr>
          <p:grpSpPr>
            <a:xfrm>
              <a:off x="4333785" y="5772213"/>
              <a:ext cx="531821" cy="369069"/>
              <a:chOff x="1348328" y="2475647"/>
              <a:chExt cx="603916" cy="419100"/>
            </a:xfrm>
          </p:grpSpPr>
          <p:grpSp>
            <p:nvGrpSpPr>
              <p:cNvPr id="336" name="Group 335">
                <a:extLst>
                  <a:ext uri="{FF2B5EF4-FFF2-40B4-BE49-F238E27FC236}">
                    <a16:creationId xmlns:a16="http://schemas.microsoft.com/office/drawing/2014/main" id="{93705575-DDBD-3D44-B843-C77E28CEAAD2}"/>
                  </a:ext>
                </a:extLst>
              </p:cNvPr>
              <p:cNvGrpSpPr/>
              <p:nvPr/>
            </p:nvGrpSpPr>
            <p:grpSpPr>
              <a:xfrm>
                <a:off x="1348328" y="2555748"/>
                <a:ext cx="603916" cy="308999"/>
                <a:chOff x="5278570" y="2983486"/>
                <a:chExt cx="501650" cy="233363"/>
              </a:xfrm>
            </p:grpSpPr>
            <p:sp>
              <p:nvSpPr>
                <p:cNvPr id="340" name="Oval 5">
                  <a:extLst>
                    <a:ext uri="{FF2B5EF4-FFF2-40B4-BE49-F238E27FC236}">
                      <a16:creationId xmlns:a16="http://schemas.microsoft.com/office/drawing/2014/main" id="{AF888CEF-6837-CD45-809F-91550C92C80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1" name="Line 6">
                  <a:extLst>
                    <a:ext uri="{FF2B5EF4-FFF2-40B4-BE49-F238E27FC236}">
                      <a16:creationId xmlns:a16="http://schemas.microsoft.com/office/drawing/2014/main" id="{4535759C-A65E-D84B-9508-03E1DC0B824C}"/>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2" name="Line 7">
                  <a:extLst>
                    <a:ext uri="{FF2B5EF4-FFF2-40B4-BE49-F238E27FC236}">
                      <a16:creationId xmlns:a16="http://schemas.microsoft.com/office/drawing/2014/main" id="{FFA7BAB7-E53C-EC41-ACE7-66FCD862969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3" name="Rectangle 8">
                  <a:extLst>
                    <a:ext uri="{FF2B5EF4-FFF2-40B4-BE49-F238E27FC236}">
                      <a16:creationId xmlns:a16="http://schemas.microsoft.com/office/drawing/2014/main" id="{69E05203-3EC0-6447-8988-D4F7C2150FA6}"/>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44" name="Oval 9">
                  <a:extLst>
                    <a:ext uri="{FF2B5EF4-FFF2-40B4-BE49-F238E27FC236}">
                      <a16:creationId xmlns:a16="http://schemas.microsoft.com/office/drawing/2014/main" id="{D9043B05-A159-7D41-90D4-718D621EA02B}"/>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37" name="Group 44">
                <a:extLst>
                  <a:ext uri="{FF2B5EF4-FFF2-40B4-BE49-F238E27FC236}">
                    <a16:creationId xmlns:a16="http://schemas.microsoft.com/office/drawing/2014/main" id="{230264F8-C92F-C344-8341-A92C3D105F2A}"/>
                  </a:ext>
                </a:extLst>
              </p:cNvPr>
              <p:cNvGrpSpPr>
                <a:grpSpLocks/>
              </p:cNvGrpSpPr>
              <p:nvPr/>
            </p:nvGrpSpPr>
            <p:grpSpPr bwMode="auto">
              <a:xfrm>
                <a:off x="1456374" y="2475647"/>
                <a:ext cx="355165" cy="419100"/>
                <a:chOff x="2944" y="2405"/>
                <a:chExt cx="227" cy="264"/>
              </a:xfrm>
            </p:grpSpPr>
            <p:sp>
              <p:nvSpPr>
                <p:cNvPr id="338" name="Rectangle 45">
                  <a:extLst>
                    <a:ext uri="{FF2B5EF4-FFF2-40B4-BE49-F238E27FC236}">
                      <a16:creationId xmlns:a16="http://schemas.microsoft.com/office/drawing/2014/main" id="{F2B81453-DE5E-984D-B97A-6884B0BDD35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9" name="Text Box 46">
                  <a:extLst>
                    <a:ext uri="{FF2B5EF4-FFF2-40B4-BE49-F238E27FC236}">
                      <a16:creationId xmlns:a16="http://schemas.microsoft.com/office/drawing/2014/main" id="{35E945F9-D699-744B-ACB7-587B2AA668D3}"/>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a</a:t>
                  </a:r>
                  <a:endParaRPr lang="en-US" sz="2000" kern="0" dirty="0">
                    <a:solidFill>
                      <a:srgbClr val="000000"/>
                    </a:solidFill>
                  </a:endParaRPr>
                </a:p>
              </p:txBody>
            </p:sp>
          </p:grpSp>
        </p:grpSp>
        <p:grpSp>
          <p:nvGrpSpPr>
            <p:cNvPr id="316" name="Group 315">
              <a:extLst>
                <a:ext uri="{FF2B5EF4-FFF2-40B4-BE49-F238E27FC236}">
                  <a16:creationId xmlns:a16="http://schemas.microsoft.com/office/drawing/2014/main" id="{1CE7BA36-0E22-4F41-B503-121F0E8FF751}"/>
                </a:ext>
              </a:extLst>
            </p:cNvPr>
            <p:cNvGrpSpPr/>
            <p:nvPr/>
          </p:nvGrpSpPr>
          <p:grpSpPr>
            <a:xfrm>
              <a:off x="6263949" y="5807720"/>
              <a:ext cx="531821" cy="369069"/>
              <a:chOff x="1348328" y="2507397"/>
              <a:chExt cx="603916" cy="419100"/>
            </a:xfrm>
          </p:grpSpPr>
          <p:grpSp>
            <p:nvGrpSpPr>
              <p:cNvPr id="327" name="Group 326">
                <a:extLst>
                  <a:ext uri="{FF2B5EF4-FFF2-40B4-BE49-F238E27FC236}">
                    <a16:creationId xmlns:a16="http://schemas.microsoft.com/office/drawing/2014/main" id="{ABA31A37-F3CD-1746-9C86-0557D36C5404}"/>
                  </a:ext>
                </a:extLst>
              </p:cNvPr>
              <p:cNvGrpSpPr/>
              <p:nvPr/>
            </p:nvGrpSpPr>
            <p:grpSpPr>
              <a:xfrm>
                <a:off x="1348328" y="2555748"/>
                <a:ext cx="603916" cy="308999"/>
                <a:chOff x="5278570" y="2983486"/>
                <a:chExt cx="501650" cy="233363"/>
              </a:xfrm>
            </p:grpSpPr>
            <p:sp>
              <p:nvSpPr>
                <p:cNvPr id="331" name="Oval 5">
                  <a:extLst>
                    <a:ext uri="{FF2B5EF4-FFF2-40B4-BE49-F238E27FC236}">
                      <a16:creationId xmlns:a16="http://schemas.microsoft.com/office/drawing/2014/main" id="{39C9919B-E459-6946-BAB3-A266303D27E7}"/>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2" name="Line 6">
                  <a:extLst>
                    <a:ext uri="{FF2B5EF4-FFF2-40B4-BE49-F238E27FC236}">
                      <a16:creationId xmlns:a16="http://schemas.microsoft.com/office/drawing/2014/main" id="{61A62C09-3017-A541-9429-460C1A7F6B50}"/>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3" name="Line 7">
                  <a:extLst>
                    <a:ext uri="{FF2B5EF4-FFF2-40B4-BE49-F238E27FC236}">
                      <a16:creationId xmlns:a16="http://schemas.microsoft.com/office/drawing/2014/main" id="{86063EB7-D2C3-3447-B2FD-57FC1E74D327}"/>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4" name="Rectangle 8">
                  <a:extLst>
                    <a:ext uri="{FF2B5EF4-FFF2-40B4-BE49-F238E27FC236}">
                      <a16:creationId xmlns:a16="http://schemas.microsoft.com/office/drawing/2014/main" id="{BD5BCC42-3550-DF4A-BB55-F643AEBFD9AD}"/>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35" name="Oval 9">
                  <a:extLst>
                    <a:ext uri="{FF2B5EF4-FFF2-40B4-BE49-F238E27FC236}">
                      <a16:creationId xmlns:a16="http://schemas.microsoft.com/office/drawing/2014/main" id="{74611398-E647-494F-A7BD-186BB5CB5454}"/>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28" name="Group 44">
                <a:extLst>
                  <a:ext uri="{FF2B5EF4-FFF2-40B4-BE49-F238E27FC236}">
                    <a16:creationId xmlns:a16="http://schemas.microsoft.com/office/drawing/2014/main" id="{B57BC638-F090-114B-B8BF-7E2F4A6CC8F0}"/>
                  </a:ext>
                </a:extLst>
              </p:cNvPr>
              <p:cNvGrpSpPr>
                <a:grpSpLocks/>
              </p:cNvGrpSpPr>
              <p:nvPr/>
            </p:nvGrpSpPr>
            <p:grpSpPr bwMode="auto">
              <a:xfrm>
                <a:off x="1456374" y="2507397"/>
                <a:ext cx="355165" cy="419100"/>
                <a:chOff x="2944" y="2425"/>
                <a:chExt cx="227" cy="264"/>
              </a:xfrm>
            </p:grpSpPr>
            <p:sp>
              <p:nvSpPr>
                <p:cNvPr id="329" name="Rectangle 45">
                  <a:extLst>
                    <a:ext uri="{FF2B5EF4-FFF2-40B4-BE49-F238E27FC236}">
                      <a16:creationId xmlns:a16="http://schemas.microsoft.com/office/drawing/2014/main" id="{0F91A427-A1B7-A54C-8320-A92F425DFC7E}"/>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0" name="Text Box 46">
                  <a:extLst>
                    <a:ext uri="{FF2B5EF4-FFF2-40B4-BE49-F238E27FC236}">
                      <a16:creationId xmlns:a16="http://schemas.microsoft.com/office/drawing/2014/main" id="{E600E15A-04DE-4F44-AD3B-D284039393AF}"/>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b</a:t>
                  </a:r>
                  <a:endParaRPr lang="en-US" sz="2000" kern="0" dirty="0">
                    <a:solidFill>
                      <a:srgbClr val="000000"/>
                    </a:solidFill>
                  </a:endParaRPr>
                </a:p>
              </p:txBody>
            </p:sp>
          </p:grpSp>
        </p:grpSp>
        <p:grpSp>
          <p:nvGrpSpPr>
            <p:cNvPr id="317" name="Group 316">
              <a:extLst>
                <a:ext uri="{FF2B5EF4-FFF2-40B4-BE49-F238E27FC236}">
                  <a16:creationId xmlns:a16="http://schemas.microsoft.com/office/drawing/2014/main" id="{2EB87748-B820-0349-A8AC-FE8BBD55B257}"/>
                </a:ext>
              </a:extLst>
            </p:cNvPr>
            <p:cNvGrpSpPr/>
            <p:nvPr/>
          </p:nvGrpSpPr>
          <p:grpSpPr>
            <a:xfrm>
              <a:off x="8197315" y="5805271"/>
              <a:ext cx="531821" cy="369069"/>
              <a:chOff x="1348328" y="2507397"/>
              <a:chExt cx="603916" cy="419100"/>
            </a:xfrm>
          </p:grpSpPr>
          <p:grpSp>
            <p:nvGrpSpPr>
              <p:cNvPr id="318" name="Group 317">
                <a:extLst>
                  <a:ext uri="{FF2B5EF4-FFF2-40B4-BE49-F238E27FC236}">
                    <a16:creationId xmlns:a16="http://schemas.microsoft.com/office/drawing/2014/main" id="{EB6E4C7D-CDAA-7F47-A797-1E5FB2A80494}"/>
                  </a:ext>
                </a:extLst>
              </p:cNvPr>
              <p:cNvGrpSpPr/>
              <p:nvPr/>
            </p:nvGrpSpPr>
            <p:grpSpPr>
              <a:xfrm>
                <a:off x="1348328" y="2555748"/>
                <a:ext cx="603916" cy="308999"/>
                <a:chOff x="5278570" y="2983486"/>
                <a:chExt cx="501650" cy="233363"/>
              </a:xfrm>
            </p:grpSpPr>
            <p:sp>
              <p:nvSpPr>
                <p:cNvPr id="322" name="Oval 5">
                  <a:extLst>
                    <a:ext uri="{FF2B5EF4-FFF2-40B4-BE49-F238E27FC236}">
                      <a16:creationId xmlns:a16="http://schemas.microsoft.com/office/drawing/2014/main" id="{F9943B67-FB21-3647-869F-669BE6A721C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3" name="Line 6">
                  <a:extLst>
                    <a:ext uri="{FF2B5EF4-FFF2-40B4-BE49-F238E27FC236}">
                      <a16:creationId xmlns:a16="http://schemas.microsoft.com/office/drawing/2014/main" id="{57CCD935-17C4-B04B-B482-9A946E848EC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4" name="Line 7">
                  <a:extLst>
                    <a:ext uri="{FF2B5EF4-FFF2-40B4-BE49-F238E27FC236}">
                      <a16:creationId xmlns:a16="http://schemas.microsoft.com/office/drawing/2014/main" id="{2FE8EAFF-CC53-364C-974F-2F913B960D6B}"/>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5" name="Rectangle 8">
                  <a:extLst>
                    <a:ext uri="{FF2B5EF4-FFF2-40B4-BE49-F238E27FC236}">
                      <a16:creationId xmlns:a16="http://schemas.microsoft.com/office/drawing/2014/main" id="{B25B691E-9E1D-1E4F-9419-9156013814CE}"/>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26" name="Oval 9">
                  <a:extLst>
                    <a:ext uri="{FF2B5EF4-FFF2-40B4-BE49-F238E27FC236}">
                      <a16:creationId xmlns:a16="http://schemas.microsoft.com/office/drawing/2014/main" id="{9CB3B73F-9E39-EC4E-83F7-FBE10697408E}"/>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19" name="Group 44">
                <a:extLst>
                  <a:ext uri="{FF2B5EF4-FFF2-40B4-BE49-F238E27FC236}">
                    <a16:creationId xmlns:a16="http://schemas.microsoft.com/office/drawing/2014/main" id="{0F42679C-ED56-BC45-8C82-597609DBD4D2}"/>
                  </a:ext>
                </a:extLst>
              </p:cNvPr>
              <p:cNvGrpSpPr>
                <a:grpSpLocks/>
              </p:cNvGrpSpPr>
              <p:nvPr/>
            </p:nvGrpSpPr>
            <p:grpSpPr bwMode="auto">
              <a:xfrm>
                <a:off x="1464216" y="2507397"/>
                <a:ext cx="341085" cy="419100"/>
                <a:chOff x="2949" y="2425"/>
                <a:chExt cx="218" cy="264"/>
              </a:xfrm>
            </p:grpSpPr>
            <p:sp>
              <p:nvSpPr>
                <p:cNvPr id="320" name="Rectangle 45">
                  <a:extLst>
                    <a:ext uri="{FF2B5EF4-FFF2-40B4-BE49-F238E27FC236}">
                      <a16:creationId xmlns:a16="http://schemas.microsoft.com/office/drawing/2014/main" id="{CF557465-1C6C-1245-9762-D6D2D9F891F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1" name="Text Box 46">
                  <a:extLst>
                    <a:ext uri="{FF2B5EF4-FFF2-40B4-BE49-F238E27FC236}">
                      <a16:creationId xmlns:a16="http://schemas.microsoft.com/office/drawing/2014/main" id="{CEEF1658-9381-E84D-81A0-1A501484FB8A}"/>
                    </a:ext>
                  </a:extLst>
                </p:cNvPr>
                <p:cNvSpPr txBox="1">
                  <a:spLocks noChangeArrowheads="1"/>
                </p:cNvSpPr>
                <p:nvPr/>
              </p:nvSpPr>
              <p:spPr bwMode="auto">
                <a:xfrm>
                  <a:off x="2949" y="2425"/>
                  <a:ext cx="218"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c</a:t>
                  </a:r>
                  <a:endParaRPr lang="en-US" sz="2000" kern="0" dirty="0">
                    <a:solidFill>
                      <a:srgbClr val="000000"/>
                    </a:solidFill>
                  </a:endParaRPr>
                </a:p>
              </p:txBody>
            </p:sp>
          </p:grpSp>
        </p:grpSp>
      </p:grpSp>
      <p:grpSp>
        <p:nvGrpSpPr>
          <p:cNvPr id="283" name="Group 282">
            <a:extLst>
              <a:ext uri="{FF2B5EF4-FFF2-40B4-BE49-F238E27FC236}">
                <a16:creationId xmlns:a16="http://schemas.microsoft.com/office/drawing/2014/main" id="{A665C0C8-7FDD-0A42-80A3-CC602804C042}"/>
              </a:ext>
            </a:extLst>
          </p:cNvPr>
          <p:cNvGrpSpPr/>
          <p:nvPr/>
        </p:nvGrpSpPr>
        <p:grpSpPr>
          <a:xfrm>
            <a:off x="4336458" y="3833790"/>
            <a:ext cx="4395351" cy="404576"/>
            <a:chOff x="4333785" y="5772213"/>
            <a:chExt cx="4395351" cy="404576"/>
          </a:xfrm>
        </p:grpSpPr>
        <p:grpSp>
          <p:nvGrpSpPr>
            <p:cNvPr id="284" name="Group 283">
              <a:extLst>
                <a:ext uri="{FF2B5EF4-FFF2-40B4-BE49-F238E27FC236}">
                  <a16:creationId xmlns:a16="http://schemas.microsoft.com/office/drawing/2014/main" id="{4C02DC92-2A83-AC4D-B9F0-2BCDE917BDBC}"/>
                </a:ext>
              </a:extLst>
            </p:cNvPr>
            <p:cNvGrpSpPr/>
            <p:nvPr/>
          </p:nvGrpSpPr>
          <p:grpSpPr>
            <a:xfrm>
              <a:off x="4333785" y="5772213"/>
              <a:ext cx="531821" cy="369069"/>
              <a:chOff x="1348328" y="2475647"/>
              <a:chExt cx="603916" cy="419100"/>
            </a:xfrm>
          </p:grpSpPr>
          <p:grpSp>
            <p:nvGrpSpPr>
              <p:cNvPr id="305" name="Group 304">
                <a:extLst>
                  <a:ext uri="{FF2B5EF4-FFF2-40B4-BE49-F238E27FC236}">
                    <a16:creationId xmlns:a16="http://schemas.microsoft.com/office/drawing/2014/main" id="{F01EB862-010E-A34F-8D39-25BC2BED2A63}"/>
                  </a:ext>
                </a:extLst>
              </p:cNvPr>
              <p:cNvGrpSpPr/>
              <p:nvPr/>
            </p:nvGrpSpPr>
            <p:grpSpPr>
              <a:xfrm>
                <a:off x="1348328" y="2555748"/>
                <a:ext cx="603916" cy="308999"/>
                <a:chOff x="5278570" y="2983486"/>
                <a:chExt cx="501650" cy="233363"/>
              </a:xfrm>
            </p:grpSpPr>
            <p:sp>
              <p:nvSpPr>
                <p:cNvPr id="309" name="Oval 5">
                  <a:extLst>
                    <a:ext uri="{FF2B5EF4-FFF2-40B4-BE49-F238E27FC236}">
                      <a16:creationId xmlns:a16="http://schemas.microsoft.com/office/drawing/2014/main" id="{C2A61603-05BC-1E4D-99AA-0AB1CC49473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0" name="Line 6">
                  <a:extLst>
                    <a:ext uri="{FF2B5EF4-FFF2-40B4-BE49-F238E27FC236}">
                      <a16:creationId xmlns:a16="http://schemas.microsoft.com/office/drawing/2014/main" id="{7043DA0E-702D-CD4E-BA28-9341275851D9}"/>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1" name="Line 7">
                  <a:extLst>
                    <a:ext uri="{FF2B5EF4-FFF2-40B4-BE49-F238E27FC236}">
                      <a16:creationId xmlns:a16="http://schemas.microsoft.com/office/drawing/2014/main" id="{CE93F761-782C-C640-B2B6-8CA7492B28BC}"/>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2" name="Rectangle 8">
                  <a:extLst>
                    <a:ext uri="{FF2B5EF4-FFF2-40B4-BE49-F238E27FC236}">
                      <a16:creationId xmlns:a16="http://schemas.microsoft.com/office/drawing/2014/main" id="{723858D6-68CF-1C4E-A28B-A9FF5D728F2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13" name="Oval 9">
                  <a:extLst>
                    <a:ext uri="{FF2B5EF4-FFF2-40B4-BE49-F238E27FC236}">
                      <a16:creationId xmlns:a16="http://schemas.microsoft.com/office/drawing/2014/main" id="{70A7292E-FC97-924B-9010-8079BEC6219F}"/>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06" name="Group 44">
                <a:extLst>
                  <a:ext uri="{FF2B5EF4-FFF2-40B4-BE49-F238E27FC236}">
                    <a16:creationId xmlns:a16="http://schemas.microsoft.com/office/drawing/2014/main" id="{DA3B2173-D171-E340-B704-06A3FE481C71}"/>
                  </a:ext>
                </a:extLst>
              </p:cNvPr>
              <p:cNvGrpSpPr>
                <a:grpSpLocks/>
              </p:cNvGrpSpPr>
              <p:nvPr/>
            </p:nvGrpSpPr>
            <p:grpSpPr bwMode="auto">
              <a:xfrm>
                <a:off x="1456374" y="2475647"/>
                <a:ext cx="355165" cy="419100"/>
                <a:chOff x="2944" y="2405"/>
                <a:chExt cx="227" cy="264"/>
              </a:xfrm>
            </p:grpSpPr>
            <p:sp>
              <p:nvSpPr>
                <p:cNvPr id="307" name="Rectangle 45">
                  <a:extLst>
                    <a:ext uri="{FF2B5EF4-FFF2-40B4-BE49-F238E27FC236}">
                      <a16:creationId xmlns:a16="http://schemas.microsoft.com/office/drawing/2014/main" id="{A7CA85B6-08AA-4840-AE2B-A3321A49B6FA}"/>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8" name="Text Box 46">
                  <a:extLst>
                    <a:ext uri="{FF2B5EF4-FFF2-40B4-BE49-F238E27FC236}">
                      <a16:creationId xmlns:a16="http://schemas.microsoft.com/office/drawing/2014/main" id="{68812F5E-7A92-7B45-BBDE-2068A3A134D0}"/>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d</a:t>
                  </a:r>
                  <a:endParaRPr lang="en-US" sz="2000" kern="0" dirty="0">
                    <a:solidFill>
                      <a:srgbClr val="000000"/>
                    </a:solidFill>
                  </a:endParaRPr>
                </a:p>
              </p:txBody>
            </p:sp>
          </p:grpSp>
        </p:grpSp>
        <p:grpSp>
          <p:nvGrpSpPr>
            <p:cNvPr id="285" name="Group 284">
              <a:extLst>
                <a:ext uri="{FF2B5EF4-FFF2-40B4-BE49-F238E27FC236}">
                  <a16:creationId xmlns:a16="http://schemas.microsoft.com/office/drawing/2014/main" id="{5E3B07EB-D89E-C542-85F0-D68A3698AEC4}"/>
                </a:ext>
              </a:extLst>
            </p:cNvPr>
            <p:cNvGrpSpPr/>
            <p:nvPr/>
          </p:nvGrpSpPr>
          <p:grpSpPr>
            <a:xfrm>
              <a:off x="6263949" y="5807720"/>
              <a:ext cx="531821" cy="369069"/>
              <a:chOff x="1348328" y="2507397"/>
              <a:chExt cx="603916" cy="419100"/>
            </a:xfrm>
          </p:grpSpPr>
          <p:grpSp>
            <p:nvGrpSpPr>
              <p:cNvPr id="296" name="Group 295">
                <a:extLst>
                  <a:ext uri="{FF2B5EF4-FFF2-40B4-BE49-F238E27FC236}">
                    <a16:creationId xmlns:a16="http://schemas.microsoft.com/office/drawing/2014/main" id="{CE2D511A-9878-0E42-B4E3-97548A8A67A3}"/>
                  </a:ext>
                </a:extLst>
              </p:cNvPr>
              <p:cNvGrpSpPr/>
              <p:nvPr/>
            </p:nvGrpSpPr>
            <p:grpSpPr>
              <a:xfrm>
                <a:off x="1348328" y="2555748"/>
                <a:ext cx="603916" cy="308999"/>
                <a:chOff x="5278570" y="2983486"/>
                <a:chExt cx="501650" cy="233363"/>
              </a:xfrm>
            </p:grpSpPr>
            <p:sp>
              <p:nvSpPr>
                <p:cNvPr id="300" name="Oval 5">
                  <a:extLst>
                    <a:ext uri="{FF2B5EF4-FFF2-40B4-BE49-F238E27FC236}">
                      <a16:creationId xmlns:a16="http://schemas.microsoft.com/office/drawing/2014/main" id="{C66E96DA-F1B1-9A41-8B0D-2F21B3B7ACBA}"/>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1" name="Line 6">
                  <a:extLst>
                    <a:ext uri="{FF2B5EF4-FFF2-40B4-BE49-F238E27FC236}">
                      <a16:creationId xmlns:a16="http://schemas.microsoft.com/office/drawing/2014/main" id="{A2387D1F-7EF0-9443-8128-6FF284EC9AF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2" name="Line 7">
                  <a:extLst>
                    <a:ext uri="{FF2B5EF4-FFF2-40B4-BE49-F238E27FC236}">
                      <a16:creationId xmlns:a16="http://schemas.microsoft.com/office/drawing/2014/main" id="{4B183F70-EB28-A94F-BF31-54B939F6B75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3" name="Rectangle 8">
                  <a:extLst>
                    <a:ext uri="{FF2B5EF4-FFF2-40B4-BE49-F238E27FC236}">
                      <a16:creationId xmlns:a16="http://schemas.microsoft.com/office/drawing/2014/main" id="{84BE29FD-A805-D348-99C3-8D3C650618E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04" name="Oval 9">
                  <a:extLst>
                    <a:ext uri="{FF2B5EF4-FFF2-40B4-BE49-F238E27FC236}">
                      <a16:creationId xmlns:a16="http://schemas.microsoft.com/office/drawing/2014/main" id="{BF5D685A-16D6-5B40-9EEF-970D3CDCE370}"/>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97" name="Group 44">
                <a:extLst>
                  <a:ext uri="{FF2B5EF4-FFF2-40B4-BE49-F238E27FC236}">
                    <a16:creationId xmlns:a16="http://schemas.microsoft.com/office/drawing/2014/main" id="{058B095B-B9C0-F84A-B78C-FE9DCA729C71}"/>
                  </a:ext>
                </a:extLst>
              </p:cNvPr>
              <p:cNvGrpSpPr>
                <a:grpSpLocks/>
              </p:cNvGrpSpPr>
              <p:nvPr/>
            </p:nvGrpSpPr>
            <p:grpSpPr bwMode="auto">
              <a:xfrm>
                <a:off x="1456374" y="2507397"/>
                <a:ext cx="355165" cy="419100"/>
                <a:chOff x="2944" y="2425"/>
                <a:chExt cx="227" cy="264"/>
              </a:xfrm>
            </p:grpSpPr>
            <p:sp>
              <p:nvSpPr>
                <p:cNvPr id="298" name="Rectangle 45">
                  <a:extLst>
                    <a:ext uri="{FF2B5EF4-FFF2-40B4-BE49-F238E27FC236}">
                      <a16:creationId xmlns:a16="http://schemas.microsoft.com/office/drawing/2014/main" id="{7FBA9119-2A14-E84A-A39B-55E9D6AE939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9" name="Text Box 46">
                  <a:extLst>
                    <a:ext uri="{FF2B5EF4-FFF2-40B4-BE49-F238E27FC236}">
                      <a16:creationId xmlns:a16="http://schemas.microsoft.com/office/drawing/2014/main" id="{2944FA12-D5D2-E241-A9FC-D4A85A350D0A}"/>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e</a:t>
                  </a:r>
                  <a:endParaRPr lang="en-US" sz="2000" kern="0" dirty="0">
                    <a:solidFill>
                      <a:srgbClr val="000000"/>
                    </a:solidFill>
                  </a:endParaRPr>
                </a:p>
              </p:txBody>
            </p:sp>
          </p:grpSp>
        </p:grpSp>
        <p:grpSp>
          <p:nvGrpSpPr>
            <p:cNvPr id="286" name="Group 285">
              <a:extLst>
                <a:ext uri="{FF2B5EF4-FFF2-40B4-BE49-F238E27FC236}">
                  <a16:creationId xmlns:a16="http://schemas.microsoft.com/office/drawing/2014/main" id="{B9D4EE61-1CC1-6D4C-822D-300C73469B48}"/>
                </a:ext>
              </a:extLst>
            </p:cNvPr>
            <p:cNvGrpSpPr/>
            <p:nvPr/>
          </p:nvGrpSpPr>
          <p:grpSpPr>
            <a:xfrm>
              <a:off x="8197315" y="5805271"/>
              <a:ext cx="531821" cy="369069"/>
              <a:chOff x="1348328" y="2507397"/>
              <a:chExt cx="603916" cy="419100"/>
            </a:xfrm>
          </p:grpSpPr>
          <p:grpSp>
            <p:nvGrpSpPr>
              <p:cNvPr id="287" name="Group 286">
                <a:extLst>
                  <a:ext uri="{FF2B5EF4-FFF2-40B4-BE49-F238E27FC236}">
                    <a16:creationId xmlns:a16="http://schemas.microsoft.com/office/drawing/2014/main" id="{75D4F492-E56A-6541-9F9D-1D85B09999F3}"/>
                  </a:ext>
                </a:extLst>
              </p:cNvPr>
              <p:cNvGrpSpPr/>
              <p:nvPr/>
            </p:nvGrpSpPr>
            <p:grpSpPr>
              <a:xfrm>
                <a:off x="1348328" y="2555748"/>
                <a:ext cx="603916" cy="308999"/>
                <a:chOff x="5278570" y="2983486"/>
                <a:chExt cx="501650" cy="233363"/>
              </a:xfrm>
            </p:grpSpPr>
            <p:sp>
              <p:nvSpPr>
                <p:cNvPr id="291" name="Oval 5">
                  <a:extLst>
                    <a:ext uri="{FF2B5EF4-FFF2-40B4-BE49-F238E27FC236}">
                      <a16:creationId xmlns:a16="http://schemas.microsoft.com/office/drawing/2014/main" id="{190A087A-A659-3E4D-B4FE-1EA13D56BE4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2" name="Line 6">
                  <a:extLst>
                    <a:ext uri="{FF2B5EF4-FFF2-40B4-BE49-F238E27FC236}">
                      <a16:creationId xmlns:a16="http://schemas.microsoft.com/office/drawing/2014/main" id="{E7E9FE4A-5449-D244-A5A8-DEB5E1D8494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3" name="Line 7">
                  <a:extLst>
                    <a:ext uri="{FF2B5EF4-FFF2-40B4-BE49-F238E27FC236}">
                      <a16:creationId xmlns:a16="http://schemas.microsoft.com/office/drawing/2014/main" id="{8C243F83-93B5-2C49-9D61-2E8E8652A48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4" name="Rectangle 8">
                  <a:extLst>
                    <a:ext uri="{FF2B5EF4-FFF2-40B4-BE49-F238E27FC236}">
                      <a16:creationId xmlns:a16="http://schemas.microsoft.com/office/drawing/2014/main" id="{B0B61A2E-99AA-324F-8224-CB0B3B44042C}"/>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95" name="Oval 9">
                  <a:extLst>
                    <a:ext uri="{FF2B5EF4-FFF2-40B4-BE49-F238E27FC236}">
                      <a16:creationId xmlns:a16="http://schemas.microsoft.com/office/drawing/2014/main" id="{2F485C77-8179-0B4E-B93A-E5C91296B443}"/>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88" name="Group 44">
                <a:extLst>
                  <a:ext uri="{FF2B5EF4-FFF2-40B4-BE49-F238E27FC236}">
                    <a16:creationId xmlns:a16="http://schemas.microsoft.com/office/drawing/2014/main" id="{0826EA6F-730D-8C47-8DDA-2C65DD6716BA}"/>
                  </a:ext>
                </a:extLst>
              </p:cNvPr>
              <p:cNvGrpSpPr>
                <a:grpSpLocks/>
              </p:cNvGrpSpPr>
              <p:nvPr/>
            </p:nvGrpSpPr>
            <p:grpSpPr bwMode="auto">
              <a:xfrm>
                <a:off x="1492372" y="2507397"/>
                <a:ext cx="283194" cy="419100"/>
                <a:chOff x="2967" y="2425"/>
                <a:chExt cx="181" cy="264"/>
              </a:xfrm>
            </p:grpSpPr>
            <p:sp>
              <p:nvSpPr>
                <p:cNvPr id="289" name="Rectangle 45">
                  <a:extLst>
                    <a:ext uri="{FF2B5EF4-FFF2-40B4-BE49-F238E27FC236}">
                      <a16:creationId xmlns:a16="http://schemas.microsoft.com/office/drawing/2014/main" id="{C3E85E15-4F40-FF40-89C4-0E851470FA4F}"/>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0" name="Text Box 46">
                  <a:extLst>
                    <a:ext uri="{FF2B5EF4-FFF2-40B4-BE49-F238E27FC236}">
                      <a16:creationId xmlns:a16="http://schemas.microsoft.com/office/drawing/2014/main" id="{1905E332-CD71-E748-AE06-2A274A0D7B18}"/>
                    </a:ext>
                  </a:extLst>
                </p:cNvPr>
                <p:cNvSpPr txBox="1">
                  <a:spLocks noChangeArrowheads="1"/>
                </p:cNvSpPr>
                <p:nvPr/>
              </p:nvSpPr>
              <p:spPr bwMode="auto">
                <a:xfrm>
                  <a:off x="2967" y="2425"/>
                  <a:ext cx="18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f</a:t>
                  </a:r>
                  <a:endParaRPr lang="en-US" sz="2000" kern="0" dirty="0">
                    <a:solidFill>
                      <a:srgbClr val="000000"/>
                    </a:solidFill>
                  </a:endParaRPr>
                </a:p>
              </p:txBody>
            </p:sp>
          </p:grpSp>
        </p:grpSp>
      </p:grpSp>
      <p:sp>
        <p:nvSpPr>
          <p:cNvPr id="3" name="Freeform 2">
            <a:extLst>
              <a:ext uri="{FF2B5EF4-FFF2-40B4-BE49-F238E27FC236}">
                <a16:creationId xmlns:a16="http://schemas.microsoft.com/office/drawing/2014/main" id="{2C0204D3-6B89-BB42-939B-2BC738257374}"/>
              </a:ext>
            </a:extLst>
          </p:cNvPr>
          <p:cNvSpPr/>
          <p:nvPr/>
        </p:nvSpPr>
        <p:spPr>
          <a:xfrm>
            <a:off x="3078478" y="2885440"/>
            <a:ext cx="5923281" cy="3820160"/>
          </a:xfrm>
          <a:custGeom>
            <a:avLst/>
            <a:gdLst>
              <a:gd name="connsiteX0" fmla="*/ 528320 w 5049520"/>
              <a:gd name="connsiteY0" fmla="*/ 0 h 3840480"/>
              <a:gd name="connsiteX1" fmla="*/ 2275840 w 5049520"/>
              <a:gd name="connsiteY1" fmla="*/ 0 h 3840480"/>
              <a:gd name="connsiteX2" fmla="*/ 2255520 w 5049520"/>
              <a:gd name="connsiteY2" fmla="*/ 690880 h 3840480"/>
              <a:gd name="connsiteX3" fmla="*/ 5049520 w 5049520"/>
              <a:gd name="connsiteY3" fmla="*/ 680720 h 3840480"/>
              <a:gd name="connsiteX4" fmla="*/ 5049520 w 5049520"/>
              <a:gd name="connsiteY4" fmla="*/ 3820160 h 3840480"/>
              <a:gd name="connsiteX5" fmla="*/ 0 w 5049520"/>
              <a:gd name="connsiteY5" fmla="*/ 3840480 h 3840480"/>
              <a:gd name="connsiteX6" fmla="*/ 294640 w 5049520"/>
              <a:gd name="connsiteY6" fmla="*/ 375920 h 3840480"/>
              <a:gd name="connsiteX7" fmla="*/ 528320 w 5049520"/>
              <a:gd name="connsiteY7" fmla="*/ 0 h 3840480"/>
              <a:gd name="connsiteX0" fmla="*/ 528320 w 5049520"/>
              <a:gd name="connsiteY0" fmla="*/ 0 h 3840480"/>
              <a:gd name="connsiteX1" fmla="*/ 2275840 w 5049520"/>
              <a:gd name="connsiteY1" fmla="*/ 0 h 3840480"/>
              <a:gd name="connsiteX2" fmla="*/ 2275840 w 5049520"/>
              <a:gd name="connsiteY2" fmla="*/ 955040 h 3840480"/>
              <a:gd name="connsiteX3" fmla="*/ 5049520 w 5049520"/>
              <a:gd name="connsiteY3" fmla="*/ 680720 h 3840480"/>
              <a:gd name="connsiteX4" fmla="*/ 5049520 w 5049520"/>
              <a:gd name="connsiteY4" fmla="*/ 3820160 h 3840480"/>
              <a:gd name="connsiteX5" fmla="*/ 0 w 5049520"/>
              <a:gd name="connsiteY5" fmla="*/ 3840480 h 3840480"/>
              <a:gd name="connsiteX6" fmla="*/ 294640 w 5049520"/>
              <a:gd name="connsiteY6" fmla="*/ 375920 h 3840480"/>
              <a:gd name="connsiteX7" fmla="*/ 528320 w 5049520"/>
              <a:gd name="connsiteY7" fmla="*/ 0 h 3840480"/>
              <a:gd name="connsiteX0" fmla="*/ 528320 w 5049520"/>
              <a:gd name="connsiteY0" fmla="*/ 0 h 3840480"/>
              <a:gd name="connsiteX1" fmla="*/ 2275840 w 5049520"/>
              <a:gd name="connsiteY1" fmla="*/ 0 h 3840480"/>
              <a:gd name="connsiteX2" fmla="*/ 2275840 w 5049520"/>
              <a:gd name="connsiteY2" fmla="*/ 955040 h 3840480"/>
              <a:gd name="connsiteX3" fmla="*/ 5019040 w 5049520"/>
              <a:gd name="connsiteY3" fmla="*/ 782320 h 3840480"/>
              <a:gd name="connsiteX4" fmla="*/ 5049520 w 5049520"/>
              <a:gd name="connsiteY4" fmla="*/ 3820160 h 3840480"/>
              <a:gd name="connsiteX5" fmla="*/ 0 w 5049520"/>
              <a:gd name="connsiteY5" fmla="*/ 3840480 h 3840480"/>
              <a:gd name="connsiteX6" fmla="*/ 294640 w 5049520"/>
              <a:gd name="connsiteY6" fmla="*/ 375920 h 3840480"/>
              <a:gd name="connsiteX7" fmla="*/ 528320 w 5049520"/>
              <a:gd name="connsiteY7" fmla="*/ 0 h 3840480"/>
              <a:gd name="connsiteX0" fmla="*/ 528320 w 5049520"/>
              <a:gd name="connsiteY0" fmla="*/ 0 h 3840480"/>
              <a:gd name="connsiteX1" fmla="*/ 2275840 w 5049520"/>
              <a:gd name="connsiteY1" fmla="*/ 0 h 3840480"/>
              <a:gd name="connsiteX2" fmla="*/ 2275840 w 5049520"/>
              <a:gd name="connsiteY2" fmla="*/ 955040 h 3840480"/>
              <a:gd name="connsiteX3" fmla="*/ 5019040 w 5049520"/>
              <a:gd name="connsiteY3" fmla="*/ 782320 h 3840480"/>
              <a:gd name="connsiteX4" fmla="*/ 5049520 w 5049520"/>
              <a:gd name="connsiteY4" fmla="*/ 3820160 h 3840480"/>
              <a:gd name="connsiteX5" fmla="*/ 0 w 5049520"/>
              <a:gd name="connsiteY5" fmla="*/ 3840480 h 3840480"/>
              <a:gd name="connsiteX6" fmla="*/ 256923 w 5049520"/>
              <a:gd name="connsiteY6" fmla="*/ 904240 h 3840480"/>
              <a:gd name="connsiteX7" fmla="*/ 294640 w 5049520"/>
              <a:gd name="connsiteY7" fmla="*/ 375920 h 3840480"/>
              <a:gd name="connsiteX8" fmla="*/ 528320 w 5049520"/>
              <a:gd name="connsiteY8" fmla="*/ 0 h 3840480"/>
              <a:gd name="connsiteX0" fmla="*/ 1170627 w 5691827"/>
              <a:gd name="connsiteY0" fmla="*/ 0 h 3840480"/>
              <a:gd name="connsiteX1" fmla="*/ 2918147 w 5691827"/>
              <a:gd name="connsiteY1" fmla="*/ 0 h 3840480"/>
              <a:gd name="connsiteX2" fmla="*/ 2918147 w 5691827"/>
              <a:gd name="connsiteY2" fmla="*/ 955040 h 3840480"/>
              <a:gd name="connsiteX3" fmla="*/ 5661347 w 5691827"/>
              <a:gd name="connsiteY3" fmla="*/ 782320 h 3840480"/>
              <a:gd name="connsiteX4" fmla="*/ 5691827 w 5691827"/>
              <a:gd name="connsiteY4" fmla="*/ 3820160 h 3840480"/>
              <a:gd name="connsiteX5" fmla="*/ 642307 w 5691827"/>
              <a:gd name="connsiteY5" fmla="*/ 3840480 h 3840480"/>
              <a:gd name="connsiteX6" fmla="*/ 0 w 5691827"/>
              <a:gd name="connsiteY6" fmla="*/ 955040 h 3840480"/>
              <a:gd name="connsiteX7" fmla="*/ 936947 w 5691827"/>
              <a:gd name="connsiteY7" fmla="*/ 375920 h 3840480"/>
              <a:gd name="connsiteX8" fmla="*/ 1170627 w 5691827"/>
              <a:gd name="connsiteY8" fmla="*/ 0 h 3840480"/>
              <a:gd name="connsiteX0" fmla="*/ 1239799 w 5760999"/>
              <a:gd name="connsiteY0" fmla="*/ 0 h 3820160"/>
              <a:gd name="connsiteX1" fmla="*/ 2987319 w 5760999"/>
              <a:gd name="connsiteY1" fmla="*/ 0 h 3820160"/>
              <a:gd name="connsiteX2" fmla="*/ 2987319 w 5760999"/>
              <a:gd name="connsiteY2" fmla="*/ 955040 h 3820160"/>
              <a:gd name="connsiteX3" fmla="*/ 5730519 w 5760999"/>
              <a:gd name="connsiteY3" fmla="*/ 782320 h 3820160"/>
              <a:gd name="connsiteX4" fmla="*/ 5760999 w 5760999"/>
              <a:gd name="connsiteY4" fmla="*/ 3820160 h 3820160"/>
              <a:gd name="connsiteX5" fmla="*/ 0 w 5760999"/>
              <a:gd name="connsiteY5" fmla="*/ 3810000 h 3820160"/>
              <a:gd name="connsiteX6" fmla="*/ 69172 w 5760999"/>
              <a:gd name="connsiteY6" fmla="*/ 955040 h 3820160"/>
              <a:gd name="connsiteX7" fmla="*/ 1006119 w 5760999"/>
              <a:gd name="connsiteY7" fmla="*/ 375920 h 3820160"/>
              <a:gd name="connsiteX8" fmla="*/ 1239799 w 5760999"/>
              <a:gd name="connsiteY8" fmla="*/ 0 h 3820160"/>
              <a:gd name="connsiteX0" fmla="*/ 1239799 w 5760999"/>
              <a:gd name="connsiteY0" fmla="*/ 0 h 3820160"/>
              <a:gd name="connsiteX1" fmla="*/ 2987319 w 5760999"/>
              <a:gd name="connsiteY1" fmla="*/ 0 h 3820160"/>
              <a:gd name="connsiteX2" fmla="*/ 2987319 w 5760999"/>
              <a:gd name="connsiteY2" fmla="*/ 955040 h 3820160"/>
              <a:gd name="connsiteX3" fmla="*/ 5730519 w 5760999"/>
              <a:gd name="connsiteY3" fmla="*/ 782320 h 3820160"/>
              <a:gd name="connsiteX4" fmla="*/ 5760999 w 5760999"/>
              <a:gd name="connsiteY4" fmla="*/ 3820160 h 3820160"/>
              <a:gd name="connsiteX5" fmla="*/ 0 w 5760999"/>
              <a:gd name="connsiteY5" fmla="*/ 3810000 h 3820160"/>
              <a:gd name="connsiteX6" fmla="*/ 69172 w 5760999"/>
              <a:gd name="connsiteY6" fmla="*/ 955040 h 3820160"/>
              <a:gd name="connsiteX7" fmla="*/ 917184 w 5760999"/>
              <a:gd name="connsiteY7" fmla="*/ 904240 h 3820160"/>
              <a:gd name="connsiteX8" fmla="*/ 1239799 w 5760999"/>
              <a:gd name="connsiteY8" fmla="*/ 0 h 382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60999" h="3820160">
                <a:moveTo>
                  <a:pt x="1239799" y="0"/>
                </a:moveTo>
                <a:lnTo>
                  <a:pt x="2987319" y="0"/>
                </a:lnTo>
                <a:lnTo>
                  <a:pt x="2987319" y="955040"/>
                </a:lnTo>
                <a:lnTo>
                  <a:pt x="5730519" y="782320"/>
                </a:lnTo>
                <a:lnTo>
                  <a:pt x="5760999" y="3820160"/>
                </a:lnTo>
                <a:lnTo>
                  <a:pt x="0" y="3810000"/>
                </a:lnTo>
                <a:lnTo>
                  <a:pt x="69172" y="955040"/>
                </a:lnTo>
                <a:lnTo>
                  <a:pt x="917184" y="904240"/>
                </a:lnTo>
                <a:lnTo>
                  <a:pt x="1239799"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39" name="Group 238">
            <a:extLst>
              <a:ext uri="{FF2B5EF4-FFF2-40B4-BE49-F238E27FC236}">
                <a16:creationId xmlns:a16="http://schemas.microsoft.com/office/drawing/2014/main" id="{0E0A9FB0-8302-2744-A9AC-61FA5D0E591E}"/>
              </a:ext>
            </a:extLst>
          </p:cNvPr>
          <p:cNvGrpSpPr/>
          <p:nvPr/>
        </p:nvGrpSpPr>
        <p:grpSpPr>
          <a:xfrm>
            <a:off x="7010562" y="5133094"/>
            <a:ext cx="2128849" cy="1445342"/>
            <a:chOff x="7344204" y="108155"/>
            <a:chExt cx="2128849" cy="1445342"/>
          </a:xfrm>
        </p:grpSpPr>
        <p:sp>
          <p:nvSpPr>
            <p:cNvPr id="240" name="Rectangle 239">
              <a:extLst>
                <a:ext uri="{FF2B5EF4-FFF2-40B4-BE49-F238E27FC236}">
                  <a16:creationId xmlns:a16="http://schemas.microsoft.com/office/drawing/2014/main" id="{D243147C-9122-B241-8C55-25D0B03D8B27}"/>
                </a:ext>
              </a:extLst>
            </p:cNvPr>
            <p:cNvSpPr/>
            <p:nvPr/>
          </p:nvSpPr>
          <p:spPr>
            <a:xfrm>
              <a:off x="7413523" y="108155"/>
              <a:ext cx="1936954" cy="14355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52" name="Group 251">
              <a:extLst>
                <a:ext uri="{FF2B5EF4-FFF2-40B4-BE49-F238E27FC236}">
                  <a16:creationId xmlns:a16="http://schemas.microsoft.com/office/drawing/2014/main" id="{6D2336AA-0C32-324B-A00A-57F9CA7ECD15}"/>
                </a:ext>
              </a:extLst>
            </p:cNvPr>
            <p:cNvGrpSpPr/>
            <p:nvPr/>
          </p:nvGrpSpPr>
          <p:grpSpPr>
            <a:xfrm>
              <a:off x="7344204" y="120836"/>
              <a:ext cx="2128849" cy="1432661"/>
              <a:chOff x="7344204" y="120836"/>
              <a:chExt cx="2128849" cy="1432661"/>
            </a:xfrm>
          </p:grpSpPr>
          <p:sp>
            <p:nvSpPr>
              <p:cNvPr id="253" name="Rectangle 252">
                <a:extLst>
                  <a:ext uri="{FF2B5EF4-FFF2-40B4-BE49-F238E27FC236}">
                    <a16:creationId xmlns:a16="http://schemas.microsoft.com/office/drawing/2014/main" id="{9DC590FA-D1AC-6D48-9AED-FD23B9858548}"/>
                  </a:ext>
                </a:extLst>
              </p:cNvPr>
              <p:cNvSpPr/>
              <p:nvPr/>
            </p:nvSpPr>
            <p:spPr>
              <a:xfrm>
                <a:off x="7409951" y="124866"/>
                <a:ext cx="1940525"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54" name="TextBox 253">
                <a:extLst>
                  <a:ext uri="{FF2B5EF4-FFF2-40B4-BE49-F238E27FC236}">
                    <a16:creationId xmlns:a16="http://schemas.microsoft.com/office/drawing/2014/main" id="{8366C6AB-4C92-574D-ABC4-3F2AE3DE7BA4}"/>
                  </a:ext>
                </a:extLst>
              </p:cNvPr>
              <p:cNvSpPr txBox="1"/>
              <p:nvPr/>
            </p:nvSpPr>
            <p:spPr>
              <a:xfrm>
                <a:off x="7799764" y="120836"/>
                <a:ext cx="1117197" cy="400110"/>
              </a:xfrm>
              <a:prstGeom prst="rect">
                <a:avLst/>
              </a:prstGeom>
              <a:noFill/>
            </p:spPr>
            <p:txBody>
              <a:bodyPr wrap="square" rtlCol="0">
                <a:spAutoFit/>
              </a:bodyPr>
              <a:lstStyle/>
              <a:p>
                <a:pPr algn="ctr">
                  <a:spcAft>
                    <a:spcPts val="400"/>
                  </a:spcAft>
                </a:pPr>
                <a:r>
                  <a:rPr lang="en-US" sz="2000" dirty="0">
                    <a:solidFill>
                      <a:prstClr val="white"/>
                    </a:solidFill>
                  </a:rPr>
                  <a:t>DV in b:</a:t>
                </a:r>
              </a:p>
            </p:txBody>
          </p:sp>
          <p:cxnSp>
            <p:nvCxnSpPr>
              <p:cNvPr id="255" name="Straight Connector 254">
                <a:extLst>
                  <a:ext uri="{FF2B5EF4-FFF2-40B4-BE49-F238E27FC236}">
                    <a16:creationId xmlns:a16="http://schemas.microsoft.com/office/drawing/2014/main" id="{D0A767ED-844F-1848-B773-F20F44965F19}"/>
                  </a:ext>
                </a:extLst>
              </p:cNvPr>
              <p:cNvCxnSpPr>
                <a:cxnSpLocks/>
              </p:cNvCxnSpPr>
              <p:nvPr/>
            </p:nvCxnSpPr>
            <p:spPr>
              <a:xfrm>
                <a:off x="7401895" y="49525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56" name="Rectangle 255">
                <a:extLst>
                  <a:ext uri="{FF2B5EF4-FFF2-40B4-BE49-F238E27FC236}">
                    <a16:creationId xmlns:a16="http://schemas.microsoft.com/office/drawing/2014/main" id="{14FE793B-897D-AE4D-809B-4BC6049E42EF}"/>
                  </a:ext>
                </a:extLst>
              </p:cNvPr>
              <p:cNvSpPr/>
              <p:nvPr/>
            </p:nvSpPr>
            <p:spPr>
              <a:xfrm>
                <a:off x="7404189" y="124866"/>
                <a:ext cx="1936455" cy="142863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57" name="TextBox 256">
                <a:extLst>
                  <a:ext uri="{FF2B5EF4-FFF2-40B4-BE49-F238E27FC236}">
                    <a16:creationId xmlns:a16="http://schemas.microsoft.com/office/drawing/2014/main" id="{4C7B8338-DF18-834C-9D16-A6EFCD25492C}"/>
                  </a:ext>
                </a:extLst>
              </p:cNvPr>
              <p:cNvSpPr txBox="1"/>
              <p:nvPr/>
            </p:nvSpPr>
            <p:spPr>
              <a:xfrm>
                <a:off x="8362008" y="560500"/>
                <a:ext cx="1111045" cy="978729"/>
              </a:xfrm>
              <a:prstGeom prst="rect">
                <a:avLst/>
              </a:prstGeom>
              <a:noFill/>
            </p:spPr>
            <p:txBody>
              <a:bodyPr wrap="square" rtlCol="0">
                <a:spAutoFit/>
              </a:bodyPr>
              <a:lstStyle/>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(f) =</a:t>
                </a:r>
                <a:r>
                  <a:rPr lang="en-US" sz="1600" dirty="0">
                    <a:solidFill>
                      <a:prstClr val="black"/>
                    </a:solidFill>
                    <a:cs typeface="Arial" charset="0"/>
                  </a:rPr>
                  <a:t>2</a:t>
                </a:r>
              </a:p>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(g) =</a:t>
                </a:r>
                <a:r>
                  <a:rPr lang="en-US" sz="1600" dirty="0">
                    <a:solidFill>
                      <a:prstClr val="black"/>
                    </a:solidFill>
                    <a:cs typeface="Arial" charset="0"/>
                  </a:rPr>
                  <a:t> ∞</a:t>
                </a:r>
              </a:p>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(h) =</a:t>
                </a:r>
                <a:r>
                  <a:rPr lang="en-US" sz="1600" dirty="0">
                    <a:solidFill>
                      <a:prstClr val="black"/>
                    </a:solidFill>
                    <a:cs typeface="Arial" charset="0"/>
                  </a:rPr>
                  <a:t> 2</a:t>
                </a:r>
              </a:p>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sp>
            <p:nvSpPr>
              <p:cNvPr id="258" name="TextBox 257">
                <a:extLst>
                  <a:ext uri="{FF2B5EF4-FFF2-40B4-BE49-F238E27FC236}">
                    <a16:creationId xmlns:a16="http://schemas.microsoft.com/office/drawing/2014/main" id="{35BC9C8C-D610-0F40-9928-D68B0361F296}"/>
                  </a:ext>
                </a:extLst>
              </p:cNvPr>
              <p:cNvSpPr txBox="1"/>
              <p:nvPr/>
            </p:nvSpPr>
            <p:spPr>
              <a:xfrm>
                <a:off x="7344204" y="557387"/>
                <a:ext cx="1117197" cy="978729"/>
              </a:xfrm>
              <a:prstGeom prst="rect">
                <a:avLst/>
              </a:prstGeom>
              <a:noFill/>
            </p:spPr>
            <p:txBody>
              <a:bodyPr wrap="square" rtlCol="0">
                <a:spAutoFit/>
              </a:bodyPr>
              <a:lstStyle/>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(a) = 8</a:t>
                </a:r>
                <a:endParaRPr lang="en-US" sz="1600" dirty="0">
                  <a:solidFill>
                    <a:prstClr val="black"/>
                  </a:solidFill>
                  <a:cs typeface="Arial" charset="0"/>
                </a:endParaRPr>
              </a:p>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(c) =</a:t>
                </a:r>
                <a:r>
                  <a:rPr lang="en-US" sz="1600" dirty="0">
                    <a:solidFill>
                      <a:prstClr val="black"/>
                    </a:solidFill>
                    <a:cs typeface="Arial" charset="0"/>
                  </a:rPr>
                  <a:t> 1</a:t>
                </a:r>
                <a:endParaRPr lang="en-US" sz="1600" dirty="0">
                  <a:solidFill>
                    <a:prstClr val="black"/>
                  </a:solidFill>
                </a:endParaRPr>
              </a:p>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(d) =</a:t>
                </a:r>
                <a:r>
                  <a:rPr lang="en-US" sz="1600" dirty="0">
                    <a:solidFill>
                      <a:prstClr val="black"/>
                    </a:solidFill>
                    <a:cs typeface="Arial" charset="0"/>
                  </a:rPr>
                  <a:t> 2</a:t>
                </a:r>
                <a:endParaRPr lang="en-US" sz="1600" dirty="0">
                  <a:solidFill>
                    <a:prstClr val="black"/>
                  </a:solidFill>
                </a:endParaRPr>
              </a:p>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(e) =</a:t>
                </a:r>
                <a:r>
                  <a:rPr lang="en-US" sz="1600" dirty="0">
                    <a:solidFill>
                      <a:prstClr val="black"/>
                    </a:solidFill>
                    <a:cs typeface="Arial" charset="0"/>
                  </a:rPr>
                  <a:t> 1</a:t>
                </a:r>
                <a:endParaRPr lang="en-US" sz="1600" dirty="0">
                  <a:solidFill>
                    <a:prstClr val="black"/>
                  </a:solidFill>
                </a:endParaRPr>
              </a:p>
            </p:txBody>
          </p:sp>
        </p:grpSp>
      </p:grpSp>
      <p:grpSp>
        <p:nvGrpSpPr>
          <p:cNvPr id="178" name="Group 177">
            <a:extLst>
              <a:ext uri="{FF2B5EF4-FFF2-40B4-BE49-F238E27FC236}">
                <a16:creationId xmlns:a16="http://schemas.microsoft.com/office/drawing/2014/main" id="{89D4687F-AFE7-244E-A453-8BB8262DAAC3}"/>
              </a:ext>
            </a:extLst>
          </p:cNvPr>
          <p:cNvGrpSpPr/>
          <p:nvPr/>
        </p:nvGrpSpPr>
        <p:grpSpPr>
          <a:xfrm>
            <a:off x="6256790" y="3442384"/>
            <a:ext cx="531821" cy="369069"/>
            <a:chOff x="1348328" y="2507397"/>
            <a:chExt cx="603916" cy="419100"/>
          </a:xfrm>
        </p:grpSpPr>
        <p:grpSp>
          <p:nvGrpSpPr>
            <p:cNvPr id="179" name="Group 178">
              <a:extLst>
                <a:ext uri="{FF2B5EF4-FFF2-40B4-BE49-F238E27FC236}">
                  <a16:creationId xmlns:a16="http://schemas.microsoft.com/office/drawing/2014/main" id="{C2BE01E6-70E6-8E4C-BA8D-DED393966A32}"/>
                </a:ext>
              </a:extLst>
            </p:cNvPr>
            <p:cNvGrpSpPr/>
            <p:nvPr/>
          </p:nvGrpSpPr>
          <p:grpSpPr>
            <a:xfrm>
              <a:off x="1348328" y="2555748"/>
              <a:ext cx="603916" cy="308999"/>
              <a:chOff x="5278570" y="2983486"/>
              <a:chExt cx="501650" cy="233363"/>
            </a:xfrm>
          </p:grpSpPr>
          <p:sp>
            <p:nvSpPr>
              <p:cNvPr id="214" name="Oval 5">
                <a:extLst>
                  <a:ext uri="{FF2B5EF4-FFF2-40B4-BE49-F238E27FC236}">
                    <a16:creationId xmlns:a16="http://schemas.microsoft.com/office/drawing/2014/main" id="{576AA6BD-E7DD-0A40-BFA5-EFAB7BD890E8}"/>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20" name="Line 6">
                <a:extLst>
                  <a:ext uri="{FF2B5EF4-FFF2-40B4-BE49-F238E27FC236}">
                    <a16:creationId xmlns:a16="http://schemas.microsoft.com/office/drawing/2014/main" id="{FB5F05C7-2780-E646-8583-F10D5D5536E3}"/>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27" name="Line 7">
                <a:extLst>
                  <a:ext uri="{FF2B5EF4-FFF2-40B4-BE49-F238E27FC236}">
                    <a16:creationId xmlns:a16="http://schemas.microsoft.com/office/drawing/2014/main" id="{240BBD39-ACCD-DF48-9D18-EC6A730D10B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28" name="Rectangle 8">
                <a:extLst>
                  <a:ext uri="{FF2B5EF4-FFF2-40B4-BE49-F238E27FC236}">
                    <a16:creationId xmlns:a16="http://schemas.microsoft.com/office/drawing/2014/main" id="{349823E2-5D3A-874F-8AEA-E5A577221D06}"/>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29" name="Oval 9">
                <a:extLst>
                  <a:ext uri="{FF2B5EF4-FFF2-40B4-BE49-F238E27FC236}">
                    <a16:creationId xmlns:a16="http://schemas.microsoft.com/office/drawing/2014/main" id="{6A08B5E5-AB62-2748-A4C8-66903F651EDA}"/>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80" name="Group 44">
              <a:extLst>
                <a:ext uri="{FF2B5EF4-FFF2-40B4-BE49-F238E27FC236}">
                  <a16:creationId xmlns:a16="http://schemas.microsoft.com/office/drawing/2014/main" id="{43C35E11-2685-B047-A4DC-8CC297487F34}"/>
                </a:ext>
              </a:extLst>
            </p:cNvPr>
            <p:cNvGrpSpPr>
              <a:grpSpLocks/>
            </p:cNvGrpSpPr>
            <p:nvPr/>
          </p:nvGrpSpPr>
          <p:grpSpPr bwMode="auto">
            <a:xfrm>
              <a:off x="1456374" y="2507397"/>
              <a:ext cx="355165" cy="419100"/>
              <a:chOff x="2944" y="2425"/>
              <a:chExt cx="227" cy="264"/>
            </a:xfrm>
          </p:grpSpPr>
          <p:sp>
            <p:nvSpPr>
              <p:cNvPr id="181" name="Rectangle 45">
                <a:extLst>
                  <a:ext uri="{FF2B5EF4-FFF2-40B4-BE49-F238E27FC236}">
                    <a16:creationId xmlns:a16="http://schemas.microsoft.com/office/drawing/2014/main" id="{EC128E69-3091-E647-8AD6-7159F31038DC}"/>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82" name="Text Box 46">
                <a:extLst>
                  <a:ext uri="{FF2B5EF4-FFF2-40B4-BE49-F238E27FC236}">
                    <a16:creationId xmlns:a16="http://schemas.microsoft.com/office/drawing/2014/main" id="{A7A5AEDE-B171-4F4D-BA15-5EAD869315A0}"/>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e</a:t>
                </a:r>
                <a:endParaRPr lang="en-US" sz="2000" kern="0" dirty="0">
                  <a:solidFill>
                    <a:srgbClr val="000000"/>
                  </a:solidFill>
                </a:endParaRPr>
              </a:p>
            </p:txBody>
          </p:sp>
        </p:grpSp>
      </p:grpSp>
      <p:sp>
        <p:nvSpPr>
          <p:cNvPr id="259" name="Right Arrow 258">
            <a:extLst>
              <a:ext uri="{FF2B5EF4-FFF2-40B4-BE49-F238E27FC236}">
                <a16:creationId xmlns:a16="http://schemas.microsoft.com/office/drawing/2014/main" id="{E250E3B0-8C1E-E145-9521-A455E8D67258}"/>
              </a:ext>
            </a:extLst>
          </p:cNvPr>
          <p:cNvSpPr/>
          <p:nvPr/>
        </p:nvSpPr>
        <p:spPr>
          <a:xfrm rot="16200000">
            <a:off x="6307392" y="3030961"/>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64" name="Freeform 263">
            <a:extLst>
              <a:ext uri="{FF2B5EF4-FFF2-40B4-BE49-F238E27FC236}">
                <a16:creationId xmlns:a16="http://schemas.microsoft.com/office/drawing/2014/main" id="{858E32EE-CF9A-BC4E-8C7A-5B0F4E196DDB}"/>
              </a:ext>
            </a:extLst>
          </p:cNvPr>
          <p:cNvSpPr/>
          <p:nvPr/>
        </p:nvSpPr>
        <p:spPr>
          <a:xfrm>
            <a:off x="6784256" y="3016538"/>
            <a:ext cx="2899862" cy="2634390"/>
          </a:xfrm>
          <a:custGeom>
            <a:avLst/>
            <a:gdLst>
              <a:gd name="connsiteX0" fmla="*/ 0 w 2615381"/>
              <a:gd name="connsiteY0" fmla="*/ 0 h 2615381"/>
              <a:gd name="connsiteX1" fmla="*/ 2595716 w 2615381"/>
              <a:gd name="connsiteY1" fmla="*/ 235975 h 2615381"/>
              <a:gd name="connsiteX2" fmla="*/ 2615381 w 2615381"/>
              <a:gd name="connsiteY2" fmla="*/ 2615381 h 2615381"/>
              <a:gd name="connsiteX3" fmla="*/ 9832 w 2615381"/>
              <a:gd name="connsiteY3" fmla="*/ 167149 h 2615381"/>
              <a:gd name="connsiteX4" fmla="*/ 0 w 2615381"/>
              <a:gd name="connsiteY4" fmla="*/ 0 h 2615381"/>
              <a:gd name="connsiteX0" fmla="*/ 0 w 2654709"/>
              <a:gd name="connsiteY0" fmla="*/ 0 h 2615381"/>
              <a:gd name="connsiteX1" fmla="*/ 2654709 w 2654709"/>
              <a:gd name="connsiteY1" fmla="*/ 255639 h 2615381"/>
              <a:gd name="connsiteX2" fmla="*/ 2615381 w 2654709"/>
              <a:gd name="connsiteY2" fmla="*/ 2615381 h 2615381"/>
              <a:gd name="connsiteX3" fmla="*/ 9832 w 2654709"/>
              <a:gd name="connsiteY3" fmla="*/ 167149 h 2615381"/>
              <a:gd name="connsiteX4" fmla="*/ 0 w 2654709"/>
              <a:gd name="connsiteY4" fmla="*/ 0 h 2615381"/>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29497 w 2684207"/>
              <a:gd name="connsiteY0" fmla="*/ 0 h 2605549"/>
              <a:gd name="connsiteX1" fmla="*/ 2684206 w 2684207"/>
              <a:gd name="connsiteY1" fmla="*/ 255639 h 2605549"/>
              <a:gd name="connsiteX2" fmla="*/ 2684207 w 2684207"/>
              <a:gd name="connsiteY2" fmla="*/ 2605549 h 2605549"/>
              <a:gd name="connsiteX3" fmla="*/ 0 w 2684207"/>
              <a:gd name="connsiteY3" fmla="*/ 176981 h 2605549"/>
              <a:gd name="connsiteX4" fmla="*/ 29497 w 2684207"/>
              <a:gd name="connsiteY4" fmla="*/ 0 h 2605549"/>
              <a:gd name="connsiteX0" fmla="*/ 29497 w 2684207"/>
              <a:gd name="connsiteY0" fmla="*/ 0 h 2605549"/>
              <a:gd name="connsiteX1" fmla="*/ 2684206 w 2684207"/>
              <a:gd name="connsiteY1" fmla="*/ 255639 h 2605549"/>
              <a:gd name="connsiteX2" fmla="*/ 2684207 w 2684207"/>
              <a:gd name="connsiteY2" fmla="*/ 2605549 h 2605549"/>
              <a:gd name="connsiteX3" fmla="*/ 0 w 2684207"/>
              <a:gd name="connsiteY3" fmla="*/ 176981 h 2605549"/>
              <a:gd name="connsiteX4" fmla="*/ 29497 w 2684207"/>
              <a:gd name="connsiteY4" fmla="*/ 0 h 2605549"/>
              <a:gd name="connsiteX0" fmla="*/ 226143 w 2880853"/>
              <a:gd name="connsiteY0" fmla="*/ 0 h 2605549"/>
              <a:gd name="connsiteX1" fmla="*/ 2880852 w 2880853"/>
              <a:gd name="connsiteY1" fmla="*/ 255639 h 2605549"/>
              <a:gd name="connsiteX2" fmla="*/ 2880853 w 2880853"/>
              <a:gd name="connsiteY2" fmla="*/ 2605549 h 2605549"/>
              <a:gd name="connsiteX3" fmla="*/ 0 w 2880853"/>
              <a:gd name="connsiteY3" fmla="*/ 1543665 h 2605549"/>
              <a:gd name="connsiteX4" fmla="*/ 226143 w 2880853"/>
              <a:gd name="connsiteY4" fmla="*/ 0 h 2605549"/>
              <a:gd name="connsiteX0" fmla="*/ 226143 w 2880853"/>
              <a:gd name="connsiteY0" fmla="*/ 0 h 2605549"/>
              <a:gd name="connsiteX1" fmla="*/ 2880852 w 2880853"/>
              <a:gd name="connsiteY1" fmla="*/ 255639 h 2605549"/>
              <a:gd name="connsiteX2" fmla="*/ 2880853 w 2880853"/>
              <a:gd name="connsiteY2" fmla="*/ 2605549 h 2605549"/>
              <a:gd name="connsiteX3" fmla="*/ 0 w 2880853"/>
              <a:gd name="connsiteY3" fmla="*/ 1543665 h 2605549"/>
              <a:gd name="connsiteX4" fmla="*/ 226143 w 2880853"/>
              <a:gd name="connsiteY4" fmla="*/ 0 h 2605549"/>
              <a:gd name="connsiteX0" fmla="*/ 226143 w 2880853"/>
              <a:gd name="connsiteY0" fmla="*/ 0 h 2605549"/>
              <a:gd name="connsiteX1" fmla="*/ 2880852 w 2880853"/>
              <a:gd name="connsiteY1" fmla="*/ 255639 h 2605549"/>
              <a:gd name="connsiteX2" fmla="*/ 2880853 w 2880853"/>
              <a:gd name="connsiteY2" fmla="*/ 2605549 h 2605549"/>
              <a:gd name="connsiteX3" fmla="*/ 0 w 2880853"/>
              <a:gd name="connsiteY3" fmla="*/ 1543665 h 2605549"/>
              <a:gd name="connsiteX4" fmla="*/ 226143 w 2880853"/>
              <a:gd name="connsiteY4" fmla="*/ 0 h 2605549"/>
              <a:gd name="connsiteX0" fmla="*/ 0 w 2939845"/>
              <a:gd name="connsiteY0" fmla="*/ 1140541 h 2349910"/>
              <a:gd name="connsiteX1" fmla="*/ 2939844 w 2939845"/>
              <a:gd name="connsiteY1" fmla="*/ 0 h 2349910"/>
              <a:gd name="connsiteX2" fmla="*/ 2939845 w 2939845"/>
              <a:gd name="connsiteY2" fmla="*/ 2349910 h 2349910"/>
              <a:gd name="connsiteX3" fmla="*/ 58992 w 2939845"/>
              <a:gd name="connsiteY3" fmla="*/ 1288026 h 2349910"/>
              <a:gd name="connsiteX4" fmla="*/ 0 w 2939845"/>
              <a:gd name="connsiteY4" fmla="*/ 1140541 h 2349910"/>
              <a:gd name="connsiteX0" fmla="*/ 0 w 2939845"/>
              <a:gd name="connsiteY0" fmla="*/ 1140541 h 2349910"/>
              <a:gd name="connsiteX1" fmla="*/ 2939844 w 2939845"/>
              <a:gd name="connsiteY1" fmla="*/ 0 h 2349910"/>
              <a:gd name="connsiteX2" fmla="*/ 2939845 w 2939845"/>
              <a:gd name="connsiteY2" fmla="*/ 2349910 h 2349910"/>
              <a:gd name="connsiteX3" fmla="*/ 58992 w 2939845"/>
              <a:gd name="connsiteY3" fmla="*/ 1288026 h 2349910"/>
              <a:gd name="connsiteX4" fmla="*/ 0 w 2939845"/>
              <a:gd name="connsiteY4" fmla="*/ 1140541 h 2349910"/>
              <a:gd name="connsiteX0" fmla="*/ 0 w 2939845"/>
              <a:gd name="connsiteY0" fmla="*/ 1140541 h 2349910"/>
              <a:gd name="connsiteX1" fmla="*/ 2939844 w 2939845"/>
              <a:gd name="connsiteY1" fmla="*/ 0 h 2349910"/>
              <a:gd name="connsiteX2" fmla="*/ 2939845 w 2939845"/>
              <a:gd name="connsiteY2" fmla="*/ 2349910 h 2349910"/>
              <a:gd name="connsiteX3" fmla="*/ 58992 w 2939845"/>
              <a:gd name="connsiteY3" fmla="*/ 1288026 h 2349910"/>
              <a:gd name="connsiteX4" fmla="*/ 0 w 2939845"/>
              <a:gd name="connsiteY4" fmla="*/ 1140541 h 2349910"/>
              <a:gd name="connsiteX0" fmla="*/ 0 w 2939845"/>
              <a:gd name="connsiteY0" fmla="*/ 1140541 h 2349910"/>
              <a:gd name="connsiteX1" fmla="*/ 2939844 w 2939845"/>
              <a:gd name="connsiteY1" fmla="*/ 0 h 2349910"/>
              <a:gd name="connsiteX2" fmla="*/ 2939845 w 2939845"/>
              <a:gd name="connsiteY2" fmla="*/ 2349910 h 2349910"/>
              <a:gd name="connsiteX3" fmla="*/ 19663 w 2939845"/>
              <a:gd name="connsiteY3" fmla="*/ 1307690 h 2349910"/>
              <a:gd name="connsiteX4" fmla="*/ 0 w 2939845"/>
              <a:gd name="connsiteY4" fmla="*/ 1140541 h 2349910"/>
              <a:gd name="connsiteX0" fmla="*/ 0 w 2939844"/>
              <a:gd name="connsiteY0" fmla="*/ 1140541 h 2878230"/>
              <a:gd name="connsiteX1" fmla="*/ 2939844 w 2939844"/>
              <a:gd name="connsiteY1" fmla="*/ 0 h 2878230"/>
              <a:gd name="connsiteX2" fmla="*/ 2919525 w 2939844"/>
              <a:gd name="connsiteY2" fmla="*/ 2878230 h 2878230"/>
              <a:gd name="connsiteX3" fmla="*/ 19663 w 2939844"/>
              <a:gd name="connsiteY3" fmla="*/ 1307690 h 2878230"/>
              <a:gd name="connsiteX4" fmla="*/ 0 w 2939844"/>
              <a:gd name="connsiteY4" fmla="*/ 1140541 h 2878230"/>
              <a:gd name="connsiteX0" fmla="*/ 0 w 2939844"/>
              <a:gd name="connsiteY0" fmla="*/ 1140541 h 2878230"/>
              <a:gd name="connsiteX1" fmla="*/ 2939844 w 2939844"/>
              <a:gd name="connsiteY1" fmla="*/ 0 h 2878230"/>
              <a:gd name="connsiteX2" fmla="*/ 2919525 w 2939844"/>
              <a:gd name="connsiteY2" fmla="*/ 2878230 h 2878230"/>
              <a:gd name="connsiteX3" fmla="*/ 19663 w 2939844"/>
              <a:gd name="connsiteY3" fmla="*/ 1307690 h 2878230"/>
              <a:gd name="connsiteX4" fmla="*/ 0 w 2939844"/>
              <a:gd name="connsiteY4" fmla="*/ 1140541 h 2878230"/>
              <a:gd name="connsiteX0" fmla="*/ 0 w 2919525"/>
              <a:gd name="connsiteY0" fmla="*/ 896701 h 2634390"/>
              <a:gd name="connsiteX1" fmla="*/ 2899204 w 2919525"/>
              <a:gd name="connsiteY1" fmla="*/ 0 h 2634390"/>
              <a:gd name="connsiteX2" fmla="*/ 2919525 w 2919525"/>
              <a:gd name="connsiteY2" fmla="*/ 2634390 h 2634390"/>
              <a:gd name="connsiteX3" fmla="*/ 19663 w 2919525"/>
              <a:gd name="connsiteY3" fmla="*/ 1063850 h 2634390"/>
              <a:gd name="connsiteX4" fmla="*/ 0 w 2919525"/>
              <a:gd name="connsiteY4" fmla="*/ 896701 h 2634390"/>
              <a:gd name="connsiteX0" fmla="*/ 0 w 2919525"/>
              <a:gd name="connsiteY0" fmla="*/ 896701 h 2634390"/>
              <a:gd name="connsiteX1" fmla="*/ 2899204 w 2919525"/>
              <a:gd name="connsiteY1" fmla="*/ 0 h 2634390"/>
              <a:gd name="connsiteX2" fmla="*/ 2919525 w 2919525"/>
              <a:gd name="connsiteY2" fmla="*/ 2634390 h 2634390"/>
              <a:gd name="connsiteX3" fmla="*/ 19663 w 2919525"/>
              <a:gd name="connsiteY3" fmla="*/ 1063850 h 2634390"/>
              <a:gd name="connsiteX4" fmla="*/ 0 w 2919525"/>
              <a:gd name="connsiteY4" fmla="*/ 896701 h 2634390"/>
              <a:gd name="connsiteX0" fmla="*/ 0 w 2919525"/>
              <a:gd name="connsiteY0" fmla="*/ 896701 h 2634390"/>
              <a:gd name="connsiteX1" fmla="*/ 2899204 w 2919525"/>
              <a:gd name="connsiteY1" fmla="*/ 0 h 2634390"/>
              <a:gd name="connsiteX2" fmla="*/ 2919525 w 2919525"/>
              <a:gd name="connsiteY2" fmla="*/ 2634390 h 2634390"/>
              <a:gd name="connsiteX3" fmla="*/ 29823 w 2919525"/>
              <a:gd name="connsiteY3" fmla="*/ 1094330 h 2634390"/>
              <a:gd name="connsiteX4" fmla="*/ 0 w 2919525"/>
              <a:gd name="connsiteY4" fmla="*/ 896701 h 2634390"/>
              <a:gd name="connsiteX0" fmla="*/ 0 w 2919525"/>
              <a:gd name="connsiteY0" fmla="*/ 896701 h 2634390"/>
              <a:gd name="connsiteX1" fmla="*/ 2899204 w 2919525"/>
              <a:gd name="connsiteY1" fmla="*/ 0 h 2634390"/>
              <a:gd name="connsiteX2" fmla="*/ 2919525 w 2919525"/>
              <a:gd name="connsiteY2" fmla="*/ 2634390 h 2634390"/>
              <a:gd name="connsiteX3" fmla="*/ 29823 w 2919525"/>
              <a:gd name="connsiteY3" fmla="*/ 1094330 h 2634390"/>
              <a:gd name="connsiteX4" fmla="*/ 0 w 2919525"/>
              <a:gd name="connsiteY4" fmla="*/ 896701 h 2634390"/>
              <a:gd name="connsiteX0" fmla="*/ 10817 w 2889702"/>
              <a:gd name="connsiteY0" fmla="*/ 896701 h 2634390"/>
              <a:gd name="connsiteX1" fmla="*/ 2869381 w 2889702"/>
              <a:gd name="connsiteY1" fmla="*/ 0 h 2634390"/>
              <a:gd name="connsiteX2" fmla="*/ 2889702 w 2889702"/>
              <a:gd name="connsiteY2" fmla="*/ 2634390 h 2634390"/>
              <a:gd name="connsiteX3" fmla="*/ 0 w 2889702"/>
              <a:gd name="connsiteY3" fmla="*/ 1094330 h 2634390"/>
              <a:gd name="connsiteX4" fmla="*/ 10817 w 2889702"/>
              <a:gd name="connsiteY4" fmla="*/ 896701 h 2634390"/>
              <a:gd name="connsiteX0" fmla="*/ 10817 w 2889702"/>
              <a:gd name="connsiteY0" fmla="*/ 896701 h 2634390"/>
              <a:gd name="connsiteX1" fmla="*/ 2869381 w 2889702"/>
              <a:gd name="connsiteY1" fmla="*/ 0 h 2634390"/>
              <a:gd name="connsiteX2" fmla="*/ 2889702 w 2889702"/>
              <a:gd name="connsiteY2" fmla="*/ 2634390 h 2634390"/>
              <a:gd name="connsiteX3" fmla="*/ 0 w 2889702"/>
              <a:gd name="connsiteY3" fmla="*/ 1094330 h 2634390"/>
              <a:gd name="connsiteX4" fmla="*/ 10817 w 2889702"/>
              <a:gd name="connsiteY4" fmla="*/ 896701 h 2634390"/>
              <a:gd name="connsiteX0" fmla="*/ 0 w 2899205"/>
              <a:gd name="connsiteY0" fmla="*/ 541101 h 2634390"/>
              <a:gd name="connsiteX1" fmla="*/ 2878884 w 2899205"/>
              <a:gd name="connsiteY1" fmla="*/ 0 h 2634390"/>
              <a:gd name="connsiteX2" fmla="*/ 2899205 w 2899205"/>
              <a:gd name="connsiteY2" fmla="*/ 2634390 h 2634390"/>
              <a:gd name="connsiteX3" fmla="*/ 9503 w 2899205"/>
              <a:gd name="connsiteY3" fmla="*/ 1094330 h 2634390"/>
              <a:gd name="connsiteX4" fmla="*/ 0 w 2899205"/>
              <a:gd name="connsiteY4" fmla="*/ 541101 h 2634390"/>
              <a:gd name="connsiteX0" fmla="*/ 0 w 2899205"/>
              <a:gd name="connsiteY0" fmla="*/ 541101 h 2634390"/>
              <a:gd name="connsiteX1" fmla="*/ 2878884 w 2899205"/>
              <a:gd name="connsiteY1" fmla="*/ 0 h 2634390"/>
              <a:gd name="connsiteX2" fmla="*/ 2899205 w 2899205"/>
              <a:gd name="connsiteY2" fmla="*/ 2634390 h 2634390"/>
              <a:gd name="connsiteX3" fmla="*/ 9503 w 2899205"/>
              <a:gd name="connsiteY3" fmla="*/ 1094330 h 2634390"/>
              <a:gd name="connsiteX4" fmla="*/ 0 w 2899205"/>
              <a:gd name="connsiteY4" fmla="*/ 541101 h 2634390"/>
              <a:gd name="connsiteX0" fmla="*/ 657 w 2899862"/>
              <a:gd name="connsiteY0" fmla="*/ 541101 h 2634390"/>
              <a:gd name="connsiteX1" fmla="*/ 2879541 w 2899862"/>
              <a:gd name="connsiteY1" fmla="*/ 0 h 2634390"/>
              <a:gd name="connsiteX2" fmla="*/ 2899862 w 2899862"/>
              <a:gd name="connsiteY2" fmla="*/ 2634390 h 2634390"/>
              <a:gd name="connsiteX3" fmla="*/ 0 w 2899862"/>
              <a:gd name="connsiteY3" fmla="*/ 708250 h 2634390"/>
              <a:gd name="connsiteX4" fmla="*/ 657 w 2899862"/>
              <a:gd name="connsiteY4" fmla="*/ 541101 h 2634390"/>
              <a:gd name="connsiteX0" fmla="*/ 657 w 2899862"/>
              <a:gd name="connsiteY0" fmla="*/ 541101 h 2634390"/>
              <a:gd name="connsiteX1" fmla="*/ 2879541 w 2899862"/>
              <a:gd name="connsiteY1" fmla="*/ 0 h 2634390"/>
              <a:gd name="connsiteX2" fmla="*/ 2899862 w 2899862"/>
              <a:gd name="connsiteY2" fmla="*/ 2634390 h 2634390"/>
              <a:gd name="connsiteX3" fmla="*/ 0 w 2899862"/>
              <a:gd name="connsiteY3" fmla="*/ 708250 h 2634390"/>
              <a:gd name="connsiteX4" fmla="*/ 657 w 2899862"/>
              <a:gd name="connsiteY4" fmla="*/ 541101 h 26343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9862" h="2634390">
                <a:moveTo>
                  <a:pt x="657" y="541101"/>
                </a:moveTo>
                <a:cubicBezTo>
                  <a:pt x="1842566" y="465721"/>
                  <a:pt x="1787505" y="533564"/>
                  <a:pt x="2879541" y="0"/>
                </a:cubicBezTo>
                <a:cubicBezTo>
                  <a:pt x="2879541" y="783303"/>
                  <a:pt x="2899862" y="1851087"/>
                  <a:pt x="2899862" y="2634390"/>
                </a:cubicBezTo>
                <a:cubicBezTo>
                  <a:pt x="2640945" y="598784"/>
                  <a:pt x="2154903" y="642374"/>
                  <a:pt x="0" y="708250"/>
                </a:cubicBezTo>
                <a:lnTo>
                  <a:pt x="657" y="541101"/>
                </a:ln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65" name="Down Arrow 264">
            <a:extLst>
              <a:ext uri="{FF2B5EF4-FFF2-40B4-BE49-F238E27FC236}">
                <a16:creationId xmlns:a16="http://schemas.microsoft.com/office/drawing/2014/main" id="{3CB1AFBB-CB3F-1542-8613-2F98EF8BBFE5}"/>
              </a:ext>
            </a:extLst>
          </p:cNvPr>
          <p:cNvSpPr/>
          <p:nvPr/>
        </p:nvSpPr>
        <p:spPr>
          <a:xfrm rot="16200000">
            <a:off x="6612907" y="5410623"/>
            <a:ext cx="339615" cy="560629"/>
          </a:xfrm>
          <a:prstGeom prst="downArrow">
            <a:avLst/>
          </a:prstGeom>
          <a:gradFill>
            <a:gsLst>
              <a:gs pos="0">
                <a:schemeClr val="bg1"/>
              </a:gs>
              <a:gs pos="100000">
                <a:schemeClr val="accent5">
                  <a:lumMod val="40000"/>
                  <a:lumOff val="6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10" name="Group 9">
            <a:extLst>
              <a:ext uri="{FF2B5EF4-FFF2-40B4-BE49-F238E27FC236}">
                <a16:creationId xmlns:a16="http://schemas.microsoft.com/office/drawing/2014/main" id="{B3DD77FF-E95C-9640-83A8-8668D2A2C680}"/>
              </a:ext>
            </a:extLst>
          </p:cNvPr>
          <p:cNvGrpSpPr/>
          <p:nvPr/>
        </p:nvGrpSpPr>
        <p:grpSpPr>
          <a:xfrm>
            <a:off x="751840" y="2113280"/>
            <a:ext cx="6014720" cy="4541520"/>
            <a:chOff x="751840" y="2113280"/>
            <a:chExt cx="6014720" cy="4541520"/>
          </a:xfrm>
        </p:grpSpPr>
        <p:sp>
          <p:nvSpPr>
            <p:cNvPr id="176" name="Rectangle 175">
              <a:extLst>
                <a:ext uri="{FF2B5EF4-FFF2-40B4-BE49-F238E27FC236}">
                  <a16:creationId xmlns:a16="http://schemas.microsoft.com/office/drawing/2014/main" id="{F01C52F0-787E-E542-8310-BD2127FCC025}"/>
                </a:ext>
              </a:extLst>
            </p:cNvPr>
            <p:cNvSpPr/>
            <p:nvPr/>
          </p:nvSpPr>
          <p:spPr>
            <a:xfrm>
              <a:off x="782320" y="3942080"/>
              <a:ext cx="5659120" cy="2712720"/>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8" name="Freeform 7">
              <a:extLst>
                <a:ext uri="{FF2B5EF4-FFF2-40B4-BE49-F238E27FC236}">
                  <a16:creationId xmlns:a16="http://schemas.microsoft.com/office/drawing/2014/main" id="{0B553762-65E4-7242-AB73-E073D39B1FB6}"/>
                </a:ext>
              </a:extLst>
            </p:cNvPr>
            <p:cNvSpPr/>
            <p:nvPr/>
          </p:nvSpPr>
          <p:spPr>
            <a:xfrm>
              <a:off x="751840" y="2113280"/>
              <a:ext cx="6014720" cy="1838960"/>
            </a:xfrm>
            <a:custGeom>
              <a:avLst/>
              <a:gdLst>
                <a:gd name="connsiteX0" fmla="*/ 6014720 w 6014720"/>
                <a:gd name="connsiteY0" fmla="*/ 0 h 1838960"/>
                <a:gd name="connsiteX1" fmla="*/ 5618480 w 6014720"/>
                <a:gd name="connsiteY1" fmla="*/ 1838960 h 1838960"/>
                <a:gd name="connsiteX2" fmla="*/ 0 w 6014720"/>
                <a:gd name="connsiteY2" fmla="*/ 1838960 h 1838960"/>
                <a:gd name="connsiteX3" fmla="*/ 5496560 w 6014720"/>
                <a:gd name="connsiteY3" fmla="*/ 0 h 1838960"/>
                <a:gd name="connsiteX4" fmla="*/ 6014720 w 6014720"/>
                <a:gd name="connsiteY4" fmla="*/ 0 h 1838960"/>
                <a:gd name="connsiteX0" fmla="*/ 6014720 w 6014720"/>
                <a:gd name="connsiteY0" fmla="*/ 0 h 1838960"/>
                <a:gd name="connsiteX1" fmla="*/ 5618480 w 6014720"/>
                <a:gd name="connsiteY1" fmla="*/ 1838960 h 1838960"/>
                <a:gd name="connsiteX2" fmla="*/ 0 w 6014720"/>
                <a:gd name="connsiteY2" fmla="*/ 1838960 h 1838960"/>
                <a:gd name="connsiteX3" fmla="*/ 5496560 w 6014720"/>
                <a:gd name="connsiteY3" fmla="*/ 0 h 1838960"/>
                <a:gd name="connsiteX4" fmla="*/ 6014720 w 6014720"/>
                <a:gd name="connsiteY4" fmla="*/ 0 h 1838960"/>
                <a:gd name="connsiteX0" fmla="*/ 6014720 w 6014720"/>
                <a:gd name="connsiteY0" fmla="*/ 0 h 1838960"/>
                <a:gd name="connsiteX1" fmla="*/ 5618480 w 6014720"/>
                <a:gd name="connsiteY1" fmla="*/ 1838960 h 1838960"/>
                <a:gd name="connsiteX2" fmla="*/ 0 w 6014720"/>
                <a:gd name="connsiteY2" fmla="*/ 1838960 h 1838960"/>
                <a:gd name="connsiteX3" fmla="*/ 5496560 w 6014720"/>
                <a:gd name="connsiteY3" fmla="*/ 0 h 1838960"/>
                <a:gd name="connsiteX4" fmla="*/ 6014720 w 6014720"/>
                <a:gd name="connsiteY4" fmla="*/ 0 h 1838960"/>
                <a:gd name="connsiteX0" fmla="*/ 6014720 w 6014720"/>
                <a:gd name="connsiteY0" fmla="*/ 0 h 1838960"/>
                <a:gd name="connsiteX1" fmla="*/ 5618480 w 6014720"/>
                <a:gd name="connsiteY1" fmla="*/ 1838960 h 1838960"/>
                <a:gd name="connsiteX2" fmla="*/ 0 w 6014720"/>
                <a:gd name="connsiteY2" fmla="*/ 1838960 h 1838960"/>
                <a:gd name="connsiteX3" fmla="*/ 5496560 w 6014720"/>
                <a:gd name="connsiteY3" fmla="*/ 0 h 1838960"/>
                <a:gd name="connsiteX4" fmla="*/ 6014720 w 6014720"/>
                <a:gd name="connsiteY4" fmla="*/ 0 h 1838960"/>
                <a:gd name="connsiteX0" fmla="*/ 6014720 w 6014720"/>
                <a:gd name="connsiteY0" fmla="*/ 0 h 1838960"/>
                <a:gd name="connsiteX1" fmla="*/ 5618480 w 6014720"/>
                <a:gd name="connsiteY1" fmla="*/ 1838960 h 1838960"/>
                <a:gd name="connsiteX2" fmla="*/ 0 w 6014720"/>
                <a:gd name="connsiteY2" fmla="*/ 1838960 h 1838960"/>
                <a:gd name="connsiteX3" fmla="*/ 5496560 w 6014720"/>
                <a:gd name="connsiteY3" fmla="*/ 0 h 1838960"/>
                <a:gd name="connsiteX4" fmla="*/ 6014720 w 6014720"/>
                <a:gd name="connsiteY4" fmla="*/ 0 h 1838960"/>
                <a:gd name="connsiteX0" fmla="*/ 6014720 w 6014720"/>
                <a:gd name="connsiteY0" fmla="*/ 0 h 1838960"/>
                <a:gd name="connsiteX1" fmla="*/ 5618480 w 6014720"/>
                <a:gd name="connsiteY1" fmla="*/ 1838960 h 1838960"/>
                <a:gd name="connsiteX2" fmla="*/ 0 w 6014720"/>
                <a:gd name="connsiteY2" fmla="*/ 1838960 h 1838960"/>
                <a:gd name="connsiteX3" fmla="*/ 5496560 w 6014720"/>
                <a:gd name="connsiteY3" fmla="*/ 0 h 1838960"/>
                <a:gd name="connsiteX4" fmla="*/ 6014720 w 6014720"/>
                <a:gd name="connsiteY4" fmla="*/ 0 h 1838960"/>
                <a:gd name="connsiteX0" fmla="*/ 6014720 w 6014720"/>
                <a:gd name="connsiteY0" fmla="*/ 0 h 1838960"/>
                <a:gd name="connsiteX1" fmla="*/ 5618480 w 6014720"/>
                <a:gd name="connsiteY1" fmla="*/ 1838960 h 1838960"/>
                <a:gd name="connsiteX2" fmla="*/ 0 w 6014720"/>
                <a:gd name="connsiteY2" fmla="*/ 1838960 h 1838960"/>
                <a:gd name="connsiteX3" fmla="*/ 5496560 w 6014720"/>
                <a:gd name="connsiteY3" fmla="*/ 0 h 1838960"/>
                <a:gd name="connsiteX4" fmla="*/ 6014720 w 6014720"/>
                <a:gd name="connsiteY4" fmla="*/ 0 h 1838960"/>
                <a:gd name="connsiteX0" fmla="*/ 6014720 w 6014720"/>
                <a:gd name="connsiteY0" fmla="*/ 0 h 1838960"/>
                <a:gd name="connsiteX1" fmla="*/ 5618480 w 6014720"/>
                <a:gd name="connsiteY1" fmla="*/ 1838960 h 1838960"/>
                <a:gd name="connsiteX2" fmla="*/ 0 w 6014720"/>
                <a:gd name="connsiteY2" fmla="*/ 1838960 h 1838960"/>
                <a:gd name="connsiteX3" fmla="*/ 5496560 w 6014720"/>
                <a:gd name="connsiteY3" fmla="*/ 0 h 1838960"/>
                <a:gd name="connsiteX4" fmla="*/ 6014720 w 6014720"/>
                <a:gd name="connsiteY4" fmla="*/ 0 h 1838960"/>
                <a:gd name="connsiteX0" fmla="*/ 6014720 w 6014720"/>
                <a:gd name="connsiteY0" fmla="*/ 0 h 1838960"/>
                <a:gd name="connsiteX1" fmla="*/ 5618480 w 6014720"/>
                <a:gd name="connsiteY1" fmla="*/ 1838960 h 1838960"/>
                <a:gd name="connsiteX2" fmla="*/ 0 w 6014720"/>
                <a:gd name="connsiteY2" fmla="*/ 1838960 h 1838960"/>
                <a:gd name="connsiteX3" fmla="*/ 5496560 w 6014720"/>
                <a:gd name="connsiteY3" fmla="*/ 0 h 1838960"/>
                <a:gd name="connsiteX4" fmla="*/ 6014720 w 6014720"/>
                <a:gd name="connsiteY4" fmla="*/ 0 h 1838960"/>
                <a:gd name="connsiteX0" fmla="*/ 6014720 w 6014720"/>
                <a:gd name="connsiteY0" fmla="*/ 0 h 1838960"/>
                <a:gd name="connsiteX1" fmla="*/ 5659120 w 6014720"/>
                <a:gd name="connsiteY1" fmla="*/ 1838960 h 1838960"/>
                <a:gd name="connsiteX2" fmla="*/ 0 w 6014720"/>
                <a:gd name="connsiteY2" fmla="*/ 1838960 h 1838960"/>
                <a:gd name="connsiteX3" fmla="*/ 5496560 w 6014720"/>
                <a:gd name="connsiteY3" fmla="*/ 0 h 1838960"/>
                <a:gd name="connsiteX4" fmla="*/ 6014720 w 6014720"/>
                <a:gd name="connsiteY4" fmla="*/ 0 h 1838960"/>
                <a:gd name="connsiteX0" fmla="*/ 6014720 w 6014720"/>
                <a:gd name="connsiteY0" fmla="*/ 0 h 1838960"/>
                <a:gd name="connsiteX1" fmla="*/ 5659120 w 6014720"/>
                <a:gd name="connsiteY1" fmla="*/ 1838960 h 1838960"/>
                <a:gd name="connsiteX2" fmla="*/ 0 w 6014720"/>
                <a:gd name="connsiteY2" fmla="*/ 1838960 h 1838960"/>
                <a:gd name="connsiteX3" fmla="*/ 5496560 w 6014720"/>
                <a:gd name="connsiteY3" fmla="*/ 0 h 1838960"/>
                <a:gd name="connsiteX4" fmla="*/ 6014720 w 6014720"/>
                <a:gd name="connsiteY4" fmla="*/ 0 h 1838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14720" h="1838960">
                  <a:moveTo>
                    <a:pt x="6014720" y="0"/>
                  </a:moveTo>
                  <a:cubicBezTo>
                    <a:pt x="4937760" y="795867"/>
                    <a:pt x="5008880" y="1479973"/>
                    <a:pt x="5659120" y="1838960"/>
                  </a:cubicBezTo>
                  <a:lnTo>
                    <a:pt x="0" y="1838960"/>
                  </a:lnTo>
                  <a:cubicBezTo>
                    <a:pt x="3772747" y="1642533"/>
                    <a:pt x="3776133" y="1578187"/>
                    <a:pt x="5496560" y="0"/>
                  </a:cubicBezTo>
                  <a:lnTo>
                    <a:pt x="6014720" y="0"/>
                  </a:lnTo>
                  <a:close/>
                </a:path>
              </a:pathLst>
            </a:custGeom>
            <a:gradFill>
              <a:gsLst>
                <a:gs pos="0">
                  <a:schemeClr val="bg1"/>
                </a:gs>
                <a:gs pos="100000">
                  <a:schemeClr val="accent5">
                    <a:lumMod val="20000"/>
                    <a:lumOff val="8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nvGrpSpPr>
          <p:cNvPr id="260" name="Group 259">
            <a:extLst>
              <a:ext uri="{FF2B5EF4-FFF2-40B4-BE49-F238E27FC236}">
                <a16:creationId xmlns:a16="http://schemas.microsoft.com/office/drawing/2014/main" id="{F7FE6501-59AE-7E4F-A363-64532C89299C}"/>
              </a:ext>
            </a:extLst>
          </p:cNvPr>
          <p:cNvGrpSpPr/>
          <p:nvPr/>
        </p:nvGrpSpPr>
        <p:grpSpPr>
          <a:xfrm>
            <a:off x="5852446" y="1758989"/>
            <a:ext cx="1196054" cy="1022555"/>
            <a:chOff x="9655277" y="2349909"/>
            <a:chExt cx="1196054" cy="1022555"/>
          </a:xfrm>
        </p:grpSpPr>
        <p:sp>
          <p:nvSpPr>
            <p:cNvPr id="261" name="Freeform 260">
              <a:extLst>
                <a:ext uri="{FF2B5EF4-FFF2-40B4-BE49-F238E27FC236}">
                  <a16:creationId xmlns:a16="http://schemas.microsoft.com/office/drawing/2014/main" id="{C63ACF7A-01CE-D940-9A14-306A3279A424}"/>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62" name="TextBox 261">
              <a:extLst>
                <a:ext uri="{FF2B5EF4-FFF2-40B4-BE49-F238E27FC236}">
                  <a16:creationId xmlns:a16="http://schemas.microsoft.com/office/drawing/2014/main" id="{669F4A56-8AD8-9443-9DD4-4E6082993E4D}"/>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sp>
        <p:nvSpPr>
          <p:cNvPr id="263" name="TextBox 262">
            <a:extLst>
              <a:ext uri="{FF2B5EF4-FFF2-40B4-BE49-F238E27FC236}">
                <a16:creationId xmlns:a16="http://schemas.microsoft.com/office/drawing/2014/main" id="{AD73DF7B-C6A1-8C43-92E7-35914D44AF5F}"/>
              </a:ext>
            </a:extLst>
          </p:cNvPr>
          <p:cNvSpPr txBox="1"/>
          <p:nvPr/>
        </p:nvSpPr>
        <p:spPr>
          <a:xfrm>
            <a:off x="6355429" y="1927737"/>
            <a:ext cx="319318" cy="400110"/>
          </a:xfrm>
          <a:prstGeom prst="rect">
            <a:avLst/>
          </a:prstGeom>
          <a:noFill/>
        </p:spPr>
        <p:txBody>
          <a:bodyPr wrap="none" rtlCol="0">
            <a:spAutoFit/>
          </a:bodyPr>
          <a:lstStyle/>
          <a:p>
            <a:r>
              <a:rPr lang="en-US" sz="2000" dirty="0">
                <a:solidFill>
                  <a:prstClr val="black"/>
                </a:solidFill>
              </a:rPr>
              <a:t>b</a:t>
            </a:r>
          </a:p>
        </p:txBody>
      </p:sp>
      <p:sp>
        <p:nvSpPr>
          <p:cNvPr id="230" name="TextBox 229">
            <a:extLst>
              <a:ext uri="{FF2B5EF4-FFF2-40B4-BE49-F238E27FC236}">
                <a16:creationId xmlns:a16="http://schemas.microsoft.com/office/drawing/2014/main" id="{592C8CA7-0104-4B46-8A79-58E2F147158C}"/>
              </a:ext>
            </a:extLst>
          </p:cNvPr>
          <p:cNvSpPr txBox="1"/>
          <p:nvPr/>
        </p:nvSpPr>
        <p:spPr>
          <a:xfrm>
            <a:off x="894080" y="4021574"/>
            <a:ext cx="5567680" cy="338554"/>
          </a:xfrm>
          <a:prstGeom prst="rect">
            <a:avLst/>
          </a:prstGeom>
          <a:noFill/>
        </p:spPr>
        <p:txBody>
          <a:bodyPr wrap="square" rtlCol="0">
            <a:spAutoFit/>
          </a:bodyPr>
          <a:lstStyle/>
          <a:p>
            <a:pPr>
              <a:spcBef>
                <a:spcPts val="300"/>
              </a:spcBef>
            </a:pPr>
            <a:r>
              <a:rPr lang="en-US" sz="1600" dirty="0">
                <a:solidFill>
                  <a:prstClr val="black"/>
                </a:solidFill>
              </a:rPr>
              <a:t>D</a:t>
            </a:r>
            <a:r>
              <a:rPr lang="en-US" sz="1600" baseline="-25000" dirty="0">
                <a:solidFill>
                  <a:prstClr val="black"/>
                </a:solidFill>
              </a:rPr>
              <a:t>b</a:t>
            </a:r>
            <a:r>
              <a:rPr lang="en-US" sz="1600" dirty="0">
                <a:solidFill>
                  <a:prstClr val="black"/>
                </a:solidFill>
              </a:rPr>
              <a:t>(a) = min{c</a:t>
            </a:r>
            <a:r>
              <a:rPr lang="en-US" sz="1600" baseline="-25000" dirty="0">
                <a:solidFill>
                  <a:prstClr val="black"/>
                </a:solidFill>
              </a:rPr>
              <a:t>b,a</a:t>
            </a:r>
            <a:r>
              <a:rPr lang="en-US" sz="1600" dirty="0">
                <a:solidFill>
                  <a:prstClr val="black"/>
                </a:solidFill>
              </a:rPr>
              <a:t>+D</a:t>
            </a:r>
            <a:r>
              <a:rPr lang="en-US" sz="1600" baseline="-25000" dirty="0">
                <a:solidFill>
                  <a:prstClr val="black"/>
                </a:solidFill>
              </a:rPr>
              <a:t>a</a:t>
            </a:r>
            <a:r>
              <a:rPr lang="en-US" sz="1600" dirty="0">
                <a:solidFill>
                  <a:prstClr val="black"/>
                </a:solidFill>
              </a:rPr>
              <a:t>(a), c</a:t>
            </a:r>
            <a:r>
              <a:rPr lang="en-US" sz="1600" baseline="-25000" dirty="0">
                <a:solidFill>
                  <a:prstClr val="black"/>
                </a:solidFill>
              </a:rPr>
              <a:t>b,c </a:t>
            </a:r>
            <a:r>
              <a:rPr lang="en-US" sz="1600" dirty="0">
                <a:solidFill>
                  <a:prstClr val="black"/>
                </a:solidFill>
              </a:rPr>
              <a:t>+D</a:t>
            </a:r>
            <a:r>
              <a:rPr lang="en-US" sz="1600" baseline="-25000" dirty="0">
                <a:solidFill>
                  <a:prstClr val="black"/>
                </a:solidFill>
              </a:rPr>
              <a:t>c</a:t>
            </a:r>
            <a:r>
              <a:rPr lang="en-US" sz="1600" dirty="0">
                <a:solidFill>
                  <a:prstClr val="black"/>
                </a:solidFill>
              </a:rPr>
              <a:t>(a), c</a:t>
            </a:r>
            <a:r>
              <a:rPr lang="en-US" sz="1600" baseline="-25000" dirty="0">
                <a:solidFill>
                  <a:prstClr val="black"/>
                </a:solidFill>
              </a:rPr>
              <a:t>b,e</a:t>
            </a:r>
            <a:r>
              <a:rPr lang="en-US" sz="1600" dirty="0">
                <a:solidFill>
                  <a:prstClr val="black"/>
                </a:solidFill>
              </a:rPr>
              <a:t>+D</a:t>
            </a:r>
            <a:r>
              <a:rPr lang="en-US" sz="1600" baseline="-25000" dirty="0">
                <a:solidFill>
                  <a:prstClr val="black"/>
                </a:solidFill>
              </a:rPr>
              <a:t>e</a:t>
            </a:r>
            <a:r>
              <a:rPr lang="en-US" sz="1600" dirty="0">
                <a:solidFill>
                  <a:prstClr val="black"/>
                </a:solidFill>
              </a:rPr>
              <a:t>(a)}  = min{8,</a:t>
            </a:r>
            <a:r>
              <a:rPr lang="en-US" sz="1600" dirty="0">
                <a:solidFill>
                  <a:prstClr val="black"/>
                </a:solidFill>
                <a:cs typeface="Arial" charset="0"/>
              </a:rPr>
              <a:t>∞,∞} = 8 </a:t>
            </a:r>
          </a:p>
        </p:txBody>
      </p:sp>
      <p:sp>
        <p:nvSpPr>
          <p:cNvPr id="231" name="TextBox 230">
            <a:extLst>
              <a:ext uri="{FF2B5EF4-FFF2-40B4-BE49-F238E27FC236}">
                <a16:creationId xmlns:a16="http://schemas.microsoft.com/office/drawing/2014/main" id="{DCFB5697-087A-6A4F-A48D-98A3E75CFA5F}"/>
              </a:ext>
            </a:extLst>
          </p:cNvPr>
          <p:cNvSpPr txBox="1"/>
          <p:nvPr/>
        </p:nvSpPr>
        <p:spPr>
          <a:xfrm>
            <a:off x="894080" y="4346694"/>
            <a:ext cx="5537200" cy="338554"/>
          </a:xfrm>
          <a:prstGeom prst="rect">
            <a:avLst/>
          </a:prstGeom>
          <a:noFill/>
        </p:spPr>
        <p:txBody>
          <a:bodyPr wrap="square" rtlCol="0">
            <a:spAutoFit/>
          </a:bodyPr>
          <a:lstStyle/>
          <a:p>
            <a:pPr>
              <a:spcBef>
                <a:spcPts val="300"/>
              </a:spcBef>
            </a:pPr>
            <a:r>
              <a:rPr lang="en-US" sz="1600" dirty="0">
                <a:solidFill>
                  <a:prstClr val="black"/>
                </a:solidFill>
              </a:rPr>
              <a:t>D</a:t>
            </a:r>
            <a:r>
              <a:rPr lang="en-US" sz="1600" baseline="-25000" dirty="0">
                <a:solidFill>
                  <a:prstClr val="black"/>
                </a:solidFill>
              </a:rPr>
              <a:t>b</a:t>
            </a:r>
            <a:r>
              <a:rPr lang="en-US" sz="1600" dirty="0">
                <a:solidFill>
                  <a:prstClr val="black"/>
                </a:solidFill>
              </a:rPr>
              <a:t>(c) = min{c</a:t>
            </a:r>
            <a:r>
              <a:rPr lang="en-US" sz="1600" baseline="-25000" dirty="0">
                <a:solidFill>
                  <a:prstClr val="black"/>
                </a:solidFill>
              </a:rPr>
              <a:t>b,a</a:t>
            </a:r>
            <a:r>
              <a:rPr lang="en-US" sz="1600" dirty="0">
                <a:solidFill>
                  <a:prstClr val="black"/>
                </a:solidFill>
              </a:rPr>
              <a:t>+D</a:t>
            </a:r>
            <a:r>
              <a:rPr lang="en-US" sz="1600" baseline="-25000" dirty="0">
                <a:solidFill>
                  <a:prstClr val="black"/>
                </a:solidFill>
              </a:rPr>
              <a:t>a</a:t>
            </a:r>
            <a:r>
              <a:rPr lang="en-US" sz="1600" dirty="0">
                <a:solidFill>
                  <a:prstClr val="black"/>
                </a:solidFill>
              </a:rPr>
              <a:t>(c), c</a:t>
            </a:r>
            <a:r>
              <a:rPr lang="en-US" sz="1600" baseline="-25000" dirty="0">
                <a:solidFill>
                  <a:prstClr val="black"/>
                </a:solidFill>
              </a:rPr>
              <a:t>b,c </a:t>
            </a:r>
            <a:r>
              <a:rPr lang="en-US" sz="1600" dirty="0">
                <a:solidFill>
                  <a:prstClr val="black"/>
                </a:solidFill>
              </a:rPr>
              <a:t>+D</a:t>
            </a:r>
            <a:r>
              <a:rPr lang="en-US" sz="1600" baseline="-25000" dirty="0">
                <a:solidFill>
                  <a:prstClr val="black"/>
                </a:solidFill>
              </a:rPr>
              <a:t>c</a:t>
            </a:r>
            <a:r>
              <a:rPr lang="en-US" sz="1600" dirty="0">
                <a:solidFill>
                  <a:prstClr val="black"/>
                </a:solidFill>
              </a:rPr>
              <a:t>(c), c</a:t>
            </a:r>
            <a:r>
              <a:rPr lang="en-US" sz="1600" baseline="-25000" dirty="0">
                <a:solidFill>
                  <a:prstClr val="black"/>
                </a:solidFill>
              </a:rPr>
              <a:t> b,e </a:t>
            </a:r>
            <a:r>
              <a:rPr lang="en-US" sz="1600" dirty="0">
                <a:solidFill>
                  <a:prstClr val="black"/>
                </a:solidFill>
              </a:rPr>
              <a:t>+D</a:t>
            </a:r>
            <a:r>
              <a:rPr lang="en-US" sz="1600" baseline="-25000" dirty="0">
                <a:solidFill>
                  <a:prstClr val="black"/>
                </a:solidFill>
              </a:rPr>
              <a:t>e</a:t>
            </a:r>
            <a:r>
              <a:rPr lang="en-US" sz="1600" dirty="0">
                <a:solidFill>
                  <a:prstClr val="black"/>
                </a:solidFill>
              </a:rPr>
              <a:t>(c)}  = min{</a:t>
            </a:r>
            <a:r>
              <a:rPr lang="en-US" sz="1600" dirty="0">
                <a:solidFill>
                  <a:prstClr val="black"/>
                </a:solidFill>
                <a:cs typeface="Arial" charset="0"/>
              </a:rPr>
              <a:t>∞,1,∞} = 1 </a:t>
            </a:r>
            <a:endParaRPr lang="en-US" sz="1600" dirty="0">
              <a:solidFill>
                <a:prstClr val="black"/>
              </a:solidFill>
            </a:endParaRPr>
          </a:p>
        </p:txBody>
      </p:sp>
      <p:sp>
        <p:nvSpPr>
          <p:cNvPr id="232" name="TextBox 231">
            <a:extLst>
              <a:ext uri="{FF2B5EF4-FFF2-40B4-BE49-F238E27FC236}">
                <a16:creationId xmlns:a16="http://schemas.microsoft.com/office/drawing/2014/main" id="{0E1E6414-BFC2-6F49-BF7D-69F4679C38EE}"/>
              </a:ext>
            </a:extLst>
          </p:cNvPr>
          <p:cNvSpPr txBox="1"/>
          <p:nvPr/>
        </p:nvSpPr>
        <p:spPr>
          <a:xfrm>
            <a:off x="883920" y="4671814"/>
            <a:ext cx="5527040" cy="338554"/>
          </a:xfrm>
          <a:prstGeom prst="rect">
            <a:avLst/>
          </a:prstGeom>
          <a:noFill/>
        </p:spPr>
        <p:txBody>
          <a:bodyPr wrap="square" rtlCol="0">
            <a:spAutoFit/>
          </a:bodyPr>
          <a:lstStyle/>
          <a:p>
            <a:pPr>
              <a:spcBef>
                <a:spcPts val="300"/>
              </a:spcBef>
            </a:pPr>
            <a:r>
              <a:rPr lang="en-US" sz="1600" dirty="0">
                <a:solidFill>
                  <a:prstClr val="black"/>
                </a:solidFill>
              </a:rPr>
              <a:t>D</a:t>
            </a:r>
            <a:r>
              <a:rPr lang="en-US" sz="1600" baseline="-25000" dirty="0">
                <a:solidFill>
                  <a:prstClr val="black"/>
                </a:solidFill>
              </a:rPr>
              <a:t>b</a:t>
            </a:r>
            <a:r>
              <a:rPr lang="en-US" sz="1600" dirty="0">
                <a:solidFill>
                  <a:prstClr val="black"/>
                </a:solidFill>
              </a:rPr>
              <a:t>(d) = min{c</a:t>
            </a:r>
            <a:r>
              <a:rPr lang="en-US" sz="1600" baseline="-25000" dirty="0">
                <a:solidFill>
                  <a:prstClr val="black"/>
                </a:solidFill>
              </a:rPr>
              <a:t>b,a</a:t>
            </a:r>
            <a:r>
              <a:rPr lang="en-US" sz="1600" dirty="0">
                <a:solidFill>
                  <a:prstClr val="black"/>
                </a:solidFill>
              </a:rPr>
              <a:t>+D</a:t>
            </a:r>
            <a:r>
              <a:rPr lang="en-US" sz="1600" baseline="-25000" dirty="0">
                <a:solidFill>
                  <a:prstClr val="black"/>
                </a:solidFill>
              </a:rPr>
              <a:t>a</a:t>
            </a:r>
            <a:r>
              <a:rPr lang="en-US" sz="1600" dirty="0">
                <a:solidFill>
                  <a:prstClr val="black"/>
                </a:solidFill>
              </a:rPr>
              <a:t>(d), c</a:t>
            </a:r>
            <a:r>
              <a:rPr lang="en-US" sz="1600" baseline="-25000" dirty="0">
                <a:solidFill>
                  <a:prstClr val="black"/>
                </a:solidFill>
              </a:rPr>
              <a:t>b,c </a:t>
            </a:r>
            <a:r>
              <a:rPr lang="en-US" sz="1600" dirty="0">
                <a:solidFill>
                  <a:prstClr val="black"/>
                </a:solidFill>
              </a:rPr>
              <a:t>+D</a:t>
            </a:r>
            <a:r>
              <a:rPr lang="en-US" sz="1600" baseline="-25000" dirty="0">
                <a:solidFill>
                  <a:prstClr val="black"/>
                </a:solidFill>
              </a:rPr>
              <a:t>c</a:t>
            </a:r>
            <a:r>
              <a:rPr lang="en-US" sz="1600" dirty="0">
                <a:solidFill>
                  <a:prstClr val="black"/>
                </a:solidFill>
              </a:rPr>
              <a:t>(d), c</a:t>
            </a:r>
            <a:r>
              <a:rPr lang="en-US" sz="1600" baseline="-25000" dirty="0">
                <a:solidFill>
                  <a:prstClr val="black"/>
                </a:solidFill>
              </a:rPr>
              <a:t> b,e </a:t>
            </a:r>
            <a:r>
              <a:rPr lang="en-US" sz="1600" dirty="0">
                <a:solidFill>
                  <a:prstClr val="black"/>
                </a:solidFill>
              </a:rPr>
              <a:t>+D</a:t>
            </a:r>
            <a:r>
              <a:rPr lang="en-US" sz="1600" baseline="-25000" dirty="0">
                <a:solidFill>
                  <a:prstClr val="black"/>
                </a:solidFill>
              </a:rPr>
              <a:t>e</a:t>
            </a:r>
            <a:r>
              <a:rPr lang="en-US" sz="1600" dirty="0">
                <a:solidFill>
                  <a:prstClr val="black"/>
                </a:solidFill>
              </a:rPr>
              <a:t>(d)}  = min{</a:t>
            </a:r>
            <a:r>
              <a:rPr lang="en-US" sz="1600" dirty="0">
                <a:solidFill>
                  <a:prstClr val="black"/>
                </a:solidFill>
                <a:cs typeface="Arial" charset="0"/>
              </a:rPr>
              <a:t>9,2,∞} = 2 </a:t>
            </a:r>
            <a:endParaRPr lang="en-US" sz="1600" dirty="0">
              <a:solidFill>
                <a:prstClr val="black"/>
              </a:solidFill>
            </a:endParaRPr>
          </a:p>
        </p:txBody>
      </p:sp>
      <p:sp>
        <p:nvSpPr>
          <p:cNvPr id="235" name="TextBox 234">
            <a:extLst>
              <a:ext uri="{FF2B5EF4-FFF2-40B4-BE49-F238E27FC236}">
                <a16:creationId xmlns:a16="http://schemas.microsoft.com/office/drawing/2014/main" id="{3834A49C-F57F-2B4C-8C1E-8CA2C48DB280}"/>
              </a:ext>
            </a:extLst>
          </p:cNvPr>
          <p:cNvSpPr txBox="1"/>
          <p:nvPr/>
        </p:nvSpPr>
        <p:spPr>
          <a:xfrm>
            <a:off x="883920" y="5301734"/>
            <a:ext cx="5496560" cy="338554"/>
          </a:xfrm>
          <a:prstGeom prst="rect">
            <a:avLst/>
          </a:prstGeom>
          <a:noFill/>
        </p:spPr>
        <p:txBody>
          <a:bodyPr wrap="square" rtlCol="0">
            <a:spAutoFit/>
          </a:bodyPr>
          <a:lstStyle/>
          <a:p>
            <a:pPr>
              <a:spcBef>
                <a:spcPts val="300"/>
              </a:spcBef>
            </a:pPr>
            <a:r>
              <a:rPr lang="en-US" sz="1600" dirty="0">
                <a:solidFill>
                  <a:prstClr val="black"/>
                </a:solidFill>
              </a:rPr>
              <a:t>D</a:t>
            </a:r>
            <a:r>
              <a:rPr lang="en-US" sz="1600" baseline="-25000" dirty="0">
                <a:solidFill>
                  <a:prstClr val="black"/>
                </a:solidFill>
              </a:rPr>
              <a:t>b</a:t>
            </a:r>
            <a:r>
              <a:rPr lang="en-US" sz="1600" dirty="0">
                <a:solidFill>
                  <a:prstClr val="black"/>
                </a:solidFill>
              </a:rPr>
              <a:t>(f) = min{c</a:t>
            </a:r>
            <a:r>
              <a:rPr lang="en-US" sz="1600" baseline="-25000" dirty="0">
                <a:solidFill>
                  <a:prstClr val="black"/>
                </a:solidFill>
              </a:rPr>
              <a:t>b,a</a:t>
            </a:r>
            <a:r>
              <a:rPr lang="en-US" sz="1600" dirty="0">
                <a:solidFill>
                  <a:prstClr val="black"/>
                </a:solidFill>
              </a:rPr>
              <a:t>+D</a:t>
            </a:r>
            <a:r>
              <a:rPr lang="en-US" sz="1600" baseline="-25000" dirty="0">
                <a:solidFill>
                  <a:prstClr val="black"/>
                </a:solidFill>
              </a:rPr>
              <a:t>a</a:t>
            </a:r>
            <a:r>
              <a:rPr lang="en-US" sz="1600" dirty="0">
                <a:solidFill>
                  <a:prstClr val="black"/>
                </a:solidFill>
              </a:rPr>
              <a:t>(f), c</a:t>
            </a:r>
            <a:r>
              <a:rPr lang="en-US" sz="1600" baseline="-25000" dirty="0">
                <a:solidFill>
                  <a:prstClr val="black"/>
                </a:solidFill>
              </a:rPr>
              <a:t>b,c </a:t>
            </a:r>
            <a:r>
              <a:rPr lang="en-US" sz="1600" dirty="0">
                <a:solidFill>
                  <a:prstClr val="black"/>
                </a:solidFill>
              </a:rPr>
              <a:t>+D</a:t>
            </a:r>
            <a:r>
              <a:rPr lang="en-US" sz="1600" baseline="-25000" dirty="0">
                <a:solidFill>
                  <a:prstClr val="black"/>
                </a:solidFill>
              </a:rPr>
              <a:t>c</a:t>
            </a:r>
            <a:r>
              <a:rPr lang="en-US" sz="1600" dirty="0">
                <a:solidFill>
                  <a:prstClr val="black"/>
                </a:solidFill>
              </a:rPr>
              <a:t>(f), c</a:t>
            </a:r>
            <a:r>
              <a:rPr lang="en-US" sz="1600" baseline="-25000" dirty="0">
                <a:solidFill>
                  <a:prstClr val="black"/>
                </a:solidFill>
              </a:rPr>
              <a:t> b,e </a:t>
            </a:r>
            <a:r>
              <a:rPr lang="en-US" sz="1600" dirty="0">
                <a:solidFill>
                  <a:prstClr val="black"/>
                </a:solidFill>
              </a:rPr>
              <a:t>+D</a:t>
            </a:r>
            <a:r>
              <a:rPr lang="en-US" sz="1600" baseline="-25000" dirty="0">
                <a:solidFill>
                  <a:prstClr val="black"/>
                </a:solidFill>
              </a:rPr>
              <a:t>e</a:t>
            </a:r>
            <a:r>
              <a:rPr lang="en-US" sz="1600" dirty="0">
                <a:solidFill>
                  <a:prstClr val="black"/>
                </a:solidFill>
              </a:rPr>
              <a:t>(f)}  = min{</a:t>
            </a:r>
            <a:r>
              <a:rPr lang="en-US" sz="1600" dirty="0">
                <a:solidFill>
                  <a:prstClr val="black"/>
                </a:solidFill>
                <a:cs typeface="Arial" charset="0"/>
              </a:rPr>
              <a:t>∞,∞,2} = 2 </a:t>
            </a:r>
            <a:endParaRPr lang="en-US" sz="1600" dirty="0">
              <a:solidFill>
                <a:prstClr val="black"/>
              </a:solidFill>
            </a:endParaRPr>
          </a:p>
        </p:txBody>
      </p:sp>
      <p:sp>
        <p:nvSpPr>
          <p:cNvPr id="237" name="TextBox 236">
            <a:extLst>
              <a:ext uri="{FF2B5EF4-FFF2-40B4-BE49-F238E27FC236}">
                <a16:creationId xmlns:a16="http://schemas.microsoft.com/office/drawing/2014/main" id="{0F652DFE-1D53-2E40-AA65-BBF6D49AD967}"/>
              </a:ext>
            </a:extLst>
          </p:cNvPr>
          <p:cNvSpPr txBox="1"/>
          <p:nvPr/>
        </p:nvSpPr>
        <p:spPr>
          <a:xfrm>
            <a:off x="894080" y="6244828"/>
            <a:ext cx="5466080" cy="338554"/>
          </a:xfrm>
          <a:prstGeom prst="rect">
            <a:avLst/>
          </a:prstGeom>
          <a:noFill/>
        </p:spPr>
        <p:txBody>
          <a:bodyPr wrap="square" rtlCol="0">
            <a:spAutoFit/>
          </a:bodyPr>
          <a:lstStyle/>
          <a:p>
            <a:pPr>
              <a:spcBef>
                <a:spcPts val="300"/>
              </a:spcBef>
            </a:pPr>
            <a:r>
              <a:rPr lang="en-US" sz="1600" dirty="0">
                <a:solidFill>
                  <a:prstClr val="black"/>
                </a:solidFill>
              </a:rPr>
              <a:t>D</a:t>
            </a:r>
            <a:r>
              <a:rPr lang="en-US" sz="1600" baseline="-25000" dirty="0">
                <a:solidFill>
                  <a:prstClr val="black"/>
                </a:solidFill>
              </a:rPr>
              <a:t>b</a:t>
            </a:r>
            <a:r>
              <a:rPr lang="en-US" sz="1600" dirty="0">
                <a:solidFill>
                  <a:prstClr val="black"/>
                </a:solidFill>
              </a:rPr>
              <a:t>(i) = min{c</a:t>
            </a:r>
            <a:r>
              <a:rPr lang="en-US" sz="1600" baseline="-25000" dirty="0">
                <a:solidFill>
                  <a:prstClr val="black"/>
                </a:solidFill>
              </a:rPr>
              <a:t>b,a</a:t>
            </a:r>
            <a:r>
              <a:rPr lang="en-US" sz="1600" dirty="0">
                <a:solidFill>
                  <a:prstClr val="black"/>
                </a:solidFill>
              </a:rPr>
              <a:t>+D</a:t>
            </a:r>
            <a:r>
              <a:rPr lang="en-US" sz="1600" baseline="-25000" dirty="0">
                <a:solidFill>
                  <a:prstClr val="black"/>
                </a:solidFill>
              </a:rPr>
              <a:t>a</a:t>
            </a:r>
            <a:r>
              <a:rPr lang="en-US" sz="1600" dirty="0">
                <a:solidFill>
                  <a:prstClr val="black"/>
                </a:solidFill>
              </a:rPr>
              <a:t>(i), c</a:t>
            </a:r>
            <a:r>
              <a:rPr lang="en-US" sz="1600" baseline="-25000" dirty="0">
                <a:solidFill>
                  <a:prstClr val="black"/>
                </a:solidFill>
              </a:rPr>
              <a:t>b,c </a:t>
            </a:r>
            <a:r>
              <a:rPr lang="en-US" sz="1600" dirty="0">
                <a:solidFill>
                  <a:prstClr val="black"/>
                </a:solidFill>
              </a:rPr>
              <a:t>+D</a:t>
            </a:r>
            <a:r>
              <a:rPr lang="en-US" sz="1600" baseline="-25000" dirty="0">
                <a:solidFill>
                  <a:prstClr val="black"/>
                </a:solidFill>
              </a:rPr>
              <a:t>c</a:t>
            </a:r>
            <a:r>
              <a:rPr lang="en-US" sz="1600" dirty="0">
                <a:solidFill>
                  <a:prstClr val="black"/>
                </a:solidFill>
              </a:rPr>
              <a:t>(i), c</a:t>
            </a:r>
            <a:r>
              <a:rPr lang="en-US" sz="1600" baseline="-25000" dirty="0">
                <a:solidFill>
                  <a:prstClr val="black"/>
                </a:solidFill>
              </a:rPr>
              <a:t> b,e</a:t>
            </a:r>
            <a:r>
              <a:rPr lang="en-US" sz="1600" dirty="0">
                <a:solidFill>
                  <a:prstClr val="black"/>
                </a:solidFill>
              </a:rPr>
              <a:t>+D</a:t>
            </a:r>
            <a:r>
              <a:rPr lang="en-US" sz="1600" baseline="-25000" dirty="0">
                <a:solidFill>
                  <a:prstClr val="black"/>
                </a:solidFill>
              </a:rPr>
              <a:t>e</a:t>
            </a:r>
            <a:r>
              <a:rPr lang="en-US" sz="1600" dirty="0">
                <a:solidFill>
                  <a:prstClr val="black"/>
                </a:solidFill>
              </a:rPr>
              <a:t>(i)}  = min{</a:t>
            </a:r>
            <a:r>
              <a:rPr lang="en-US" sz="1600" dirty="0">
                <a:solidFill>
                  <a:prstClr val="black"/>
                </a:solidFill>
                <a:cs typeface="Arial" charset="0"/>
              </a:rPr>
              <a:t>∞,</a:t>
            </a:r>
            <a:r>
              <a:rPr lang="en-US" sz="1600" baseline="-25000" dirty="0">
                <a:solidFill>
                  <a:prstClr val="black"/>
                </a:solidFill>
              </a:rPr>
              <a:t> </a:t>
            </a:r>
            <a:r>
              <a:rPr lang="en-US" sz="1600" dirty="0">
                <a:solidFill>
                  <a:prstClr val="black"/>
                </a:solidFill>
                <a:cs typeface="Arial" charset="0"/>
              </a:rPr>
              <a:t>∞, ∞} = ∞ </a:t>
            </a:r>
            <a:endParaRPr lang="en-US" sz="1600" dirty="0">
              <a:solidFill>
                <a:prstClr val="black"/>
              </a:solidFill>
            </a:endParaRPr>
          </a:p>
        </p:txBody>
      </p:sp>
      <p:sp>
        <p:nvSpPr>
          <p:cNvPr id="238" name="TextBox 237">
            <a:extLst>
              <a:ext uri="{FF2B5EF4-FFF2-40B4-BE49-F238E27FC236}">
                <a16:creationId xmlns:a16="http://schemas.microsoft.com/office/drawing/2014/main" id="{6F6C5C23-C561-3C45-BF6E-B71BD8ABBA6F}"/>
              </a:ext>
            </a:extLst>
          </p:cNvPr>
          <p:cNvSpPr txBox="1"/>
          <p:nvPr/>
        </p:nvSpPr>
        <p:spPr>
          <a:xfrm>
            <a:off x="883920" y="5940028"/>
            <a:ext cx="5547360" cy="338554"/>
          </a:xfrm>
          <a:prstGeom prst="rect">
            <a:avLst/>
          </a:prstGeom>
          <a:noFill/>
        </p:spPr>
        <p:txBody>
          <a:bodyPr wrap="square" rtlCol="0">
            <a:spAutoFit/>
          </a:bodyPr>
          <a:lstStyle/>
          <a:p>
            <a:pPr>
              <a:spcBef>
                <a:spcPts val="300"/>
              </a:spcBef>
            </a:pPr>
            <a:r>
              <a:rPr lang="en-US" sz="1600" dirty="0">
                <a:solidFill>
                  <a:prstClr val="black"/>
                </a:solidFill>
              </a:rPr>
              <a:t>D</a:t>
            </a:r>
            <a:r>
              <a:rPr lang="en-US" sz="1600" baseline="-25000" dirty="0">
                <a:solidFill>
                  <a:prstClr val="black"/>
                </a:solidFill>
              </a:rPr>
              <a:t>b</a:t>
            </a:r>
            <a:r>
              <a:rPr lang="en-US" sz="1600" dirty="0">
                <a:solidFill>
                  <a:prstClr val="black"/>
                </a:solidFill>
              </a:rPr>
              <a:t>(h) = min{c</a:t>
            </a:r>
            <a:r>
              <a:rPr lang="en-US" sz="1600" baseline="-25000" dirty="0">
                <a:solidFill>
                  <a:prstClr val="black"/>
                </a:solidFill>
              </a:rPr>
              <a:t>b,a</a:t>
            </a:r>
            <a:r>
              <a:rPr lang="en-US" sz="1600" dirty="0">
                <a:solidFill>
                  <a:prstClr val="black"/>
                </a:solidFill>
              </a:rPr>
              <a:t>+D</a:t>
            </a:r>
            <a:r>
              <a:rPr lang="en-US" sz="1600" baseline="-25000" dirty="0">
                <a:solidFill>
                  <a:prstClr val="black"/>
                </a:solidFill>
              </a:rPr>
              <a:t>a</a:t>
            </a:r>
            <a:r>
              <a:rPr lang="en-US" sz="1600" dirty="0">
                <a:solidFill>
                  <a:prstClr val="black"/>
                </a:solidFill>
              </a:rPr>
              <a:t>(h), c</a:t>
            </a:r>
            <a:r>
              <a:rPr lang="en-US" sz="1600" baseline="-25000" dirty="0">
                <a:solidFill>
                  <a:prstClr val="black"/>
                </a:solidFill>
              </a:rPr>
              <a:t>b,c </a:t>
            </a:r>
            <a:r>
              <a:rPr lang="en-US" sz="1600" dirty="0">
                <a:solidFill>
                  <a:prstClr val="black"/>
                </a:solidFill>
              </a:rPr>
              <a:t>+D</a:t>
            </a:r>
            <a:r>
              <a:rPr lang="en-US" sz="1600" baseline="-25000" dirty="0">
                <a:solidFill>
                  <a:prstClr val="black"/>
                </a:solidFill>
              </a:rPr>
              <a:t>c</a:t>
            </a:r>
            <a:r>
              <a:rPr lang="en-US" sz="1600" dirty="0">
                <a:solidFill>
                  <a:prstClr val="black"/>
                </a:solidFill>
              </a:rPr>
              <a:t>(h), c</a:t>
            </a:r>
            <a:r>
              <a:rPr lang="en-US" sz="1600" baseline="-25000" dirty="0">
                <a:solidFill>
                  <a:prstClr val="black"/>
                </a:solidFill>
              </a:rPr>
              <a:t> b,e</a:t>
            </a:r>
            <a:r>
              <a:rPr lang="en-US" sz="1600" dirty="0">
                <a:solidFill>
                  <a:prstClr val="black"/>
                </a:solidFill>
              </a:rPr>
              <a:t>+D</a:t>
            </a:r>
            <a:r>
              <a:rPr lang="en-US" sz="1600" baseline="-25000" dirty="0">
                <a:solidFill>
                  <a:prstClr val="black"/>
                </a:solidFill>
              </a:rPr>
              <a:t>e</a:t>
            </a:r>
            <a:r>
              <a:rPr lang="en-US" sz="1600" dirty="0">
                <a:solidFill>
                  <a:prstClr val="black"/>
                </a:solidFill>
              </a:rPr>
              <a:t>(h)}  = min{</a:t>
            </a:r>
            <a:r>
              <a:rPr lang="en-US" sz="1600" dirty="0">
                <a:solidFill>
                  <a:prstClr val="black"/>
                </a:solidFill>
                <a:cs typeface="Arial" charset="0"/>
              </a:rPr>
              <a:t>∞,</a:t>
            </a:r>
            <a:r>
              <a:rPr lang="en-US" sz="1600" baseline="-25000" dirty="0">
                <a:solidFill>
                  <a:prstClr val="black"/>
                </a:solidFill>
              </a:rPr>
              <a:t> </a:t>
            </a:r>
            <a:r>
              <a:rPr lang="en-US" sz="1600" dirty="0">
                <a:solidFill>
                  <a:prstClr val="black"/>
                </a:solidFill>
                <a:cs typeface="Arial" charset="0"/>
              </a:rPr>
              <a:t>∞, 2} = 2 </a:t>
            </a:r>
            <a:endParaRPr lang="en-US" sz="1600" dirty="0">
              <a:solidFill>
                <a:prstClr val="black"/>
              </a:solidFill>
            </a:endParaRPr>
          </a:p>
        </p:txBody>
      </p:sp>
      <p:sp>
        <p:nvSpPr>
          <p:cNvPr id="233" name="TextBox 232">
            <a:extLst>
              <a:ext uri="{FF2B5EF4-FFF2-40B4-BE49-F238E27FC236}">
                <a16:creationId xmlns:a16="http://schemas.microsoft.com/office/drawing/2014/main" id="{BADCD68C-1DA0-8447-9D21-763071468EAD}"/>
              </a:ext>
            </a:extLst>
          </p:cNvPr>
          <p:cNvSpPr txBox="1"/>
          <p:nvPr/>
        </p:nvSpPr>
        <p:spPr>
          <a:xfrm>
            <a:off x="894080" y="4976614"/>
            <a:ext cx="5445760" cy="338554"/>
          </a:xfrm>
          <a:prstGeom prst="rect">
            <a:avLst/>
          </a:prstGeom>
          <a:noFill/>
        </p:spPr>
        <p:txBody>
          <a:bodyPr wrap="square" rtlCol="0">
            <a:spAutoFit/>
          </a:bodyPr>
          <a:lstStyle/>
          <a:p>
            <a:pPr>
              <a:spcBef>
                <a:spcPts val="300"/>
              </a:spcBef>
            </a:pPr>
            <a:r>
              <a:rPr lang="en-US" sz="1600" dirty="0">
                <a:solidFill>
                  <a:prstClr val="black"/>
                </a:solidFill>
              </a:rPr>
              <a:t>D</a:t>
            </a:r>
            <a:r>
              <a:rPr lang="en-US" sz="1600" baseline="-25000" dirty="0">
                <a:solidFill>
                  <a:prstClr val="black"/>
                </a:solidFill>
              </a:rPr>
              <a:t>b</a:t>
            </a:r>
            <a:r>
              <a:rPr lang="en-US" sz="1600" dirty="0">
                <a:solidFill>
                  <a:prstClr val="black"/>
                </a:solidFill>
              </a:rPr>
              <a:t>(e) = min{c</a:t>
            </a:r>
            <a:r>
              <a:rPr lang="en-US" sz="1600" baseline="-25000" dirty="0">
                <a:solidFill>
                  <a:prstClr val="black"/>
                </a:solidFill>
              </a:rPr>
              <a:t>b,a</a:t>
            </a:r>
            <a:r>
              <a:rPr lang="en-US" sz="1600" dirty="0">
                <a:solidFill>
                  <a:prstClr val="black"/>
                </a:solidFill>
              </a:rPr>
              <a:t>+D</a:t>
            </a:r>
            <a:r>
              <a:rPr lang="en-US" sz="1600" baseline="-25000" dirty="0">
                <a:solidFill>
                  <a:prstClr val="black"/>
                </a:solidFill>
              </a:rPr>
              <a:t>a</a:t>
            </a:r>
            <a:r>
              <a:rPr lang="en-US" sz="1600" dirty="0">
                <a:solidFill>
                  <a:prstClr val="black"/>
                </a:solidFill>
              </a:rPr>
              <a:t>(e), c</a:t>
            </a:r>
            <a:r>
              <a:rPr lang="en-US" sz="1600" baseline="-25000" dirty="0">
                <a:solidFill>
                  <a:prstClr val="black"/>
                </a:solidFill>
              </a:rPr>
              <a:t>b,c </a:t>
            </a:r>
            <a:r>
              <a:rPr lang="en-US" sz="1600" dirty="0">
                <a:solidFill>
                  <a:prstClr val="black"/>
                </a:solidFill>
              </a:rPr>
              <a:t>+D</a:t>
            </a:r>
            <a:r>
              <a:rPr lang="en-US" sz="1600" baseline="-25000" dirty="0">
                <a:solidFill>
                  <a:prstClr val="black"/>
                </a:solidFill>
              </a:rPr>
              <a:t>c</a:t>
            </a:r>
            <a:r>
              <a:rPr lang="en-US" sz="1600" dirty="0">
                <a:solidFill>
                  <a:prstClr val="black"/>
                </a:solidFill>
              </a:rPr>
              <a:t>(e), c</a:t>
            </a:r>
            <a:r>
              <a:rPr lang="en-US" sz="1600" baseline="-25000" dirty="0">
                <a:solidFill>
                  <a:prstClr val="black"/>
                </a:solidFill>
              </a:rPr>
              <a:t> b,e </a:t>
            </a:r>
            <a:r>
              <a:rPr lang="en-US" sz="1600" dirty="0">
                <a:solidFill>
                  <a:prstClr val="black"/>
                </a:solidFill>
              </a:rPr>
              <a:t>+D</a:t>
            </a:r>
            <a:r>
              <a:rPr lang="en-US" sz="1600" baseline="-25000" dirty="0">
                <a:solidFill>
                  <a:prstClr val="black"/>
                </a:solidFill>
              </a:rPr>
              <a:t>e</a:t>
            </a:r>
            <a:r>
              <a:rPr lang="en-US" sz="1600" dirty="0">
                <a:solidFill>
                  <a:prstClr val="black"/>
                </a:solidFill>
              </a:rPr>
              <a:t>(e)}  = min{</a:t>
            </a:r>
            <a:r>
              <a:rPr lang="en-US" sz="1600" dirty="0">
                <a:solidFill>
                  <a:prstClr val="black"/>
                </a:solidFill>
                <a:cs typeface="Arial" charset="0"/>
              </a:rPr>
              <a:t>∞,∞,1} = 1 </a:t>
            </a:r>
            <a:endParaRPr lang="en-US" sz="1600" dirty="0">
              <a:solidFill>
                <a:prstClr val="black"/>
              </a:solidFill>
            </a:endParaRPr>
          </a:p>
        </p:txBody>
      </p:sp>
      <p:sp>
        <p:nvSpPr>
          <p:cNvPr id="236" name="TextBox 235">
            <a:extLst>
              <a:ext uri="{FF2B5EF4-FFF2-40B4-BE49-F238E27FC236}">
                <a16:creationId xmlns:a16="http://schemas.microsoft.com/office/drawing/2014/main" id="{CD08082F-26E1-5D4C-847F-FBDD59BB5533}"/>
              </a:ext>
            </a:extLst>
          </p:cNvPr>
          <p:cNvSpPr txBox="1"/>
          <p:nvPr/>
        </p:nvSpPr>
        <p:spPr>
          <a:xfrm>
            <a:off x="894080" y="5616694"/>
            <a:ext cx="5547360" cy="338554"/>
          </a:xfrm>
          <a:prstGeom prst="rect">
            <a:avLst/>
          </a:prstGeom>
          <a:noFill/>
        </p:spPr>
        <p:txBody>
          <a:bodyPr wrap="square" rtlCol="0">
            <a:spAutoFit/>
          </a:bodyPr>
          <a:lstStyle/>
          <a:p>
            <a:pPr>
              <a:spcBef>
                <a:spcPts val="300"/>
              </a:spcBef>
            </a:pPr>
            <a:r>
              <a:rPr lang="en-US" sz="1600" dirty="0">
                <a:solidFill>
                  <a:prstClr val="black"/>
                </a:solidFill>
              </a:rPr>
              <a:t>D</a:t>
            </a:r>
            <a:r>
              <a:rPr lang="en-US" sz="1600" baseline="-25000" dirty="0">
                <a:solidFill>
                  <a:prstClr val="black"/>
                </a:solidFill>
              </a:rPr>
              <a:t>b</a:t>
            </a:r>
            <a:r>
              <a:rPr lang="en-US" sz="1600" dirty="0">
                <a:solidFill>
                  <a:prstClr val="black"/>
                </a:solidFill>
              </a:rPr>
              <a:t>(g) = min{c</a:t>
            </a:r>
            <a:r>
              <a:rPr lang="en-US" sz="1600" baseline="-25000" dirty="0">
                <a:solidFill>
                  <a:prstClr val="black"/>
                </a:solidFill>
              </a:rPr>
              <a:t>b,a</a:t>
            </a:r>
            <a:r>
              <a:rPr lang="en-US" sz="1600" dirty="0">
                <a:solidFill>
                  <a:prstClr val="black"/>
                </a:solidFill>
              </a:rPr>
              <a:t>+D</a:t>
            </a:r>
            <a:r>
              <a:rPr lang="en-US" sz="1600" baseline="-25000" dirty="0">
                <a:solidFill>
                  <a:prstClr val="black"/>
                </a:solidFill>
              </a:rPr>
              <a:t>a</a:t>
            </a:r>
            <a:r>
              <a:rPr lang="en-US" sz="1600" dirty="0">
                <a:solidFill>
                  <a:prstClr val="black"/>
                </a:solidFill>
              </a:rPr>
              <a:t>(g), c</a:t>
            </a:r>
            <a:r>
              <a:rPr lang="en-US" sz="1600" baseline="-25000" dirty="0">
                <a:solidFill>
                  <a:prstClr val="black"/>
                </a:solidFill>
              </a:rPr>
              <a:t>b,c </a:t>
            </a:r>
            <a:r>
              <a:rPr lang="en-US" sz="1600" dirty="0">
                <a:solidFill>
                  <a:prstClr val="black"/>
                </a:solidFill>
              </a:rPr>
              <a:t>+D</a:t>
            </a:r>
            <a:r>
              <a:rPr lang="en-US" sz="1600" baseline="-25000" dirty="0">
                <a:solidFill>
                  <a:prstClr val="black"/>
                </a:solidFill>
              </a:rPr>
              <a:t>c</a:t>
            </a:r>
            <a:r>
              <a:rPr lang="en-US" sz="1600" dirty="0">
                <a:solidFill>
                  <a:prstClr val="black"/>
                </a:solidFill>
              </a:rPr>
              <a:t>(g), c</a:t>
            </a:r>
            <a:r>
              <a:rPr lang="en-US" sz="1600" baseline="-25000" dirty="0">
                <a:solidFill>
                  <a:prstClr val="black"/>
                </a:solidFill>
              </a:rPr>
              <a:t> b,e</a:t>
            </a:r>
            <a:r>
              <a:rPr lang="en-US" sz="1600" dirty="0">
                <a:solidFill>
                  <a:prstClr val="black"/>
                </a:solidFill>
              </a:rPr>
              <a:t>+D</a:t>
            </a:r>
            <a:r>
              <a:rPr lang="en-US" sz="1600" baseline="-25000" dirty="0">
                <a:solidFill>
                  <a:prstClr val="black"/>
                </a:solidFill>
              </a:rPr>
              <a:t>e</a:t>
            </a:r>
            <a:r>
              <a:rPr lang="en-US" sz="1600" dirty="0">
                <a:solidFill>
                  <a:prstClr val="black"/>
                </a:solidFill>
              </a:rPr>
              <a:t>(g)}  = min{</a:t>
            </a:r>
            <a:r>
              <a:rPr lang="en-US" sz="1600" dirty="0">
                <a:solidFill>
                  <a:prstClr val="black"/>
                </a:solidFill>
                <a:cs typeface="Arial" charset="0"/>
              </a:rPr>
              <a:t>∞,</a:t>
            </a:r>
            <a:r>
              <a:rPr lang="en-US" sz="1600" baseline="-25000" dirty="0">
                <a:solidFill>
                  <a:prstClr val="black"/>
                </a:solidFill>
              </a:rPr>
              <a:t> </a:t>
            </a:r>
            <a:r>
              <a:rPr lang="en-US" sz="1600" dirty="0">
                <a:solidFill>
                  <a:prstClr val="black"/>
                </a:solidFill>
                <a:cs typeface="Arial" charset="0"/>
              </a:rPr>
              <a:t>∞, ∞} = ∞ </a:t>
            </a:r>
            <a:endParaRPr lang="en-US" sz="1600" dirty="0">
              <a:solidFill>
                <a:prstClr val="black"/>
              </a:solidFill>
            </a:endParaRPr>
          </a:p>
        </p:txBody>
      </p:sp>
    </p:spTree>
    <p:extLst>
      <p:ext uri="{BB962C8B-B14F-4D97-AF65-F5344CB8AC3E}">
        <p14:creationId xmlns:p14="http://schemas.microsoft.com/office/powerpoint/2010/main" val="30901280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wipe(up)">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30"/>
                                        </p:tgtEl>
                                        <p:attrNameLst>
                                          <p:attrName>style.visibility</p:attrName>
                                        </p:attrNameLst>
                                      </p:cBhvr>
                                      <p:to>
                                        <p:strVal val="visible"/>
                                      </p:to>
                                    </p:set>
                                    <p:animEffect transition="in" filter="dissolve">
                                      <p:cBhvr>
                                        <p:cTn id="17" dur="500"/>
                                        <p:tgtEl>
                                          <p:spTgt spid="230"/>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31"/>
                                        </p:tgtEl>
                                        <p:attrNameLst>
                                          <p:attrName>style.visibility</p:attrName>
                                        </p:attrNameLst>
                                      </p:cBhvr>
                                      <p:to>
                                        <p:strVal val="visible"/>
                                      </p:to>
                                    </p:set>
                                    <p:animEffect transition="in" filter="dissolve">
                                      <p:cBhvr>
                                        <p:cTn id="22" dur="500"/>
                                        <p:tgtEl>
                                          <p:spTgt spid="231"/>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32"/>
                                        </p:tgtEl>
                                        <p:attrNameLst>
                                          <p:attrName>style.visibility</p:attrName>
                                        </p:attrNameLst>
                                      </p:cBhvr>
                                      <p:to>
                                        <p:strVal val="visible"/>
                                      </p:to>
                                    </p:set>
                                    <p:animEffect transition="in" filter="dissolve">
                                      <p:cBhvr>
                                        <p:cTn id="27" dur="500"/>
                                        <p:tgtEl>
                                          <p:spTgt spid="232"/>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33"/>
                                        </p:tgtEl>
                                        <p:attrNameLst>
                                          <p:attrName>style.visibility</p:attrName>
                                        </p:attrNameLst>
                                      </p:cBhvr>
                                      <p:to>
                                        <p:strVal val="visible"/>
                                      </p:to>
                                    </p:set>
                                    <p:animEffect transition="in" filter="dissolve">
                                      <p:cBhvr>
                                        <p:cTn id="32" dur="500"/>
                                        <p:tgtEl>
                                          <p:spTgt spid="233"/>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235"/>
                                        </p:tgtEl>
                                        <p:attrNameLst>
                                          <p:attrName>style.visibility</p:attrName>
                                        </p:attrNameLst>
                                      </p:cBhvr>
                                      <p:to>
                                        <p:strVal val="visible"/>
                                      </p:to>
                                    </p:set>
                                    <p:animEffect transition="in" filter="dissolve">
                                      <p:cBhvr>
                                        <p:cTn id="37" dur="500"/>
                                        <p:tgtEl>
                                          <p:spTgt spid="235"/>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grpId="0" nodeType="clickEffect">
                                  <p:stCondLst>
                                    <p:cond delay="0"/>
                                  </p:stCondLst>
                                  <p:childTnLst>
                                    <p:set>
                                      <p:cBhvr>
                                        <p:cTn id="41" dur="1" fill="hold">
                                          <p:stCondLst>
                                            <p:cond delay="0"/>
                                          </p:stCondLst>
                                        </p:cTn>
                                        <p:tgtEl>
                                          <p:spTgt spid="236"/>
                                        </p:tgtEl>
                                        <p:attrNameLst>
                                          <p:attrName>style.visibility</p:attrName>
                                        </p:attrNameLst>
                                      </p:cBhvr>
                                      <p:to>
                                        <p:strVal val="visible"/>
                                      </p:to>
                                    </p:set>
                                    <p:animEffect transition="in" filter="dissolve">
                                      <p:cBhvr>
                                        <p:cTn id="42" dur="500"/>
                                        <p:tgtEl>
                                          <p:spTgt spid="236"/>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grpId="0" nodeType="clickEffect">
                                  <p:stCondLst>
                                    <p:cond delay="0"/>
                                  </p:stCondLst>
                                  <p:childTnLst>
                                    <p:set>
                                      <p:cBhvr>
                                        <p:cTn id="46" dur="1" fill="hold">
                                          <p:stCondLst>
                                            <p:cond delay="0"/>
                                          </p:stCondLst>
                                        </p:cTn>
                                        <p:tgtEl>
                                          <p:spTgt spid="238"/>
                                        </p:tgtEl>
                                        <p:attrNameLst>
                                          <p:attrName>style.visibility</p:attrName>
                                        </p:attrNameLst>
                                      </p:cBhvr>
                                      <p:to>
                                        <p:strVal val="visible"/>
                                      </p:to>
                                    </p:set>
                                    <p:animEffect transition="in" filter="dissolve">
                                      <p:cBhvr>
                                        <p:cTn id="47" dur="500"/>
                                        <p:tgtEl>
                                          <p:spTgt spid="238"/>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grpId="0" nodeType="clickEffect">
                                  <p:stCondLst>
                                    <p:cond delay="0"/>
                                  </p:stCondLst>
                                  <p:childTnLst>
                                    <p:set>
                                      <p:cBhvr>
                                        <p:cTn id="51" dur="1" fill="hold">
                                          <p:stCondLst>
                                            <p:cond delay="0"/>
                                          </p:stCondLst>
                                        </p:cTn>
                                        <p:tgtEl>
                                          <p:spTgt spid="237"/>
                                        </p:tgtEl>
                                        <p:attrNameLst>
                                          <p:attrName>style.visibility</p:attrName>
                                        </p:attrNameLst>
                                      </p:cBhvr>
                                      <p:to>
                                        <p:strVal val="visible"/>
                                      </p:to>
                                    </p:set>
                                    <p:animEffect transition="in" filter="dissolve">
                                      <p:cBhvr>
                                        <p:cTn id="52" dur="500"/>
                                        <p:tgtEl>
                                          <p:spTgt spid="237"/>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grpId="0" nodeType="clickEffect">
                                  <p:stCondLst>
                                    <p:cond delay="0"/>
                                  </p:stCondLst>
                                  <p:childTnLst>
                                    <p:set>
                                      <p:cBhvr>
                                        <p:cTn id="56" dur="1" fill="hold">
                                          <p:stCondLst>
                                            <p:cond delay="0"/>
                                          </p:stCondLst>
                                        </p:cTn>
                                        <p:tgtEl>
                                          <p:spTgt spid="265"/>
                                        </p:tgtEl>
                                        <p:attrNameLst>
                                          <p:attrName>style.visibility</p:attrName>
                                        </p:attrNameLst>
                                      </p:cBhvr>
                                      <p:to>
                                        <p:strVal val="visible"/>
                                      </p:to>
                                    </p:set>
                                    <p:animEffect transition="in" filter="wipe(left)">
                                      <p:cBhvr>
                                        <p:cTn id="57" dur="500"/>
                                        <p:tgtEl>
                                          <p:spTgt spid="265"/>
                                        </p:tgtEl>
                                      </p:cBhvr>
                                    </p:animEffect>
                                  </p:childTnLst>
                                </p:cTn>
                              </p:par>
                            </p:childTnLst>
                          </p:cTn>
                        </p:par>
                        <p:par>
                          <p:cTn id="58" fill="hold">
                            <p:stCondLst>
                              <p:cond delay="500"/>
                            </p:stCondLst>
                            <p:childTnLst>
                              <p:par>
                                <p:cTn id="59" presetID="22" presetClass="entr" presetSubtype="8" fill="hold" nodeType="afterEffect">
                                  <p:stCondLst>
                                    <p:cond delay="0"/>
                                  </p:stCondLst>
                                  <p:childTnLst>
                                    <p:set>
                                      <p:cBhvr>
                                        <p:cTn id="60" dur="1" fill="hold">
                                          <p:stCondLst>
                                            <p:cond delay="0"/>
                                          </p:stCondLst>
                                        </p:cTn>
                                        <p:tgtEl>
                                          <p:spTgt spid="239"/>
                                        </p:tgtEl>
                                        <p:attrNameLst>
                                          <p:attrName>style.visibility</p:attrName>
                                        </p:attrNameLst>
                                      </p:cBhvr>
                                      <p:to>
                                        <p:strVal val="visible"/>
                                      </p:to>
                                    </p:set>
                                    <p:animEffect transition="in" filter="wipe(left)">
                                      <p:cBhvr>
                                        <p:cTn id="61" dur="500"/>
                                        <p:tgtEl>
                                          <p:spTgt spid="239"/>
                                        </p:tgtEl>
                                      </p:cBhvr>
                                    </p:animEffect>
                                  </p:childTnLst>
                                </p:cTn>
                              </p:par>
                            </p:childTnLst>
                          </p:cTn>
                        </p:par>
                      </p:childTnLst>
                    </p:cTn>
                  </p:par>
                  <p:par>
                    <p:cTn id="62" fill="hold">
                      <p:stCondLst>
                        <p:cond delay="indefinite"/>
                      </p:stCondLst>
                      <p:childTnLst>
                        <p:par>
                          <p:cTn id="63" fill="hold">
                            <p:stCondLst>
                              <p:cond delay="0"/>
                            </p:stCondLst>
                            <p:childTnLst>
                              <p:par>
                                <p:cTn id="64" presetID="42" presetClass="path" presetSubtype="0" accel="50000" decel="50000" fill="hold" nodeType="clickEffect">
                                  <p:stCondLst>
                                    <p:cond delay="0"/>
                                  </p:stCondLst>
                                  <p:childTnLst>
                                    <p:animMotion origin="layout" path="M -0.00156 -3.7037E-6 L -0.0013 -0.71435 " pathEditMode="relative" rAng="0" ptsTypes="AA">
                                      <p:cBhvr>
                                        <p:cTn id="65" dur="2000" fill="hold"/>
                                        <p:tgtEl>
                                          <p:spTgt spid="239"/>
                                        </p:tgtEl>
                                        <p:attrNameLst>
                                          <p:attrName>ppt_x</p:attrName>
                                          <p:attrName>ppt_y</p:attrName>
                                        </p:attrNameLst>
                                      </p:cBhvr>
                                      <p:rCtr x="13" y="-35718"/>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65" grpId="0" animBg="1"/>
      <p:bldP spid="230" grpId="0"/>
      <p:bldP spid="231" grpId="0"/>
      <p:bldP spid="232" grpId="0"/>
      <p:bldP spid="235" grpId="0"/>
      <p:bldP spid="237" grpId="0"/>
      <p:bldP spid="238" grpId="0"/>
      <p:bldP spid="233" grpId="0"/>
      <p:bldP spid="236"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2" name="Group 371">
            <a:extLst>
              <a:ext uri="{FF2B5EF4-FFF2-40B4-BE49-F238E27FC236}">
                <a16:creationId xmlns:a16="http://schemas.microsoft.com/office/drawing/2014/main" id="{6256310D-2722-AC40-836B-70B2E6C735F3}"/>
              </a:ext>
            </a:extLst>
          </p:cNvPr>
          <p:cNvGrpSpPr/>
          <p:nvPr/>
        </p:nvGrpSpPr>
        <p:grpSpPr>
          <a:xfrm>
            <a:off x="2827965" y="1130710"/>
            <a:ext cx="1547391" cy="2620631"/>
            <a:chOff x="3221255" y="1012723"/>
            <a:chExt cx="1547391" cy="2620631"/>
          </a:xfrm>
        </p:grpSpPr>
        <p:sp>
          <p:nvSpPr>
            <p:cNvPr id="373" name="Freeform 372">
              <a:extLst>
                <a:ext uri="{FF2B5EF4-FFF2-40B4-BE49-F238E27FC236}">
                  <a16:creationId xmlns:a16="http://schemas.microsoft.com/office/drawing/2014/main" id="{83550A18-F3EF-E943-8229-8A03AEBA0C06}"/>
                </a:ext>
              </a:extLst>
            </p:cNvPr>
            <p:cNvSpPr/>
            <p:nvPr/>
          </p:nvSpPr>
          <p:spPr>
            <a:xfrm>
              <a:off x="4316362" y="1042219"/>
              <a:ext cx="452284" cy="2389239"/>
            </a:xfrm>
            <a:custGeom>
              <a:avLst/>
              <a:gdLst>
                <a:gd name="connsiteX0" fmla="*/ 0 w 491613"/>
                <a:gd name="connsiteY0" fmla="*/ 0 h 2389239"/>
                <a:gd name="connsiteX1" fmla="*/ 491613 w 491613"/>
                <a:gd name="connsiteY1" fmla="*/ 904568 h 2389239"/>
                <a:gd name="connsiteX2" fmla="*/ 491613 w 491613"/>
                <a:gd name="connsiteY2" fmla="*/ 1052052 h 2389239"/>
                <a:gd name="connsiteX3" fmla="*/ 19665 w 491613"/>
                <a:gd name="connsiteY3" fmla="*/ 2389239 h 2389239"/>
                <a:gd name="connsiteX4" fmla="*/ 0 w 491613"/>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0 w 452284"/>
                <a:gd name="connsiteY0" fmla="*/ 0 h 2389239"/>
                <a:gd name="connsiteX1" fmla="*/ 452284 w 452284"/>
                <a:gd name="connsiteY1" fmla="*/ 904568 h 2389239"/>
                <a:gd name="connsiteX2" fmla="*/ 452284 w 452284"/>
                <a:gd name="connsiteY2" fmla="*/ 1052052 h 2389239"/>
                <a:gd name="connsiteX3" fmla="*/ 9833 w 452284"/>
                <a:gd name="connsiteY3" fmla="*/ 2389239 h 2389239"/>
                <a:gd name="connsiteX4" fmla="*/ 0 w 452284"/>
                <a:gd name="connsiteY4" fmla="*/ 0 h 2389239"/>
                <a:gd name="connsiteX0" fmla="*/ 0 w 452284"/>
                <a:gd name="connsiteY0" fmla="*/ 0 h 2389239"/>
                <a:gd name="connsiteX1" fmla="*/ 452284 w 452284"/>
                <a:gd name="connsiteY1" fmla="*/ 904568 h 2389239"/>
                <a:gd name="connsiteX2" fmla="*/ 452284 w 452284"/>
                <a:gd name="connsiteY2" fmla="*/ 1052052 h 2389239"/>
                <a:gd name="connsiteX3" fmla="*/ 9833 w 452284"/>
                <a:gd name="connsiteY3" fmla="*/ 2389239 h 2389239"/>
                <a:gd name="connsiteX4" fmla="*/ 0 w 452284"/>
                <a:gd name="connsiteY4" fmla="*/ 0 h 2389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284" h="2389239">
                  <a:moveTo>
                    <a:pt x="0" y="0"/>
                  </a:moveTo>
                  <a:cubicBezTo>
                    <a:pt x="170425" y="625988"/>
                    <a:pt x="242530" y="681703"/>
                    <a:pt x="452284" y="904568"/>
                  </a:cubicBezTo>
                  <a:lnTo>
                    <a:pt x="452284" y="1052052"/>
                  </a:lnTo>
                  <a:cubicBezTo>
                    <a:pt x="206477" y="1507613"/>
                    <a:pt x="137653" y="1825523"/>
                    <a:pt x="9833" y="2389239"/>
                  </a:cubicBezTo>
                  <a:cubicBezTo>
                    <a:pt x="6555" y="1592826"/>
                    <a:pt x="3278" y="796413"/>
                    <a:pt x="0" y="0"/>
                  </a:cubicBez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74" name="Group 373">
              <a:extLst>
                <a:ext uri="{FF2B5EF4-FFF2-40B4-BE49-F238E27FC236}">
                  <a16:creationId xmlns:a16="http://schemas.microsoft.com/office/drawing/2014/main" id="{CB9AF062-8753-5B40-ABD3-B709A7CA41D6}"/>
                </a:ext>
              </a:extLst>
            </p:cNvPr>
            <p:cNvGrpSpPr/>
            <p:nvPr/>
          </p:nvGrpSpPr>
          <p:grpSpPr>
            <a:xfrm>
              <a:off x="3221255" y="1012723"/>
              <a:ext cx="1172904" cy="2620631"/>
              <a:chOff x="3221255" y="1012723"/>
              <a:chExt cx="1172904" cy="2620631"/>
            </a:xfrm>
          </p:grpSpPr>
          <p:sp>
            <p:nvSpPr>
              <p:cNvPr id="375" name="Rectangle 374">
                <a:extLst>
                  <a:ext uri="{FF2B5EF4-FFF2-40B4-BE49-F238E27FC236}">
                    <a16:creationId xmlns:a16="http://schemas.microsoft.com/office/drawing/2014/main" id="{993DA739-7CEA-114D-820B-DF132DB3984F}"/>
                  </a:ext>
                </a:extLst>
              </p:cNvPr>
              <p:cNvSpPr/>
              <p:nvPr/>
            </p:nvSpPr>
            <p:spPr>
              <a:xfrm>
                <a:off x="3224981" y="1012723"/>
                <a:ext cx="1111045" cy="24187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76" name="Group 375">
                <a:extLst>
                  <a:ext uri="{FF2B5EF4-FFF2-40B4-BE49-F238E27FC236}">
                    <a16:creationId xmlns:a16="http://schemas.microsoft.com/office/drawing/2014/main" id="{CCC46E28-2F9A-614B-981E-EA679AD82EB0}"/>
                  </a:ext>
                </a:extLst>
              </p:cNvPr>
              <p:cNvGrpSpPr/>
              <p:nvPr/>
            </p:nvGrpSpPr>
            <p:grpSpPr>
              <a:xfrm>
                <a:off x="3221255" y="1017253"/>
                <a:ext cx="1172904" cy="2616101"/>
                <a:chOff x="9477371" y="702026"/>
                <a:chExt cx="1172904" cy="2616101"/>
              </a:xfrm>
            </p:grpSpPr>
            <p:sp>
              <p:nvSpPr>
                <p:cNvPr id="377" name="Rectangle 376">
                  <a:extLst>
                    <a:ext uri="{FF2B5EF4-FFF2-40B4-BE49-F238E27FC236}">
                      <a16:creationId xmlns:a16="http://schemas.microsoft.com/office/drawing/2014/main" id="{99E48FE5-7FBB-0648-927F-69AA9BA117F7}"/>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78" name="TextBox 377">
                  <a:extLst>
                    <a:ext uri="{FF2B5EF4-FFF2-40B4-BE49-F238E27FC236}">
                      <a16:creationId xmlns:a16="http://schemas.microsoft.com/office/drawing/2014/main" id="{741917D9-8AC9-0D49-8D6F-B97725FED00C}"/>
                    </a:ext>
                  </a:extLst>
                </p:cNvPr>
                <p:cNvSpPr txBox="1"/>
                <p:nvPr/>
              </p:nvSpPr>
              <p:spPr>
                <a:xfrm>
                  <a:off x="9533078" y="702026"/>
                  <a:ext cx="1117197" cy="2616101"/>
                </a:xfrm>
                <a:prstGeom prst="rect">
                  <a:avLst/>
                </a:prstGeom>
                <a:noFill/>
              </p:spPr>
              <p:txBody>
                <a:bodyPr wrap="square" rtlCol="0">
                  <a:spAutoFit/>
                </a:bodyPr>
                <a:lstStyle/>
                <a:p>
                  <a:r>
                    <a:rPr lang="en-US" sz="2000" dirty="0">
                      <a:solidFill>
                        <a:prstClr val="white"/>
                      </a:solidFill>
                    </a:rPr>
                    <a:t>DV in a: </a:t>
                  </a:r>
                  <a:r>
                    <a:rPr lang="en-US" sz="1600" dirty="0">
                      <a:solidFill>
                        <a:prstClr val="black"/>
                      </a:solidFill>
                    </a:rPr>
                    <a:t>D</a:t>
                  </a:r>
                  <a:r>
                    <a:rPr lang="en-US" sz="1600" baseline="-25000" dirty="0">
                      <a:solidFill>
                        <a:prstClr val="black"/>
                      </a:solidFill>
                    </a:rPr>
                    <a:t>a</a:t>
                  </a:r>
                  <a:r>
                    <a:rPr lang="en-US" sz="1600" dirty="0">
                      <a:solidFill>
                        <a:prstClr val="black"/>
                      </a:solidFill>
                    </a:rPr>
                    <a:t>(a)=0</a:t>
                  </a:r>
                </a:p>
                <a:p>
                  <a:r>
                    <a:rPr lang="en-US" sz="1600" dirty="0">
                      <a:solidFill>
                        <a:prstClr val="black"/>
                      </a:solidFill>
                    </a:rPr>
                    <a:t>D</a:t>
                  </a:r>
                  <a:r>
                    <a:rPr lang="en-US" sz="1600" baseline="-25000" dirty="0">
                      <a:solidFill>
                        <a:prstClr val="black"/>
                      </a:solidFill>
                    </a:rPr>
                    <a:t>a</a:t>
                  </a:r>
                  <a:r>
                    <a:rPr lang="en-US" sz="1600" dirty="0">
                      <a:solidFill>
                        <a:prstClr val="black"/>
                      </a:solidFill>
                    </a:rPr>
                    <a:t>(b) = 8</a:t>
                  </a:r>
                  <a:endParaRPr lang="en-US" sz="1600" dirty="0">
                    <a:solidFill>
                      <a:prstClr val="black"/>
                    </a:solidFill>
                    <a:cs typeface="Arial" charset="0"/>
                  </a:endParaRPr>
                </a:p>
                <a:p>
                  <a:r>
                    <a:rPr lang="en-US" sz="1600" dirty="0">
                      <a:solidFill>
                        <a:prstClr val="black"/>
                      </a:solidFill>
                    </a:rPr>
                    <a:t>D</a:t>
                  </a:r>
                  <a:r>
                    <a:rPr lang="en-US" sz="1600" baseline="-25000" dirty="0">
                      <a:solidFill>
                        <a:prstClr val="black"/>
                      </a:solidFill>
                    </a:rPr>
                    <a:t>a</a:t>
                  </a:r>
                  <a:r>
                    <a:rPr lang="en-US" sz="1600" dirty="0">
                      <a:solidFill>
                        <a:prstClr val="black"/>
                      </a:solidFill>
                    </a:rPr>
                    <a:t>(c) =</a:t>
                  </a:r>
                  <a:r>
                    <a:rPr lang="en-US" sz="1600" dirty="0">
                      <a:solidFill>
                        <a:prstClr val="black"/>
                      </a:solidFill>
                      <a:cs typeface="Arial" charset="0"/>
                    </a:rPr>
                    <a:t> ∞</a:t>
                  </a:r>
                </a:p>
                <a:p>
                  <a:r>
                    <a:rPr lang="en-US" sz="1600" dirty="0">
                      <a:solidFill>
                        <a:prstClr val="black"/>
                      </a:solidFill>
                    </a:rPr>
                    <a:t>D</a:t>
                  </a:r>
                  <a:r>
                    <a:rPr lang="en-US" sz="1600" baseline="-25000" dirty="0">
                      <a:solidFill>
                        <a:prstClr val="black"/>
                      </a:solidFill>
                    </a:rPr>
                    <a:t>a</a:t>
                  </a:r>
                  <a:r>
                    <a:rPr lang="en-US" sz="1600" dirty="0">
                      <a:solidFill>
                        <a:prstClr val="black"/>
                      </a:solidFill>
                    </a:rPr>
                    <a:t>(d) =</a:t>
                  </a:r>
                  <a:r>
                    <a:rPr lang="en-US" sz="1600" dirty="0">
                      <a:solidFill>
                        <a:prstClr val="black"/>
                      </a:solidFill>
                      <a:cs typeface="Arial" charset="0"/>
                    </a:rPr>
                    <a:t> 1</a:t>
                  </a:r>
                </a:p>
                <a:p>
                  <a:r>
                    <a:rPr lang="en-US" sz="1600" dirty="0">
                      <a:solidFill>
                        <a:prstClr val="black"/>
                      </a:solidFill>
                    </a:rPr>
                    <a:t>D</a:t>
                  </a:r>
                  <a:r>
                    <a:rPr lang="en-US" sz="1600" baseline="-25000" dirty="0">
                      <a:solidFill>
                        <a:prstClr val="black"/>
                      </a:solidFill>
                    </a:rPr>
                    <a:t>a</a:t>
                  </a:r>
                  <a:r>
                    <a:rPr lang="en-US" sz="1600" dirty="0">
                      <a:solidFill>
                        <a:prstClr val="black"/>
                      </a:solidFill>
                    </a:rPr>
                    <a:t>(e) =</a:t>
                  </a:r>
                  <a:r>
                    <a:rPr lang="en-US" sz="1600" dirty="0">
                      <a:solidFill>
                        <a:prstClr val="black"/>
                      </a:solidFill>
                      <a:cs typeface="Arial" charset="0"/>
                    </a:rPr>
                    <a:t> ∞</a:t>
                  </a:r>
                </a:p>
                <a:p>
                  <a:r>
                    <a:rPr lang="en-US" sz="1600" dirty="0">
                      <a:solidFill>
                        <a:prstClr val="black"/>
                      </a:solidFill>
                    </a:rPr>
                    <a:t>D</a:t>
                  </a:r>
                  <a:r>
                    <a:rPr lang="en-US" sz="1600" baseline="-25000" dirty="0">
                      <a:solidFill>
                        <a:prstClr val="black"/>
                      </a:solidFill>
                    </a:rPr>
                    <a:t>a</a:t>
                  </a:r>
                  <a:r>
                    <a:rPr lang="en-US" sz="1600" dirty="0">
                      <a:solidFill>
                        <a:prstClr val="black"/>
                      </a:solidFill>
                    </a:rPr>
                    <a:t>(f) =</a:t>
                  </a:r>
                  <a:r>
                    <a:rPr lang="en-US" sz="1600" dirty="0">
                      <a:solidFill>
                        <a:prstClr val="black"/>
                      </a:solidFill>
                      <a:cs typeface="Arial" charset="0"/>
                    </a:rPr>
                    <a:t> ∞</a:t>
                  </a:r>
                </a:p>
                <a:p>
                  <a:r>
                    <a:rPr lang="en-US" sz="1600" dirty="0">
                      <a:solidFill>
                        <a:prstClr val="black"/>
                      </a:solidFill>
                    </a:rPr>
                    <a:t>D</a:t>
                  </a:r>
                  <a:r>
                    <a:rPr lang="en-US" sz="1600" baseline="-25000" dirty="0">
                      <a:solidFill>
                        <a:prstClr val="black"/>
                      </a:solidFill>
                    </a:rPr>
                    <a:t>a</a:t>
                  </a:r>
                  <a:r>
                    <a:rPr lang="en-US" sz="1600" dirty="0">
                      <a:solidFill>
                        <a:prstClr val="black"/>
                      </a:solidFill>
                    </a:rPr>
                    <a:t>(g) =</a:t>
                  </a:r>
                  <a:r>
                    <a:rPr lang="en-US" sz="1600" dirty="0">
                      <a:solidFill>
                        <a:prstClr val="black"/>
                      </a:solidFill>
                      <a:cs typeface="Arial" charset="0"/>
                    </a:rPr>
                    <a:t> ∞</a:t>
                  </a:r>
                </a:p>
                <a:p>
                  <a:r>
                    <a:rPr lang="en-US" sz="1600" dirty="0">
                      <a:solidFill>
                        <a:prstClr val="black"/>
                      </a:solidFill>
                    </a:rPr>
                    <a:t>D</a:t>
                  </a:r>
                  <a:r>
                    <a:rPr lang="en-US" sz="1600" baseline="-25000" dirty="0">
                      <a:solidFill>
                        <a:prstClr val="black"/>
                      </a:solidFill>
                    </a:rPr>
                    <a:t>a</a:t>
                  </a:r>
                  <a:r>
                    <a:rPr lang="en-US" sz="1600" dirty="0">
                      <a:solidFill>
                        <a:prstClr val="black"/>
                      </a:solidFill>
                    </a:rPr>
                    <a:t>(h) =</a:t>
                  </a:r>
                  <a:r>
                    <a:rPr lang="en-US" sz="1600" dirty="0">
                      <a:solidFill>
                        <a:prstClr val="black"/>
                      </a:solidFill>
                      <a:cs typeface="Arial" charset="0"/>
                    </a:rPr>
                    <a:t> ∞</a:t>
                  </a:r>
                </a:p>
                <a:p>
                  <a:r>
                    <a:rPr lang="en-US" sz="1600" dirty="0">
                      <a:solidFill>
                        <a:prstClr val="black"/>
                      </a:solidFill>
                    </a:rPr>
                    <a:t>D</a:t>
                  </a:r>
                  <a:r>
                    <a:rPr lang="en-US" sz="1600" baseline="-25000" dirty="0">
                      <a:solidFill>
                        <a:prstClr val="black"/>
                      </a:solidFill>
                    </a:rPr>
                    <a:t>a</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cxnSp>
              <p:nvCxnSpPr>
                <p:cNvPr id="379" name="Straight Connector 378">
                  <a:extLst>
                    <a:ext uri="{FF2B5EF4-FFF2-40B4-BE49-F238E27FC236}">
                      <a16:creationId xmlns:a16="http://schemas.microsoft.com/office/drawing/2014/main" id="{50ED32A2-619A-5348-8102-F0D95343ADBB}"/>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80" name="Rectangle 379">
                  <a:extLst>
                    <a:ext uri="{FF2B5EF4-FFF2-40B4-BE49-F238E27FC236}">
                      <a16:creationId xmlns:a16="http://schemas.microsoft.com/office/drawing/2014/main" id="{DCEA8569-4767-BC4F-95B8-4CEC559CA8A1}"/>
                    </a:ext>
                  </a:extLst>
                </p:cNvPr>
                <p:cNvSpPr/>
                <p:nvPr/>
              </p:nvSpPr>
              <p:spPr>
                <a:xfrm>
                  <a:off x="9479666" y="706056"/>
                  <a:ext cx="1122744" cy="25894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grpSp>
      <p:sp>
        <p:nvSpPr>
          <p:cNvPr id="2" name="Title 1">
            <a:extLst>
              <a:ext uri="{FF2B5EF4-FFF2-40B4-BE49-F238E27FC236}">
                <a16:creationId xmlns:a16="http://schemas.microsoft.com/office/drawing/2014/main" id="{252B9189-7CDF-0741-9858-A79357149B7C}"/>
              </a:ext>
            </a:extLst>
          </p:cNvPr>
          <p:cNvSpPr>
            <a:spLocks noGrp="1"/>
          </p:cNvSpPr>
          <p:nvPr>
            <p:ph type="title"/>
          </p:nvPr>
        </p:nvSpPr>
        <p:spPr>
          <a:xfrm>
            <a:off x="826624" y="174028"/>
            <a:ext cx="10893427" cy="894622"/>
          </a:xfrm>
        </p:spPr>
        <p:txBody>
          <a:bodyPr/>
          <a:lstStyle/>
          <a:p>
            <a:r>
              <a:rPr lang="en-US" dirty="0"/>
              <a:t>Distance vector example: computation</a:t>
            </a:r>
          </a:p>
        </p:txBody>
      </p:sp>
      <p:sp>
        <p:nvSpPr>
          <p:cNvPr id="5" name="Slide Number Placeholder 4">
            <a:extLst>
              <a:ext uri="{FF2B5EF4-FFF2-40B4-BE49-F238E27FC236}">
                <a16:creationId xmlns:a16="http://schemas.microsoft.com/office/drawing/2014/main" id="{98E05715-B0AC-CF47-B242-18018B71339C}"/>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62</a:t>
            </a:fld>
            <a:endParaRPr lang="en-US" dirty="0">
              <a:solidFill>
                <a:prstClr val="white">
                  <a:lumMod val="50000"/>
                </a:prstClr>
              </a:solidFill>
            </a:endParaRPr>
          </a:p>
        </p:txBody>
      </p:sp>
      <p:cxnSp>
        <p:nvCxnSpPr>
          <p:cNvPr id="82" name="Straight Connector 81">
            <a:extLst>
              <a:ext uri="{FF2B5EF4-FFF2-40B4-BE49-F238E27FC236}">
                <a16:creationId xmlns:a16="http://schemas.microsoft.com/office/drawing/2014/main" id="{374B35E8-95B6-B946-8240-59B747B607B3}"/>
              </a:ext>
            </a:extLst>
          </p:cNvPr>
          <p:cNvCxnSpPr>
            <a:cxnSpLocks/>
            <a:stCxn id="76" idx="2"/>
            <a:endCxn id="76" idx="0"/>
          </p:cNvCxnSpPr>
          <p:nvPr/>
        </p:nvCxnSpPr>
        <p:spPr>
          <a:xfrm flipV="1">
            <a:off x="6530326" y="2129120"/>
            <a:ext cx="0" cy="38631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DE34EA38-AB93-704A-ACF2-764D62663226}"/>
              </a:ext>
            </a:extLst>
          </p:cNvPr>
          <p:cNvCxnSpPr>
            <a:cxnSpLocks/>
            <a:stCxn id="76" idx="1"/>
            <a:endCxn id="76" idx="3"/>
          </p:cNvCxnSpPr>
          <p:nvPr/>
        </p:nvCxnSpPr>
        <p:spPr>
          <a:xfrm>
            <a:off x="4598770" y="4060675"/>
            <a:ext cx="386311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Rectangle 75">
            <a:extLst>
              <a:ext uri="{FF2B5EF4-FFF2-40B4-BE49-F238E27FC236}">
                <a16:creationId xmlns:a16="http://schemas.microsoft.com/office/drawing/2014/main" id="{A169888C-5E10-3E40-BC1D-A5D0DB850712}"/>
              </a:ext>
            </a:extLst>
          </p:cNvPr>
          <p:cNvSpPr/>
          <p:nvPr/>
        </p:nvSpPr>
        <p:spPr>
          <a:xfrm>
            <a:off x="4598770" y="2129120"/>
            <a:ext cx="3863111" cy="3863111"/>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sp>
        <p:nvSpPr>
          <p:cNvPr id="150" name="Rectangle 149">
            <a:extLst>
              <a:ext uri="{FF2B5EF4-FFF2-40B4-BE49-F238E27FC236}">
                <a16:creationId xmlns:a16="http://schemas.microsoft.com/office/drawing/2014/main" id="{CB39BACF-E4D1-6641-8B8C-0274EDEFA113}"/>
              </a:ext>
            </a:extLst>
          </p:cNvPr>
          <p:cNvSpPr/>
          <p:nvPr/>
        </p:nvSpPr>
        <p:spPr>
          <a:xfrm>
            <a:off x="8380337" y="2200470"/>
            <a:ext cx="132508" cy="185510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grpSp>
        <p:nvGrpSpPr>
          <p:cNvPr id="1034" name="Group 1033">
            <a:extLst>
              <a:ext uri="{FF2B5EF4-FFF2-40B4-BE49-F238E27FC236}">
                <a16:creationId xmlns:a16="http://schemas.microsoft.com/office/drawing/2014/main" id="{B4BFA757-E5EA-9A42-8A16-AA2091E708C8}"/>
              </a:ext>
            </a:extLst>
          </p:cNvPr>
          <p:cNvGrpSpPr/>
          <p:nvPr/>
        </p:nvGrpSpPr>
        <p:grpSpPr>
          <a:xfrm>
            <a:off x="4333785" y="5772213"/>
            <a:ext cx="4395351" cy="404576"/>
            <a:chOff x="4333785" y="5772213"/>
            <a:chExt cx="4395351" cy="404576"/>
          </a:xfrm>
        </p:grpSpPr>
        <p:grpSp>
          <p:nvGrpSpPr>
            <p:cNvPr id="184" name="Group 183">
              <a:extLst>
                <a:ext uri="{FF2B5EF4-FFF2-40B4-BE49-F238E27FC236}">
                  <a16:creationId xmlns:a16="http://schemas.microsoft.com/office/drawing/2014/main" id="{600795BD-C1B6-1748-B28A-001A8505BE86}"/>
                </a:ext>
              </a:extLst>
            </p:cNvPr>
            <p:cNvGrpSpPr/>
            <p:nvPr/>
          </p:nvGrpSpPr>
          <p:grpSpPr>
            <a:xfrm>
              <a:off x="4333785" y="5772213"/>
              <a:ext cx="531821" cy="369069"/>
              <a:chOff x="1348328" y="2475647"/>
              <a:chExt cx="603916" cy="419100"/>
            </a:xfrm>
          </p:grpSpPr>
          <p:grpSp>
            <p:nvGrpSpPr>
              <p:cNvPr id="205" name="Group 204">
                <a:extLst>
                  <a:ext uri="{FF2B5EF4-FFF2-40B4-BE49-F238E27FC236}">
                    <a16:creationId xmlns:a16="http://schemas.microsoft.com/office/drawing/2014/main" id="{CE81AFB3-2346-434C-A463-93F9C295562A}"/>
                  </a:ext>
                </a:extLst>
              </p:cNvPr>
              <p:cNvGrpSpPr/>
              <p:nvPr/>
            </p:nvGrpSpPr>
            <p:grpSpPr>
              <a:xfrm>
                <a:off x="1348328" y="2555748"/>
                <a:ext cx="603916" cy="308999"/>
                <a:chOff x="5278570" y="2983486"/>
                <a:chExt cx="501650" cy="233363"/>
              </a:xfrm>
            </p:grpSpPr>
            <p:sp>
              <p:nvSpPr>
                <p:cNvPr id="209" name="Oval 5">
                  <a:extLst>
                    <a:ext uri="{FF2B5EF4-FFF2-40B4-BE49-F238E27FC236}">
                      <a16:creationId xmlns:a16="http://schemas.microsoft.com/office/drawing/2014/main" id="{7918ED2E-E380-6C4E-86AA-0BF9D7614418}"/>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0" name="Line 6">
                  <a:extLst>
                    <a:ext uri="{FF2B5EF4-FFF2-40B4-BE49-F238E27FC236}">
                      <a16:creationId xmlns:a16="http://schemas.microsoft.com/office/drawing/2014/main" id="{45F96407-8127-654C-9C52-5B6269075623}"/>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1" name="Line 7">
                  <a:extLst>
                    <a:ext uri="{FF2B5EF4-FFF2-40B4-BE49-F238E27FC236}">
                      <a16:creationId xmlns:a16="http://schemas.microsoft.com/office/drawing/2014/main" id="{F1C01DA2-272A-CD4F-87F1-779C30F35559}"/>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2" name="Rectangle 8">
                  <a:extLst>
                    <a:ext uri="{FF2B5EF4-FFF2-40B4-BE49-F238E27FC236}">
                      <a16:creationId xmlns:a16="http://schemas.microsoft.com/office/drawing/2014/main" id="{7969C970-9697-A847-B375-82D629934D59}"/>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13" name="Oval 9">
                  <a:extLst>
                    <a:ext uri="{FF2B5EF4-FFF2-40B4-BE49-F238E27FC236}">
                      <a16:creationId xmlns:a16="http://schemas.microsoft.com/office/drawing/2014/main" id="{F8D02D26-0EA1-FD40-AD1F-E4E8635F47CA}"/>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06" name="Group 44">
                <a:extLst>
                  <a:ext uri="{FF2B5EF4-FFF2-40B4-BE49-F238E27FC236}">
                    <a16:creationId xmlns:a16="http://schemas.microsoft.com/office/drawing/2014/main" id="{02C0B744-445A-A04E-812A-2D60476C1521}"/>
                  </a:ext>
                </a:extLst>
              </p:cNvPr>
              <p:cNvGrpSpPr>
                <a:grpSpLocks/>
              </p:cNvGrpSpPr>
              <p:nvPr/>
            </p:nvGrpSpPr>
            <p:grpSpPr bwMode="auto">
              <a:xfrm>
                <a:off x="1456374" y="2475647"/>
                <a:ext cx="355165" cy="419100"/>
                <a:chOff x="2944" y="2405"/>
                <a:chExt cx="227" cy="264"/>
              </a:xfrm>
            </p:grpSpPr>
            <p:sp>
              <p:nvSpPr>
                <p:cNvPr id="207" name="Rectangle 45">
                  <a:extLst>
                    <a:ext uri="{FF2B5EF4-FFF2-40B4-BE49-F238E27FC236}">
                      <a16:creationId xmlns:a16="http://schemas.microsoft.com/office/drawing/2014/main" id="{83E6E4B2-940F-B749-91D8-19B033341D50}"/>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8" name="Text Box 46">
                  <a:extLst>
                    <a:ext uri="{FF2B5EF4-FFF2-40B4-BE49-F238E27FC236}">
                      <a16:creationId xmlns:a16="http://schemas.microsoft.com/office/drawing/2014/main" id="{16D546E0-A23E-174D-8F0D-BFB691AF1D6C}"/>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g</a:t>
                  </a:r>
                  <a:endParaRPr lang="en-US" sz="2000" kern="0" dirty="0">
                    <a:solidFill>
                      <a:srgbClr val="000000"/>
                    </a:solidFill>
                  </a:endParaRPr>
                </a:p>
              </p:txBody>
            </p:sp>
          </p:grpSp>
        </p:grpSp>
        <p:grpSp>
          <p:nvGrpSpPr>
            <p:cNvPr id="185" name="Group 184">
              <a:extLst>
                <a:ext uri="{FF2B5EF4-FFF2-40B4-BE49-F238E27FC236}">
                  <a16:creationId xmlns:a16="http://schemas.microsoft.com/office/drawing/2014/main" id="{34A0F8A7-FCD0-9A45-80B9-24CC78B561FE}"/>
                </a:ext>
              </a:extLst>
            </p:cNvPr>
            <p:cNvGrpSpPr/>
            <p:nvPr/>
          </p:nvGrpSpPr>
          <p:grpSpPr>
            <a:xfrm>
              <a:off x="6263949" y="5807720"/>
              <a:ext cx="531821" cy="369069"/>
              <a:chOff x="1348328" y="2507397"/>
              <a:chExt cx="603916" cy="419100"/>
            </a:xfrm>
          </p:grpSpPr>
          <p:grpSp>
            <p:nvGrpSpPr>
              <p:cNvPr id="196" name="Group 195">
                <a:extLst>
                  <a:ext uri="{FF2B5EF4-FFF2-40B4-BE49-F238E27FC236}">
                    <a16:creationId xmlns:a16="http://schemas.microsoft.com/office/drawing/2014/main" id="{18AECA76-7F06-F84A-928B-C13839D9F43F}"/>
                  </a:ext>
                </a:extLst>
              </p:cNvPr>
              <p:cNvGrpSpPr/>
              <p:nvPr/>
            </p:nvGrpSpPr>
            <p:grpSpPr>
              <a:xfrm>
                <a:off x="1348328" y="2555748"/>
                <a:ext cx="603916" cy="308999"/>
                <a:chOff x="5278570" y="2983486"/>
                <a:chExt cx="501650" cy="233363"/>
              </a:xfrm>
            </p:grpSpPr>
            <p:sp>
              <p:nvSpPr>
                <p:cNvPr id="200" name="Oval 5">
                  <a:extLst>
                    <a:ext uri="{FF2B5EF4-FFF2-40B4-BE49-F238E27FC236}">
                      <a16:creationId xmlns:a16="http://schemas.microsoft.com/office/drawing/2014/main" id="{04917013-CC10-D043-8A71-34F24813049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1" name="Line 6">
                  <a:extLst>
                    <a:ext uri="{FF2B5EF4-FFF2-40B4-BE49-F238E27FC236}">
                      <a16:creationId xmlns:a16="http://schemas.microsoft.com/office/drawing/2014/main" id="{7E7DEF49-D295-8547-9FE7-8CBB42CEB81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2" name="Line 7">
                  <a:extLst>
                    <a:ext uri="{FF2B5EF4-FFF2-40B4-BE49-F238E27FC236}">
                      <a16:creationId xmlns:a16="http://schemas.microsoft.com/office/drawing/2014/main" id="{5633B25D-6786-5A4A-A44E-E4A1EE3575B2}"/>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3" name="Rectangle 8">
                  <a:extLst>
                    <a:ext uri="{FF2B5EF4-FFF2-40B4-BE49-F238E27FC236}">
                      <a16:creationId xmlns:a16="http://schemas.microsoft.com/office/drawing/2014/main" id="{968E012E-E513-8340-9324-11A79B223E28}"/>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04" name="Oval 9">
                  <a:extLst>
                    <a:ext uri="{FF2B5EF4-FFF2-40B4-BE49-F238E27FC236}">
                      <a16:creationId xmlns:a16="http://schemas.microsoft.com/office/drawing/2014/main" id="{7AFB2A7E-90B7-454F-BABB-E2A39AC7C95C}"/>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97" name="Group 44">
                <a:extLst>
                  <a:ext uri="{FF2B5EF4-FFF2-40B4-BE49-F238E27FC236}">
                    <a16:creationId xmlns:a16="http://schemas.microsoft.com/office/drawing/2014/main" id="{5567606D-D82D-2A4D-A3C8-A7D0703B3CC5}"/>
                  </a:ext>
                </a:extLst>
              </p:cNvPr>
              <p:cNvGrpSpPr>
                <a:grpSpLocks/>
              </p:cNvGrpSpPr>
              <p:nvPr/>
            </p:nvGrpSpPr>
            <p:grpSpPr bwMode="auto">
              <a:xfrm>
                <a:off x="1456374" y="2507397"/>
                <a:ext cx="355165" cy="419100"/>
                <a:chOff x="2944" y="2425"/>
                <a:chExt cx="227" cy="264"/>
              </a:xfrm>
            </p:grpSpPr>
            <p:sp>
              <p:nvSpPr>
                <p:cNvPr id="198" name="Rectangle 45">
                  <a:extLst>
                    <a:ext uri="{FF2B5EF4-FFF2-40B4-BE49-F238E27FC236}">
                      <a16:creationId xmlns:a16="http://schemas.microsoft.com/office/drawing/2014/main" id="{39206D20-AD6D-3242-8865-2C6680CB410C}"/>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9" name="Text Box 46">
                  <a:extLst>
                    <a:ext uri="{FF2B5EF4-FFF2-40B4-BE49-F238E27FC236}">
                      <a16:creationId xmlns:a16="http://schemas.microsoft.com/office/drawing/2014/main" id="{E3BB3556-A335-984F-978A-FECE515B6702}"/>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h</a:t>
                  </a:r>
                  <a:endParaRPr lang="en-US" sz="2000" kern="0" dirty="0">
                    <a:solidFill>
                      <a:srgbClr val="000000"/>
                    </a:solidFill>
                  </a:endParaRPr>
                </a:p>
              </p:txBody>
            </p:sp>
          </p:grpSp>
        </p:grpSp>
        <p:grpSp>
          <p:nvGrpSpPr>
            <p:cNvPr id="186" name="Group 185">
              <a:extLst>
                <a:ext uri="{FF2B5EF4-FFF2-40B4-BE49-F238E27FC236}">
                  <a16:creationId xmlns:a16="http://schemas.microsoft.com/office/drawing/2014/main" id="{3B620D34-7BA8-EF49-AC1C-93F5BBC84AEC}"/>
                </a:ext>
              </a:extLst>
            </p:cNvPr>
            <p:cNvGrpSpPr/>
            <p:nvPr/>
          </p:nvGrpSpPr>
          <p:grpSpPr>
            <a:xfrm>
              <a:off x="8197315" y="5805271"/>
              <a:ext cx="531821" cy="369069"/>
              <a:chOff x="1348328" y="2507397"/>
              <a:chExt cx="603916" cy="419100"/>
            </a:xfrm>
          </p:grpSpPr>
          <p:grpSp>
            <p:nvGrpSpPr>
              <p:cNvPr id="187" name="Group 186">
                <a:extLst>
                  <a:ext uri="{FF2B5EF4-FFF2-40B4-BE49-F238E27FC236}">
                    <a16:creationId xmlns:a16="http://schemas.microsoft.com/office/drawing/2014/main" id="{A6C2F80D-43A1-5746-B518-C0C4F1A20ACD}"/>
                  </a:ext>
                </a:extLst>
              </p:cNvPr>
              <p:cNvGrpSpPr/>
              <p:nvPr/>
            </p:nvGrpSpPr>
            <p:grpSpPr>
              <a:xfrm>
                <a:off x="1348328" y="2555748"/>
                <a:ext cx="603916" cy="308999"/>
                <a:chOff x="5278570" y="2983486"/>
                <a:chExt cx="501650" cy="233363"/>
              </a:xfrm>
            </p:grpSpPr>
            <p:sp>
              <p:nvSpPr>
                <p:cNvPr id="191" name="Oval 5">
                  <a:extLst>
                    <a:ext uri="{FF2B5EF4-FFF2-40B4-BE49-F238E27FC236}">
                      <a16:creationId xmlns:a16="http://schemas.microsoft.com/office/drawing/2014/main" id="{442E1AFF-BC2C-C849-85D1-13E42B701CE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2" name="Line 6">
                  <a:extLst>
                    <a:ext uri="{FF2B5EF4-FFF2-40B4-BE49-F238E27FC236}">
                      <a16:creationId xmlns:a16="http://schemas.microsoft.com/office/drawing/2014/main" id="{C2994154-DB6D-E247-8511-C6FE8D9665F8}"/>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3" name="Line 7">
                  <a:extLst>
                    <a:ext uri="{FF2B5EF4-FFF2-40B4-BE49-F238E27FC236}">
                      <a16:creationId xmlns:a16="http://schemas.microsoft.com/office/drawing/2014/main" id="{C730A3ED-5222-5348-831E-092DE7D6CEE3}"/>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4" name="Rectangle 8">
                  <a:extLst>
                    <a:ext uri="{FF2B5EF4-FFF2-40B4-BE49-F238E27FC236}">
                      <a16:creationId xmlns:a16="http://schemas.microsoft.com/office/drawing/2014/main" id="{BED424F7-1928-5F41-831D-417161F220B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195" name="Oval 9">
                  <a:extLst>
                    <a:ext uri="{FF2B5EF4-FFF2-40B4-BE49-F238E27FC236}">
                      <a16:creationId xmlns:a16="http://schemas.microsoft.com/office/drawing/2014/main" id="{76DDF5F9-ACB7-E642-ACEA-223EE2F5F418}"/>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88" name="Group 44">
                <a:extLst>
                  <a:ext uri="{FF2B5EF4-FFF2-40B4-BE49-F238E27FC236}">
                    <a16:creationId xmlns:a16="http://schemas.microsoft.com/office/drawing/2014/main" id="{495DC56F-8C0E-6549-849D-6D43F4F8BC0A}"/>
                  </a:ext>
                </a:extLst>
              </p:cNvPr>
              <p:cNvGrpSpPr>
                <a:grpSpLocks/>
              </p:cNvGrpSpPr>
              <p:nvPr/>
            </p:nvGrpSpPr>
            <p:grpSpPr bwMode="auto">
              <a:xfrm>
                <a:off x="1500196" y="2507397"/>
                <a:ext cx="267548" cy="419100"/>
                <a:chOff x="2972" y="2425"/>
                <a:chExt cx="171" cy="264"/>
              </a:xfrm>
            </p:grpSpPr>
            <p:sp>
              <p:nvSpPr>
                <p:cNvPr id="189" name="Rectangle 45">
                  <a:extLst>
                    <a:ext uri="{FF2B5EF4-FFF2-40B4-BE49-F238E27FC236}">
                      <a16:creationId xmlns:a16="http://schemas.microsoft.com/office/drawing/2014/main" id="{892DBBAB-E011-FD4A-BA7E-105CEF9075A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0" name="Text Box 46">
                  <a:extLst>
                    <a:ext uri="{FF2B5EF4-FFF2-40B4-BE49-F238E27FC236}">
                      <a16:creationId xmlns:a16="http://schemas.microsoft.com/office/drawing/2014/main" id="{173A4036-1DC3-BD4D-9E66-D9BC48C58BA0}"/>
                    </a:ext>
                  </a:extLst>
                </p:cNvPr>
                <p:cNvSpPr txBox="1">
                  <a:spLocks noChangeArrowheads="1"/>
                </p:cNvSpPr>
                <p:nvPr/>
              </p:nvSpPr>
              <p:spPr bwMode="auto">
                <a:xfrm>
                  <a:off x="2972" y="2425"/>
                  <a:ext cx="17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i</a:t>
                  </a:r>
                  <a:endParaRPr lang="en-US" sz="2000" kern="0" dirty="0">
                    <a:solidFill>
                      <a:srgbClr val="000000"/>
                    </a:solidFill>
                  </a:endParaRPr>
                </a:p>
              </p:txBody>
            </p:sp>
          </p:grpSp>
        </p:grpSp>
      </p:grpSp>
      <p:sp>
        <p:nvSpPr>
          <p:cNvPr id="215" name="TextBox 214">
            <a:extLst>
              <a:ext uri="{FF2B5EF4-FFF2-40B4-BE49-F238E27FC236}">
                <a16:creationId xmlns:a16="http://schemas.microsoft.com/office/drawing/2014/main" id="{74A89238-377F-A840-BB03-52D53CBBC3F3}"/>
              </a:ext>
            </a:extLst>
          </p:cNvPr>
          <p:cNvSpPr txBox="1"/>
          <p:nvPr/>
        </p:nvSpPr>
        <p:spPr>
          <a:xfrm>
            <a:off x="4305782" y="2870522"/>
            <a:ext cx="301686" cy="338554"/>
          </a:xfrm>
          <a:prstGeom prst="rect">
            <a:avLst/>
          </a:prstGeom>
          <a:noFill/>
        </p:spPr>
        <p:txBody>
          <a:bodyPr wrap="square" rtlCol="0">
            <a:spAutoFit/>
          </a:bodyPr>
          <a:lstStyle/>
          <a:p>
            <a:r>
              <a:rPr lang="en-US" sz="1600" dirty="0">
                <a:solidFill>
                  <a:prstClr val="black"/>
                </a:solidFill>
              </a:rPr>
              <a:t>1</a:t>
            </a:r>
          </a:p>
        </p:txBody>
      </p:sp>
      <p:sp>
        <p:nvSpPr>
          <p:cNvPr id="216" name="TextBox 215">
            <a:extLst>
              <a:ext uri="{FF2B5EF4-FFF2-40B4-BE49-F238E27FC236}">
                <a16:creationId xmlns:a16="http://schemas.microsoft.com/office/drawing/2014/main" id="{3D3F7215-9DE8-0542-8CCA-A9CEDC8717E2}"/>
              </a:ext>
            </a:extLst>
          </p:cNvPr>
          <p:cNvSpPr txBox="1"/>
          <p:nvPr/>
        </p:nvSpPr>
        <p:spPr>
          <a:xfrm>
            <a:off x="6217534" y="2860877"/>
            <a:ext cx="288862" cy="338554"/>
          </a:xfrm>
          <a:prstGeom prst="rect">
            <a:avLst/>
          </a:prstGeom>
          <a:noFill/>
        </p:spPr>
        <p:txBody>
          <a:bodyPr wrap="none" rtlCol="0">
            <a:spAutoFit/>
          </a:bodyPr>
          <a:lstStyle/>
          <a:p>
            <a:r>
              <a:rPr lang="en-US" sz="1600" dirty="0">
                <a:solidFill>
                  <a:prstClr val="black"/>
                </a:solidFill>
              </a:rPr>
              <a:t>1</a:t>
            </a:r>
          </a:p>
        </p:txBody>
      </p:sp>
      <p:sp>
        <p:nvSpPr>
          <p:cNvPr id="217" name="TextBox 216">
            <a:extLst>
              <a:ext uri="{FF2B5EF4-FFF2-40B4-BE49-F238E27FC236}">
                <a16:creationId xmlns:a16="http://schemas.microsoft.com/office/drawing/2014/main" id="{FC342D48-14A2-BA4E-A191-060C4177F678}"/>
              </a:ext>
            </a:extLst>
          </p:cNvPr>
          <p:cNvSpPr txBox="1"/>
          <p:nvPr/>
        </p:nvSpPr>
        <p:spPr>
          <a:xfrm>
            <a:off x="4296138" y="4886446"/>
            <a:ext cx="301686" cy="338554"/>
          </a:xfrm>
          <a:prstGeom prst="rect">
            <a:avLst/>
          </a:prstGeom>
          <a:noFill/>
        </p:spPr>
        <p:txBody>
          <a:bodyPr wrap="square" rtlCol="0">
            <a:spAutoFit/>
          </a:bodyPr>
          <a:lstStyle/>
          <a:p>
            <a:r>
              <a:rPr lang="en-US" sz="1600" dirty="0">
                <a:solidFill>
                  <a:prstClr val="black"/>
                </a:solidFill>
              </a:rPr>
              <a:t>1</a:t>
            </a:r>
          </a:p>
        </p:txBody>
      </p:sp>
      <p:sp>
        <p:nvSpPr>
          <p:cNvPr id="218" name="TextBox 217">
            <a:extLst>
              <a:ext uri="{FF2B5EF4-FFF2-40B4-BE49-F238E27FC236}">
                <a16:creationId xmlns:a16="http://schemas.microsoft.com/office/drawing/2014/main" id="{C9336A94-9BC9-8F41-95A7-69E18360DF3D}"/>
              </a:ext>
            </a:extLst>
          </p:cNvPr>
          <p:cNvSpPr txBox="1"/>
          <p:nvPr/>
        </p:nvSpPr>
        <p:spPr>
          <a:xfrm>
            <a:off x="6231040" y="4888376"/>
            <a:ext cx="288862" cy="338554"/>
          </a:xfrm>
          <a:prstGeom prst="rect">
            <a:avLst/>
          </a:prstGeom>
          <a:noFill/>
        </p:spPr>
        <p:txBody>
          <a:bodyPr wrap="none" rtlCol="0">
            <a:spAutoFit/>
          </a:bodyPr>
          <a:lstStyle/>
          <a:p>
            <a:r>
              <a:rPr lang="en-US" sz="1600" dirty="0">
                <a:solidFill>
                  <a:prstClr val="black"/>
                </a:solidFill>
              </a:rPr>
              <a:t>1</a:t>
            </a:r>
          </a:p>
        </p:txBody>
      </p:sp>
      <p:sp>
        <p:nvSpPr>
          <p:cNvPr id="219" name="TextBox 218">
            <a:extLst>
              <a:ext uri="{FF2B5EF4-FFF2-40B4-BE49-F238E27FC236}">
                <a16:creationId xmlns:a16="http://schemas.microsoft.com/office/drawing/2014/main" id="{E11EFAA3-3025-6E40-9F7B-8AEC8E44C52D}"/>
              </a:ext>
            </a:extLst>
          </p:cNvPr>
          <p:cNvSpPr txBox="1"/>
          <p:nvPr/>
        </p:nvSpPr>
        <p:spPr>
          <a:xfrm>
            <a:off x="8154365" y="4890306"/>
            <a:ext cx="288862" cy="338554"/>
          </a:xfrm>
          <a:prstGeom prst="rect">
            <a:avLst/>
          </a:prstGeom>
          <a:noFill/>
        </p:spPr>
        <p:txBody>
          <a:bodyPr wrap="none" rtlCol="0">
            <a:spAutoFit/>
          </a:bodyPr>
          <a:lstStyle/>
          <a:p>
            <a:r>
              <a:rPr lang="en-US" sz="1600" dirty="0">
                <a:solidFill>
                  <a:prstClr val="black"/>
                </a:solidFill>
              </a:rPr>
              <a:t>1</a:t>
            </a:r>
          </a:p>
        </p:txBody>
      </p:sp>
      <p:sp>
        <p:nvSpPr>
          <p:cNvPr id="221" name="TextBox 220">
            <a:extLst>
              <a:ext uri="{FF2B5EF4-FFF2-40B4-BE49-F238E27FC236}">
                <a16:creationId xmlns:a16="http://schemas.microsoft.com/office/drawing/2014/main" id="{EECDCBF1-5ACC-CF43-B981-907337945BA2}"/>
              </a:ext>
            </a:extLst>
          </p:cNvPr>
          <p:cNvSpPr txBox="1"/>
          <p:nvPr/>
        </p:nvSpPr>
        <p:spPr>
          <a:xfrm>
            <a:off x="5442030" y="4029920"/>
            <a:ext cx="301686" cy="338554"/>
          </a:xfrm>
          <a:prstGeom prst="rect">
            <a:avLst/>
          </a:prstGeom>
          <a:noFill/>
        </p:spPr>
        <p:txBody>
          <a:bodyPr wrap="square" rtlCol="0">
            <a:spAutoFit/>
          </a:bodyPr>
          <a:lstStyle/>
          <a:p>
            <a:r>
              <a:rPr lang="en-US" sz="1600" dirty="0">
                <a:solidFill>
                  <a:prstClr val="black"/>
                </a:solidFill>
              </a:rPr>
              <a:t>1</a:t>
            </a:r>
          </a:p>
        </p:txBody>
      </p:sp>
      <p:sp>
        <p:nvSpPr>
          <p:cNvPr id="222" name="TextBox 221">
            <a:extLst>
              <a:ext uri="{FF2B5EF4-FFF2-40B4-BE49-F238E27FC236}">
                <a16:creationId xmlns:a16="http://schemas.microsoft.com/office/drawing/2014/main" id="{2DD32315-0DAF-354B-ADE2-76F406D6A871}"/>
              </a:ext>
            </a:extLst>
          </p:cNvPr>
          <p:cNvSpPr txBox="1"/>
          <p:nvPr/>
        </p:nvSpPr>
        <p:spPr>
          <a:xfrm>
            <a:off x="7353782" y="4020275"/>
            <a:ext cx="288862" cy="338554"/>
          </a:xfrm>
          <a:prstGeom prst="rect">
            <a:avLst/>
          </a:prstGeom>
          <a:noFill/>
        </p:spPr>
        <p:txBody>
          <a:bodyPr wrap="none" rtlCol="0">
            <a:spAutoFit/>
          </a:bodyPr>
          <a:lstStyle/>
          <a:p>
            <a:r>
              <a:rPr lang="en-US" sz="1600" dirty="0">
                <a:solidFill>
                  <a:prstClr val="black"/>
                </a:solidFill>
              </a:rPr>
              <a:t>1</a:t>
            </a:r>
          </a:p>
        </p:txBody>
      </p:sp>
      <p:sp>
        <p:nvSpPr>
          <p:cNvPr id="223" name="TextBox 222">
            <a:extLst>
              <a:ext uri="{FF2B5EF4-FFF2-40B4-BE49-F238E27FC236}">
                <a16:creationId xmlns:a16="http://schemas.microsoft.com/office/drawing/2014/main" id="{25B3E8DA-82E1-B746-9524-A8B47546C7B7}"/>
              </a:ext>
            </a:extLst>
          </p:cNvPr>
          <p:cNvSpPr txBox="1"/>
          <p:nvPr/>
        </p:nvSpPr>
        <p:spPr>
          <a:xfrm>
            <a:off x="5443958" y="5953247"/>
            <a:ext cx="301686" cy="338554"/>
          </a:xfrm>
          <a:prstGeom prst="rect">
            <a:avLst/>
          </a:prstGeom>
          <a:noFill/>
        </p:spPr>
        <p:txBody>
          <a:bodyPr wrap="square" rtlCol="0">
            <a:spAutoFit/>
          </a:bodyPr>
          <a:lstStyle/>
          <a:p>
            <a:r>
              <a:rPr lang="en-US" sz="1600" dirty="0">
                <a:solidFill>
                  <a:prstClr val="black"/>
                </a:solidFill>
              </a:rPr>
              <a:t>1</a:t>
            </a:r>
          </a:p>
        </p:txBody>
      </p:sp>
      <p:sp>
        <p:nvSpPr>
          <p:cNvPr id="224" name="TextBox 223">
            <a:extLst>
              <a:ext uri="{FF2B5EF4-FFF2-40B4-BE49-F238E27FC236}">
                <a16:creationId xmlns:a16="http://schemas.microsoft.com/office/drawing/2014/main" id="{51516E14-40A2-B34F-B880-05B80B68D6FC}"/>
              </a:ext>
            </a:extLst>
          </p:cNvPr>
          <p:cNvSpPr txBox="1"/>
          <p:nvPr/>
        </p:nvSpPr>
        <p:spPr>
          <a:xfrm>
            <a:off x="7355710" y="5943602"/>
            <a:ext cx="288862" cy="338554"/>
          </a:xfrm>
          <a:prstGeom prst="rect">
            <a:avLst/>
          </a:prstGeom>
          <a:noFill/>
        </p:spPr>
        <p:txBody>
          <a:bodyPr wrap="none" rtlCol="0">
            <a:spAutoFit/>
          </a:bodyPr>
          <a:lstStyle/>
          <a:p>
            <a:r>
              <a:rPr lang="en-US" sz="1600" dirty="0">
                <a:solidFill>
                  <a:prstClr val="black"/>
                </a:solidFill>
              </a:rPr>
              <a:t>1</a:t>
            </a:r>
          </a:p>
        </p:txBody>
      </p:sp>
      <p:sp>
        <p:nvSpPr>
          <p:cNvPr id="225" name="TextBox 224">
            <a:extLst>
              <a:ext uri="{FF2B5EF4-FFF2-40B4-BE49-F238E27FC236}">
                <a16:creationId xmlns:a16="http://schemas.microsoft.com/office/drawing/2014/main" id="{9174059A-E895-E740-9A26-AA7943E4A64F}"/>
              </a:ext>
            </a:extLst>
          </p:cNvPr>
          <p:cNvSpPr txBox="1"/>
          <p:nvPr/>
        </p:nvSpPr>
        <p:spPr>
          <a:xfrm>
            <a:off x="5445886" y="2123956"/>
            <a:ext cx="301686" cy="338554"/>
          </a:xfrm>
          <a:prstGeom prst="rect">
            <a:avLst/>
          </a:prstGeom>
          <a:noFill/>
        </p:spPr>
        <p:txBody>
          <a:bodyPr wrap="square" rtlCol="0">
            <a:spAutoFit/>
          </a:bodyPr>
          <a:lstStyle/>
          <a:p>
            <a:r>
              <a:rPr lang="en-US" sz="1600" dirty="0">
                <a:solidFill>
                  <a:prstClr val="black"/>
                </a:solidFill>
              </a:rPr>
              <a:t>8</a:t>
            </a:r>
          </a:p>
        </p:txBody>
      </p:sp>
      <p:sp>
        <p:nvSpPr>
          <p:cNvPr id="226" name="TextBox 225">
            <a:extLst>
              <a:ext uri="{FF2B5EF4-FFF2-40B4-BE49-F238E27FC236}">
                <a16:creationId xmlns:a16="http://schemas.microsoft.com/office/drawing/2014/main" id="{F7510488-7C59-7449-A4EE-C5A32BFCB3A5}"/>
              </a:ext>
            </a:extLst>
          </p:cNvPr>
          <p:cNvSpPr txBox="1"/>
          <p:nvPr/>
        </p:nvSpPr>
        <p:spPr>
          <a:xfrm>
            <a:off x="7357638" y="2114311"/>
            <a:ext cx="288862" cy="338554"/>
          </a:xfrm>
          <a:prstGeom prst="rect">
            <a:avLst/>
          </a:prstGeom>
          <a:noFill/>
        </p:spPr>
        <p:txBody>
          <a:bodyPr wrap="none" rtlCol="0">
            <a:spAutoFit/>
          </a:bodyPr>
          <a:lstStyle/>
          <a:p>
            <a:r>
              <a:rPr lang="en-US" sz="1600" dirty="0">
                <a:solidFill>
                  <a:prstClr val="black"/>
                </a:solidFill>
              </a:rPr>
              <a:t>1</a:t>
            </a:r>
          </a:p>
        </p:txBody>
      </p:sp>
      <p:grpSp>
        <p:nvGrpSpPr>
          <p:cNvPr id="159" name="Group 158">
            <a:extLst>
              <a:ext uri="{FF2B5EF4-FFF2-40B4-BE49-F238E27FC236}">
                <a16:creationId xmlns:a16="http://schemas.microsoft.com/office/drawing/2014/main" id="{4AAED925-F16C-8F45-B5D7-47EABDB0B993}"/>
              </a:ext>
            </a:extLst>
          </p:cNvPr>
          <p:cNvGrpSpPr/>
          <p:nvPr/>
        </p:nvGrpSpPr>
        <p:grpSpPr>
          <a:xfrm>
            <a:off x="584365" y="1859143"/>
            <a:ext cx="736099" cy="1229581"/>
            <a:chOff x="10030307" y="3444875"/>
            <a:chExt cx="736099" cy="1229581"/>
          </a:xfrm>
        </p:grpSpPr>
        <p:sp>
          <p:nvSpPr>
            <p:cNvPr id="160" name="TextBox 159">
              <a:extLst>
                <a:ext uri="{FF2B5EF4-FFF2-40B4-BE49-F238E27FC236}">
                  <a16:creationId xmlns:a16="http://schemas.microsoft.com/office/drawing/2014/main" id="{6655EB12-A2B9-9D4A-A0A9-F9958BDB0106}"/>
                </a:ext>
              </a:extLst>
            </p:cNvPr>
            <p:cNvSpPr txBox="1"/>
            <p:nvPr/>
          </p:nvSpPr>
          <p:spPr>
            <a:xfrm>
              <a:off x="10030307" y="4089681"/>
              <a:ext cx="736099" cy="584775"/>
            </a:xfrm>
            <a:prstGeom prst="rect">
              <a:avLst/>
            </a:prstGeom>
            <a:noFill/>
          </p:spPr>
          <p:txBody>
            <a:bodyPr wrap="none" rtlCol="0">
              <a:spAutoFit/>
            </a:bodyPr>
            <a:lstStyle/>
            <a:p>
              <a:r>
                <a:rPr lang="en-US" sz="3200" dirty="0">
                  <a:solidFill>
                    <a:prstClr val="black"/>
                  </a:solidFill>
                </a:rPr>
                <a:t>t=1</a:t>
              </a:r>
            </a:p>
          </p:txBody>
        </p:sp>
        <p:grpSp>
          <p:nvGrpSpPr>
            <p:cNvPr id="161" name="Group 160">
              <a:extLst>
                <a:ext uri="{FF2B5EF4-FFF2-40B4-BE49-F238E27FC236}">
                  <a16:creationId xmlns:a16="http://schemas.microsoft.com/office/drawing/2014/main" id="{0523D739-F413-264B-A745-A38C62E06D3B}"/>
                </a:ext>
              </a:extLst>
            </p:cNvPr>
            <p:cNvGrpSpPr/>
            <p:nvPr/>
          </p:nvGrpSpPr>
          <p:grpSpPr>
            <a:xfrm>
              <a:off x="10034588" y="3444875"/>
              <a:ext cx="682627" cy="682625"/>
              <a:chOff x="10034588" y="3444875"/>
              <a:chExt cx="682627" cy="682625"/>
            </a:xfrm>
          </p:grpSpPr>
          <p:sp>
            <p:nvSpPr>
              <p:cNvPr id="162" name="Oval 161">
                <a:extLst>
                  <a:ext uri="{FF2B5EF4-FFF2-40B4-BE49-F238E27FC236}">
                    <a16:creationId xmlns:a16="http://schemas.microsoft.com/office/drawing/2014/main" id="{CB814881-01DB-0E43-BA2F-B64D7EA26896}"/>
                  </a:ext>
                </a:extLst>
              </p:cNvPr>
              <p:cNvSpPr/>
              <p:nvPr/>
            </p:nvSpPr>
            <p:spPr>
              <a:xfrm>
                <a:off x="10039551" y="3449256"/>
                <a:ext cx="671332" cy="671332"/>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163" name="Straight Connector 162">
                <a:extLst>
                  <a:ext uri="{FF2B5EF4-FFF2-40B4-BE49-F238E27FC236}">
                    <a16:creationId xmlns:a16="http://schemas.microsoft.com/office/drawing/2014/main" id="{08775389-41CA-4740-B083-4D54E5FAECED}"/>
                  </a:ext>
                </a:extLst>
              </p:cNvPr>
              <p:cNvCxnSpPr/>
              <p:nvPr/>
            </p:nvCxnSpPr>
            <p:spPr>
              <a:xfrm>
                <a:off x="10372725" y="34448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3E6B6CB9-512E-6343-AD8B-BBAB6CE819A4}"/>
                  </a:ext>
                </a:extLst>
              </p:cNvPr>
              <p:cNvCxnSpPr/>
              <p:nvPr/>
            </p:nvCxnSpPr>
            <p:spPr>
              <a:xfrm>
                <a:off x="10372725" y="40671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6B84002D-08B3-2041-9EB9-DE4D7AA96DC7}"/>
                  </a:ext>
                </a:extLst>
              </p:cNvPr>
              <p:cNvCxnSpPr>
                <a:cxnSpLocks/>
              </p:cNvCxnSpPr>
              <p:nvPr/>
            </p:nvCxnSpPr>
            <p:spPr>
              <a:xfrm rot="16200000">
                <a:off x="10064751"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10AF67D-3C60-074D-85D9-BB7F3C22BA6E}"/>
                  </a:ext>
                </a:extLst>
              </p:cNvPr>
              <p:cNvCxnSpPr>
                <a:cxnSpLocks/>
              </p:cNvCxnSpPr>
              <p:nvPr/>
            </p:nvCxnSpPr>
            <p:spPr>
              <a:xfrm rot="16200000">
                <a:off x="10687053"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D7001C9A-A249-5941-879B-C26FFA2151F7}"/>
                  </a:ext>
                </a:extLst>
              </p:cNvPr>
              <p:cNvCxnSpPr>
                <a:cxnSpLocks/>
              </p:cNvCxnSpPr>
              <p:nvPr/>
            </p:nvCxnSpPr>
            <p:spPr>
              <a:xfrm>
                <a:off x="10523542" y="40370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F6CFD6FA-4D66-9F4F-9565-82515FD78B17}"/>
                  </a:ext>
                </a:extLst>
              </p:cNvPr>
              <p:cNvCxnSpPr>
                <a:cxnSpLocks/>
              </p:cNvCxnSpPr>
              <p:nvPr/>
            </p:nvCxnSpPr>
            <p:spPr>
              <a:xfrm>
                <a:off x="10202867" y="34909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3AF8B4F1-6823-4E49-BDC2-8B3DFF75FC97}"/>
                  </a:ext>
                </a:extLst>
              </p:cNvPr>
              <p:cNvCxnSpPr>
                <a:cxnSpLocks/>
              </p:cNvCxnSpPr>
              <p:nvPr/>
            </p:nvCxnSpPr>
            <p:spPr>
              <a:xfrm flipH="1">
                <a:off x="10196517" y="40338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A8A30E75-242F-B744-AD86-D5121CF798F7}"/>
                  </a:ext>
                </a:extLst>
              </p:cNvPr>
              <p:cNvCxnSpPr>
                <a:cxnSpLocks/>
              </p:cNvCxnSpPr>
              <p:nvPr/>
            </p:nvCxnSpPr>
            <p:spPr>
              <a:xfrm flipH="1">
                <a:off x="10517192" y="34877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CA6C8979-7ABA-2548-A690-DBB79A1510E8}"/>
                  </a:ext>
                </a:extLst>
              </p:cNvPr>
              <p:cNvCxnSpPr>
                <a:cxnSpLocks/>
              </p:cNvCxnSpPr>
              <p:nvPr/>
            </p:nvCxnSpPr>
            <p:spPr>
              <a:xfrm flipH="1">
                <a:off x="10631493" y="36115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9D0B68AA-F684-FE43-A969-18E51C1C177F}"/>
                  </a:ext>
                </a:extLst>
              </p:cNvPr>
              <p:cNvCxnSpPr>
                <a:cxnSpLocks/>
              </p:cNvCxnSpPr>
              <p:nvPr/>
            </p:nvCxnSpPr>
            <p:spPr>
              <a:xfrm flipH="1">
                <a:off x="10085393" y="39290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5419F84A-0D3B-EF47-949B-02A63FAFFC86}"/>
                  </a:ext>
                </a:extLst>
              </p:cNvPr>
              <p:cNvCxnSpPr>
                <a:cxnSpLocks/>
              </p:cNvCxnSpPr>
              <p:nvPr/>
            </p:nvCxnSpPr>
            <p:spPr>
              <a:xfrm flipH="1" flipV="1">
                <a:off x="10094918" y="36147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FDC9525E-B8EE-704E-94A9-DA434054CDB0}"/>
                  </a:ext>
                </a:extLst>
              </p:cNvPr>
              <p:cNvCxnSpPr>
                <a:cxnSpLocks/>
              </p:cNvCxnSpPr>
              <p:nvPr/>
            </p:nvCxnSpPr>
            <p:spPr>
              <a:xfrm flipH="1" flipV="1">
                <a:off x="10631493" y="39322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175" name="Oval 174">
                <a:extLst>
                  <a:ext uri="{FF2B5EF4-FFF2-40B4-BE49-F238E27FC236}">
                    <a16:creationId xmlns:a16="http://schemas.microsoft.com/office/drawing/2014/main" id="{1326D6D5-4368-3242-940E-7E5978F1247E}"/>
                  </a:ext>
                </a:extLst>
              </p:cNvPr>
              <p:cNvSpPr/>
              <p:nvPr/>
            </p:nvSpPr>
            <p:spPr>
              <a:xfrm>
                <a:off x="10331450" y="3743325"/>
                <a:ext cx="82550" cy="87136"/>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cxnSp>
        <p:nvCxnSpPr>
          <p:cNvPr id="153" name="Straight Connector 152">
            <a:extLst>
              <a:ext uri="{FF2B5EF4-FFF2-40B4-BE49-F238E27FC236}">
                <a16:creationId xmlns:a16="http://schemas.microsoft.com/office/drawing/2014/main" id="{1BDF6761-A298-0649-AD22-E32D353E085B}"/>
              </a:ext>
            </a:extLst>
          </p:cNvPr>
          <p:cNvCxnSpPr>
            <a:cxnSpLocks/>
          </p:cNvCxnSpPr>
          <p:nvPr/>
        </p:nvCxnSpPr>
        <p:spPr>
          <a:xfrm>
            <a:off x="919556" y="1995948"/>
            <a:ext cx="0" cy="196031"/>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sp>
        <p:nvSpPr>
          <p:cNvPr id="154" name="Rectangle 153">
            <a:extLst>
              <a:ext uri="{FF2B5EF4-FFF2-40B4-BE49-F238E27FC236}">
                <a16:creationId xmlns:a16="http://schemas.microsoft.com/office/drawing/2014/main" id="{6E805ECD-DD10-C845-94C0-375A905AFE6F}"/>
              </a:ext>
            </a:extLst>
          </p:cNvPr>
          <p:cNvSpPr/>
          <p:nvPr/>
        </p:nvSpPr>
        <p:spPr>
          <a:xfrm>
            <a:off x="6626942" y="275303"/>
            <a:ext cx="3038168" cy="62926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41" name="Group 240">
            <a:extLst>
              <a:ext uri="{FF2B5EF4-FFF2-40B4-BE49-F238E27FC236}">
                <a16:creationId xmlns:a16="http://schemas.microsoft.com/office/drawing/2014/main" id="{C0DE6387-1D17-B74C-B49C-337140026F6C}"/>
              </a:ext>
            </a:extLst>
          </p:cNvPr>
          <p:cNvGrpSpPr/>
          <p:nvPr/>
        </p:nvGrpSpPr>
        <p:grpSpPr>
          <a:xfrm>
            <a:off x="6656438" y="235974"/>
            <a:ext cx="2493133" cy="1917291"/>
            <a:chOff x="7010400" y="108155"/>
            <a:chExt cx="2493133" cy="1917291"/>
          </a:xfrm>
        </p:grpSpPr>
        <p:sp>
          <p:nvSpPr>
            <p:cNvPr id="242" name="Freeform 241">
              <a:extLst>
                <a:ext uri="{FF2B5EF4-FFF2-40B4-BE49-F238E27FC236}">
                  <a16:creationId xmlns:a16="http://schemas.microsoft.com/office/drawing/2014/main" id="{AAB1A5DE-415B-F14B-A28A-363ED94665BF}"/>
                </a:ext>
              </a:extLst>
            </p:cNvPr>
            <p:cNvSpPr/>
            <p:nvPr/>
          </p:nvSpPr>
          <p:spPr>
            <a:xfrm>
              <a:off x="7010400" y="176982"/>
              <a:ext cx="2340077" cy="1848464"/>
            </a:xfrm>
            <a:custGeom>
              <a:avLst/>
              <a:gdLst>
                <a:gd name="connsiteX0" fmla="*/ 0 w 2340077"/>
                <a:gd name="connsiteY0" fmla="*/ 304800 h 432619"/>
                <a:gd name="connsiteX1" fmla="*/ 393290 w 2340077"/>
                <a:gd name="connsiteY1" fmla="*/ 0 h 432619"/>
                <a:gd name="connsiteX2" fmla="*/ 2340077 w 2340077"/>
                <a:gd name="connsiteY2" fmla="*/ 0 h 432619"/>
                <a:gd name="connsiteX3" fmla="*/ 147484 w 2340077"/>
                <a:gd name="connsiteY3" fmla="*/ 432619 h 432619"/>
                <a:gd name="connsiteX4" fmla="*/ 0 w 2340077"/>
                <a:gd name="connsiteY4" fmla="*/ 304800 h 432619"/>
                <a:gd name="connsiteX0" fmla="*/ 0 w 2340077"/>
                <a:gd name="connsiteY0" fmla="*/ 1691148 h 1818967"/>
                <a:gd name="connsiteX1" fmla="*/ 383458 w 2340077"/>
                <a:gd name="connsiteY1" fmla="*/ 0 h 1818967"/>
                <a:gd name="connsiteX2" fmla="*/ 2340077 w 2340077"/>
                <a:gd name="connsiteY2" fmla="*/ 1386348 h 1818967"/>
                <a:gd name="connsiteX3" fmla="*/ 147484 w 2340077"/>
                <a:gd name="connsiteY3" fmla="*/ 1818967 h 1818967"/>
                <a:gd name="connsiteX4" fmla="*/ 0 w 2340077"/>
                <a:gd name="connsiteY4" fmla="*/ 1691148 h 1818967"/>
                <a:gd name="connsiteX0" fmla="*/ 0 w 2340077"/>
                <a:gd name="connsiteY0" fmla="*/ 1691148 h 1818967"/>
                <a:gd name="connsiteX1" fmla="*/ 383458 w 2340077"/>
                <a:gd name="connsiteY1" fmla="*/ 0 h 1818967"/>
                <a:gd name="connsiteX2" fmla="*/ 2340077 w 2340077"/>
                <a:gd name="connsiteY2" fmla="*/ 1386348 h 1818967"/>
                <a:gd name="connsiteX3" fmla="*/ 147484 w 2340077"/>
                <a:gd name="connsiteY3" fmla="*/ 1818967 h 1818967"/>
                <a:gd name="connsiteX4" fmla="*/ 0 w 2340077"/>
                <a:gd name="connsiteY4" fmla="*/ 1691148 h 1818967"/>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48464"/>
                <a:gd name="connsiteX1" fmla="*/ 383458 w 2340077"/>
                <a:gd name="connsiteY1" fmla="*/ 0 h 1848464"/>
                <a:gd name="connsiteX2" fmla="*/ 2340077 w 2340077"/>
                <a:gd name="connsiteY2" fmla="*/ 1386348 h 1848464"/>
                <a:gd name="connsiteX3" fmla="*/ 137651 w 2340077"/>
                <a:gd name="connsiteY3" fmla="*/ 1848464 h 1848464"/>
                <a:gd name="connsiteX4" fmla="*/ 0 w 2340077"/>
                <a:gd name="connsiteY4" fmla="*/ 1691148 h 18484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0077" h="1848464">
                  <a:moveTo>
                    <a:pt x="0" y="1691148"/>
                  </a:moveTo>
                  <a:cubicBezTo>
                    <a:pt x="167148" y="1304412"/>
                    <a:pt x="285136" y="770193"/>
                    <a:pt x="383458" y="0"/>
                  </a:cubicBezTo>
                  <a:lnTo>
                    <a:pt x="2340077" y="1386348"/>
                  </a:lnTo>
                  <a:cubicBezTo>
                    <a:pt x="871794" y="1579716"/>
                    <a:pt x="740695" y="1645264"/>
                    <a:pt x="137651" y="1848464"/>
                  </a:cubicBezTo>
                  <a:lnTo>
                    <a:pt x="0" y="1691148"/>
                  </a:ln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43" name="Group 242">
              <a:extLst>
                <a:ext uri="{FF2B5EF4-FFF2-40B4-BE49-F238E27FC236}">
                  <a16:creationId xmlns:a16="http://schemas.microsoft.com/office/drawing/2014/main" id="{937CC7FC-FB1E-3F44-8360-192E93D54F76}"/>
                </a:ext>
              </a:extLst>
            </p:cNvPr>
            <p:cNvGrpSpPr/>
            <p:nvPr/>
          </p:nvGrpSpPr>
          <p:grpSpPr>
            <a:xfrm>
              <a:off x="7323884" y="108155"/>
              <a:ext cx="2179649" cy="1445342"/>
              <a:chOff x="7323884" y="108155"/>
              <a:chExt cx="2179649" cy="1445342"/>
            </a:xfrm>
          </p:grpSpPr>
          <p:sp>
            <p:nvSpPr>
              <p:cNvPr id="244" name="Rectangle 243">
                <a:extLst>
                  <a:ext uri="{FF2B5EF4-FFF2-40B4-BE49-F238E27FC236}">
                    <a16:creationId xmlns:a16="http://schemas.microsoft.com/office/drawing/2014/main" id="{4491BF2B-1B3B-CC46-9290-459EE74E54A2}"/>
                  </a:ext>
                </a:extLst>
              </p:cNvPr>
              <p:cNvSpPr/>
              <p:nvPr/>
            </p:nvSpPr>
            <p:spPr>
              <a:xfrm>
                <a:off x="7413523" y="108155"/>
                <a:ext cx="1936954" cy="14355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45" name="Group 244">
                <a:extLst>
                  <a:ext uri="{FF2B5EF4-FFF2-40B4-BE49-F238E27FC236}">
                    <a16:creationId xmlns:a16="http://schemas.microsoft.com/office/drawing/2014/main" id="{FCF8DCB2-D709-AF40-B84B-C341D1A769CD}"/>
                  </a:ext>
                </a:extLst>
              </p:cNvPr>
              <p:cNvGrpSpPr/>
              <p:nvPr/>
            </p:nvGrpSpPr>
            <p:grpSpPr>
              <a:xfrm>
                <a:off x="7323884" y="120836"/>
                <a:ext cx="2179649" cy="1432661"/>
                <a:chOff x="7323884" y="120836"/>
                <a:chExt cx="2179649" cy="1432661"/>
              </a:xfrm>
            </p:grpSpPr>
            <p:sp>
              <p:nvSpPr>
                <p:cNvPr id="246" name="Rectangle 245">
                  <a:extLst>
                    <a:ext uri="{FF2B5EF4-FFF2-40B4-BE49-F238E27FC236}">
                      <a16:creationId xmlns:a16="http://schemas.microsoft.com/office/drawing/2014/main" id="{AAB1F5FE-4DFF-8942-96D2-1BF59A9B8ED7}"/>
                    </a:ext>
                  </a:extLst>
                </p:cNvPr>
                <p:cNvSpPr/>
                <p:nvPr/>
              </p:nvSpPr>
              <p:spPr>
                <a:xfrm>
                  <a:off x="7409951" y="124866"/>
                  <a:ext cx="1940525"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47" name="TextBox 246">
                  <a:extLst>
                    <a:ext uri="{FF2B5EF4-FFF2-40B4-BE49-F238E27FC236}">
                      <a16:creationId xmlns:a16="http://schemas.microsoft.com/office/drawing/2014/main" id="{02C346E9-CF40-A846-ACD9-F72DFBB9E805}"/>
                    </a:ext>
                  </a:extLst>
                </p:cNvPr>
                <p:cNvSpPr txBox="1"/>
                <p:nvPr/>
              </p:nvSpPr>
              <p:spPr>
                <a:xfrm>
                  <a:off x="7799764" y="120836"/>
                  <a:ext cx="1117197" cy="400110"/>
                </a:xfrm>
                <a:prstGeom prst="rect">
                  <a:avLst/>
                </a:prstGeom>
                <a:noFill/>
              </p:spPr>
              <p:txBody>
                <a:bodyPr wrap="square" rtlCol="0">
                  <a:spAutoFit/>
                </a:bodyPr>
                <a:lstStyle/>
                <a:p>
                  <a:pPr algn="ctr">
                    <a:spcAft>
                      <a:spcPts val="400"/>
                    </a:spcAft>
                  </a:pPr>
                  <a:r>
                    <a:rPr lang="en-US" sz="2000" dirty="0">
                      <a:solidFill>
                        <a:prstClr val="white"/>
                      </a:solidFill>
                    </a:rPr>
                    <a:t>DV in b:</a:t>
                  </a:r>
                </a:p>
              </p:txBody>
            </p:sp>
            <p:cxnSp>
              <p:nvCxnSpPr>
                <p:cNvPr id="248" name="Straight Connector 247">
                  <a:extLst>
                    <a:ext uri="{FF2B5EF4-FFF2-40B4-BE49-F238E27FC236}">
                      <a16:creationId xmlns:a16="http://schemas.microsoft.com/office/drawing/2014/main" id="{322E19FC-BD9D-FC41-8AF9-4540EB9B5BC4}"/>
                    </a:ext>
                  </a:extLst>
                </p:cNvPr>
                <p:cNvCxnSpPr>
                  <a:cxnSpLocks/>
                </p:cNvCxnSpPr>
                <p:nvPr/>
              </p:nvCxnSpPr>
              <p:spPr>
                <a:xfrm>
                  <a:off x="7401895" y="49525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49" name="Rectangle 248">
                  <a:extLst>
                    <a:ext uri="{FF2B5EF4-FFF2-40B4-BE49-F238E27FC236}">
                      <a16:creationId xmlns:a16="http://schemas.microsoft.com/office/drawing/2014/main" id="{14EC7CB6-196B-5E44-AD24-302ACAC213D8}"/>
                    </a:ext>
                  </a:extLst>
                </p:cNvPr>
                <p:cNvSpPr/>
                <p:nvPr/>
              </p:nvSpPr>
              <p:spPr>
                <a:xfrm>
                  <a:off x="7404189" y="124866"/>
                  <a:ext cx="1936455" cy="142863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50" name="TextBox 249">
                  <a:extLst>
                    <a:ext uri="{FF2B5EF4-FFF2-40B4-BE49-F238E27FC236}">
                      <a16:creationId xmlns:a16="http://schemas.microsoft.com/office/drawing/2014/main" id="{15AACE12-C210-0141-824B-658545F2E1EB}"/>
                    </a:ext>
                  </a:extLst>
                </p:cNvPr>
                <p:cNvSpPr txBox="1"/>
                <p:nvPr/>
              </p:nvSpPr>
              <p:spPr>
                <a:xfrm>
                  <a:off x="8392488" y="560500"/>
                  <a:ext cx="1111045" cy="978729"/>
                </a:xfrm>
                <a:prstGeom prst="rect">
                  <a:avLst/>
                </a:prstGeom>
                <a:noFill/>
              </p:spPr>
              <p:txBody>
                <a:bodyPr wrap="square" rtlCol="0">
                  <a:spAutoFit/>
                </a:bodyPr>
                <a:lstStyle/>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(f) =</a:t>
                  </a:r>
                  <a:r>
                    <a:rPr lang="en-US" sz="1600" dirty="0">
                      <a:solidFill>
                        <a:prstClr val="black"/>
                      </a:solidFill>
                      <a:cs typeface="Arial" charset="0"/>
                    </a:rPr>
                    <a:t> ∞</a:t>
                  </a:r>
                </a:p>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(g) =</a:t>
                  </a:r>
                  <a:r>
                    <a:rPr lang="en-US" sz="1600" dirty="0">
                      <a:solidFill>
                        <a:prstClr val="black"/>
                      </a:solidFill>
                      <a:cs typeface="Arial" charset="0"/>
                    </a:rPr>
                    <a:t> ∞</a:t>
                  </a:r>
                </a:p>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(h) =</a:t>
                  </a:r>
                  <a:r>
                    <a:rPr lang="en-US" sz="1600" dirty="0">
                      <a:solidFill>
                        <a:prstClr val="black"/>
                      </a:solidFill>
                      <a:cs typeface="Arial" charset="0"/>
                    </a:rPr>
                    <a:t> ∞</a:t>
                  </a:r>
                </a:p>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sp>
              <p:nvSpPr>
                <p:cNvPr id="251" name="TextBox 250">
                  <a:extLst>
                    <a:ext uri="{FF2B5EF4-FFF2-40B4-BE49-F238E27FC236}">
                      <a16:creationId xmlns:a16="http://schemas.microsoft.com/office/drawing/2014/main" id="{8FBBD149-E4A4-7649-964F-57535C719AD2}"/>
                    </a:ext>
                  </a:extLst>
                </p:cNvPr>
                <p:cNvSpPr txBox="1"/>
                <p:nvPr/>
              </p:nvSpPr>
              <p:spPr>
                <a:xfrm>
                  <a:off x="7323884" y="557387"/>
                  <a:ext cx="1117197" cy="978729"/>
                </a:xfrm>
                <a:prstGeom prst="rect">
                  <a:avLst/>
                </a:prstGeom>
                <a:noFill/>
              </p:spPr>
              <p:txBody>
                <a:bodyPr wrap="square" rtlCol="0">
                  <a:spAutoFit/>
                </a:bodyPr>
                <a:lstStyle/>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(a) = 8</a:t>
                  </a:r>
                  <a:endParaRPr lang="en-US" sz="1600" dirty="0">
                    <a:solidFill>
                      <a:prstClr val="black"/>
                    </a:solidFill>
                    <a:cs typeface="Arial" charset="0"/>
                  </a:endParaRPr>
                </a:p>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(c) =</a:t>
                  </a:r>
                  <a:r>
                    <a:rPr lang="en-US" sz="1600" dirty="0">
                      <a:solidFill>
                        <a:prstClr val="black"/>
                      </a:solidFill>
                      <a:cs typeface="Arial" charset="0"/>
                    </a:rPr>
                    <a:t> 1</a:t>
                  </a:r>
                  <a:endParaRPr lang="en-US" sz="1600" dirty="0">
                    <a:solidFill>
                      <a:prstClr val="black"/>
                    </a:solidFill>
                  </a:endParaRPr>
                </a:p>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(d) =</a:t>
                  </a:r>
                  <a:r>
                    <a:rPr lang="en-US" sz="1600" dirty="0">
                      <a:solidFill>
                        <a:prstClr val="black"/>
                      </a:solidFill>
                      <a:cs typeface="Arial" charset="0"/>
                    </a:rPr>
                    <a:t> ∞</a:t>
                  </a:r>
                  <a:endParaRPr lang="en-US" sz="1600" dirty="0">
                    <a:solidFill>
                      <a:prstClr val="black"/>
                    </a:solidFill>
                  </a:endParaRPr>
                </a:p>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(e) =</a:t>
                  </a:r>
                  <a:r>
                    <a:rPr lang="en-US" sz="1600" dirty="0">
                      <a:solidFill>
                        <a:prstClr val="black"/>
                      </a:solidFill>
                      <a:cs typeface="Arial" charset="0"/>
                    </a:rPr>
                    <a:t> 1</a:t>
                  </a:r>
                  <a:endParaRPr lang="en-US" sz="1600" dirty="0">
                    <a:solidFill>
                      <a:prstClr val="black"/>
                    </a:solidFill>
                  </a:endParaRPr>
                </a:p>
              </p:txBody>
            </p:sp>
          </p:grpSp>
        </p:grpSp>
      </p:grpSp>
      <p:sp>
        <p:nvSpPr>
          <p:cNvPr id="281" name="TextBox 280">
            <a:extLst>
              <a:ext uri="{FF2B5EF4-FFF2-40B4-BE49-F238E27FC236}">
                <a16:creationId xmlns:a16="http://schemas.microsoft.com/office/drawing/2014/main" id="{9547E6FC-ED98-A842-83E6-5B393D42D482}"/>
              </a:ext>
            </a:extLst>
          </p:cNvPr>
          <p:cNvSpPr txBox="1"/>
          <p:nvPr/>
        </p:nvSpPr>
        <p:spPr>
          <a:xfrm flipH="1">
            <a:off x="348626" y="3078991"/>
            <a:ext cx="2195814" cy="590931"/>
          </a:xfrm>
          <a:prstGeom prst="rect">
            <a:avLst/>
          </a:prstGeom>
          <a:noFill/>
        </p:spPr>
        <p:txBody>
          <a:bodyPr wrap="square" rtlCol="0">
            <a:spAutoFit/>
          </a:bodyPr>
          <a:lstStyle/>
          <a:p>
            <a:pPr marL="285750" indent="-285750">
              <a:lnSpc>
                <a:spcPct val="90000"/>
              </a:lnSpc>
              <a:buClr>
                <a:srgbClr val="0000A8"/>
              </a:buClr>
              <a:buFont typeface="Wingdings" pitchFamily="2" charset="2"/>
              <a:buChar char="§"/>
            </a:pPr>
            <a:r>
              <a:rPr lang="en-US" dirty="0">
                <a:solidFill>
                  <a:prstClr val="black"/>
                </a:solidFill>
              </a:rPr>
              <a:t>c receives DVs from b</a:t>
            </a:r>
          </a:p>
        </p:txBody>
      </p:sp>
      <p:sp>
        <p:nvSpPr>
          <p:cNvPr id="345" name="Right Arrow 344">
            <a:extLst>
              <a:ext uri="{FF2B5EF4-FFF2-40B4-BE49-F238E27FC236}">
                <a16:creationId xmlns:a16="http://schemas.microsoft.com/office/drawing/2014/main" id="{92F5E3C5-FAC5-934A-B5A5-9BE872588D4E}"/>
              </a:ext>
            </a:extLst>
          </p:cNvPr>
          <p:cNvSpPr/>
          <p:nvPr/>
        </p:nvSpPr>
        <p:spPr>
          <a:xfrm rot="16200000">
            <a:off x="6346718" y="3406881"/>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6" name="Right Arrow 355">
            <a:extLst>
              <a:ext uri="{FF2B5EF4-FFF2-40B4-BE49-F238E27FC236}">
                <a16:creationId xmlns:a16="http://schemas.microsoft.com/office/drawing/2014/main" id="{FECE1C4C-C6DE-E44B-8914-C9FAB6E59F01}"/>
              </a:ext>
            </a:extLst>
          </p:cNvPr>
          <p:cNvSpPr/>
          <p:nvPr/>
        </p:nvSpPr>
        <p:spPr>
          <a:xfrm>
            <a:off x="4973224" y="1937987"/>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57" name="Right Arrow 356">
            <a:extLst>
              <a:ext uri="{FF2B5EF4-FFF2-40B4-BE49-F238E27FC236}">
                <a16:creationId xmlns:a16="http://schemas.microsoft.com/office/drawing/2014/main" id="{E44AC5A8-AB5C-6D48-965A-B3150C882B9F}"/>
              </a:ext>
            </a:extLst>
          </p:cNvPr>
          <p:cNvSpPr/>
          <p:nvPr/>
        </p:nvSpPr>
        <p:spPr>
          <a:xfrm rot="10800000">
            <a:off x="7631559" y="1919702"/>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14" name="Group 313">
            <a:extLst>
              <a:ext uri="{FF2B5EF4-FFF2-40B4-BE49-F238E27FC236}">
                <a16:creationId xmlns:a16="http://schemas.microsoft.com/office/drawing/2014/main" id="{917871C2-1731-FE43-944D-6364CCE85DA9}"/>
              </a:ext>
            </a:extLst>
          </p:cNvPr>
          <p:cNvGrpSpPr/>
          <p:nvPr/>
        </p:nvGrpSpPr>
        <p:grpSpPr>
          <a:xfrm>
            <a:off x="4333785" y="1906063"/>
            <a:ext cx="4395351" cy="404576"/>
            <a:chOff x="4333785" y="5772213"/>
            <a:chExt cx="4395351" cy="404576"/>
          </a:xfrm>
        </p:grpSpPr>
        <p:grpSp>
          <p:nvGrpSpPr>
            <p:cNvPr id="315" name="Group 314">
              <a:extLst>
                <a:ext uri="{FF2B5EF4-FFF2-40B4-BE49-F238E27FC236}">
                  <a16:creationId xmlns:a16="http://schemas.microsoft.com/office/drawing/2014/main" id="{68E7B419-D4D3-3A4B-86E1-D40C76B2BB2C}"/>
                </a:ext>
              </a:extLst>
            </p:cNvPr>
            <p:cNvGrpSpPr/>
            <p:nvPr/>
          </p:nvGrpSpPr>
          <p:grpSpPr>
            <a:xfrm>
              <a:off x="4333785" y="5772213"/>
              <a:ext cx="531821" cy="369069"/>
              <a:chOff x="1348328" y="2475647"/>
              <a:chExt cx="603916" cy="419100"/>
            </a:xfrm>
          </p:grpSpPr>
          <p:grpSp>
            <p:nvGrpSpPr>
              <p:cNvPr id="336" name="Group 335">
                <a:extLst>
                  <a:ext uri="{FF2B5EF4-FFF2-40B4-BE49-F238E27FC236}">
                    <a16:creationId xmlns:a16="http://schemas.microsoft.com/office/drawing/2014/main" id="{93705575-DDBD-3D44-B843-C77E28CEAAD2}"/>
                  </a:ext>
                </a:extLst>
              </p:cNvPr>
              <p:cNvGrpSpPr/>
              <p:nvPr/>
            </p:nvGrpSpPr>
            <p:grpSpPr>
              <a:xfrm>
                <a:off x="1348328" y="2555748"/>
                <a:ext cx="603916" cy="308999"/>
                <a:chOff x="5278570" y="2983486"/>
                <a:chExt cx="501650" cy="233363"/>
              </a:xfrm>
            </p:grpSpPr>
            <p:sp>
              <p:nvSpPr>
                <p:cNvPr id="340" name="Oval 5">
                  <a:extLst>
                    <a:ext uri="{FF2B5EF4-FFF2-40B4-BE49-F238E27FC236}">
                      <a16:creationId xmlns:a16="http://schemas.microsoft.com/office/drawing/2014/main" id="{AF888CEF-6837-CD45-809F-91550C92C80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1" name="Line 6">
                  <a:extLst>
                    <a:ext uri="{FF2B5EF4-FFF2-40B4-BE49-F238E27FC236}">
                      <a16:creationId xmlns:a16="http://schemas.microsoft.com/office/drawing/2014/main" id="{4535759C-A65E-D84B-9508-03E1DC0B824C}"/>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2" name="Line 7">
                  <a:extLst>
                    <a:ext uri="{FF2B5EF4-FFF2-40B4-BE49-F238E27FC236}">
                      <a16:creationId xmlns:a16="http://schemas.microsoft.com/office/drawing/2014/main" id="{FFA7BAB7-E53C-EC41-ACE7-66FCD862969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3" name="Rectangle 8">
                  <a:extLst>
                    <a:ext uri="{FF2B5EF4-FFF2-40B4-BE49-F238E27FC236}">
                      <a16:creationId xmlns:a16="http://schemas.microsoft.com/office/drawing/2014/main" id="{69E05203-3EC0-6447-8988-D4F7C2150FA6}"/>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44" name="Oval 9">
                  <a:extLst>
                    <a:ext uri="{FF2B5EF4-FFF2-40B4-BE49-F238E27FC236}">
                      <a16:creationId xmlns:a16="http://schemas.microsoft.com/office/drawing/2014/main" id="{D9043B05-A159-7D41-90D4-718D621EA02B}"/>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37" name="Group 44">
                <a:extLst>
                  <a:ext uri="{FF2B5EF4-FFF2-40B4-BE49-F238E27FC236}">
                    <a16:creationId xmlns:a16="http://schemas.microsoft.com/office/drawing/2014/main" id="{230264F8-C92F-C344-8341-A92C3D105F2A}"/>
                  </a:ext>
                </a:extLst>
              </p:cNvPr>
              <p:cNvGrpSpPr>
                <a:grpSpLocks/>
              </p:cNvGrpSpPr>
              <p:nvPr/>
            </p:nvGrpSpPr>
            <p:grpSpPr bwMode="auto">
              <a:xfrm>
                <a:off x="1456374" y="2475647"/>
                <a:ext cx="355165" cy="419100"/>
                <a:chOff x="2944" y="2405"/>
                <a:chExt cx="227" cy="264"/>
              </a:xfrm>
            </p:grpSpPr>
            <p:sp>
              <p:nvSpPr>
                <p:cNvPr id="338" name="Rectangle 45">
                  <a:extLst>
                    <a:ext uri="{FF2B5EF4-FFF2-40B4-BE49-F238E27FC236}">
                      <a16:creationId xmlns:a16="http://schemas.microsoft.com/office/drawing/2014/main" id="{F2B81453-DE5E-984D-B97A-6884B0BDD35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9" name="Text Box 46">
                  <a:extLst>
                    <a:ext uri="{FF2B5EF4-FFF2-40B4-BE49-F238E27FC236}">
                      <a16:creationId xmlns:a16="http://schemas.microsoft.com/office/drawing/2014/main" id="{35E945F9-D699-744B-ACB7-587B2AA668D3}"/>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a</a:t>
                  </a:r>
                  <a:endParaRPr lang="en-US" sz="2000" kern="0" dirty="0">
                    <a:solidFill>
                      <a:srgbClr val="000000"/>
                    </a:solidFill>
                  </a:endParaRPr>
                </a:p>
              </p:txBody>
            </p:sp>
          </p:grpSp>
        </p:grpSp>
        <p:grpSp>
          <p:nvGrpSpPr>
            <p:cNvPr id="316" name="Group 315">
              <a:extLst>
                <a:ext uri="{FF2B5EF4-FFF2-40B4-BE49-F238E27FC236}">
                  <a16:creationId xmlns:a16="http://schemas.microsoft.com/office/drawing/2014/main" id="{1CE7BA36-0E22-4F41-B503-121F0E8FF751}"/>
                </a:ext>
              </a:extLst>
            </p:cNvPr>
            <p:cNvGrpSpPr/>
            <p:nvPr/>
          </p:nvGrpSpPr>
          <p:grpSpPr>
            <a:xfrm>
              <a:off x="6263949" y="5807720"/>
              <a:ext cx="531821" cy="369069"/>
              <a:chOff x="1348328" y="2507397"/>
              <a:chExt cx="603916" cy="419100"/>
            </a:xfrm>
          </p:grpSpPr>
          <p:grpSp>
            <p:nvGrpSpPr>
              <p:cNvPr id="327" name="Group 326">
                <a:extLst>
                  <a:ext uri="{FF2B5EF4-FFF2-40B4-BE49-F238E27FC236}">
                    <a16:creationId xmlns:a16="http://schemas.microsoft.com/office/drawing/2014/main" id="{ABA31A37-F3CD-1746-9C86-0557D36C5404}"/>
                  </a:ext>
                </a:extLst>
              </p:cNvPr>
              <p:cNvGrpSpPr/>
              <p:nvPr/>
            </p:nvGrpSpPr>
            <p:grpSpPr>
              <a:xfrm>
                <a:off x="1348328" y="2555748"/>
                <a:ext cx="603916" cy="308999"/>
                <a:chOff x="5278570" y="2983486"/>
                <a:chExt cx="501650" cy="233363"/>
              </a:xfrm>
            </p:grpSpPr>
            <p:sp>
              <p:nvSpPr>
                <p:cNvPr id="331" name="Oval 5">
                  <a:extLst>
                    <a:ext uri="{FF2B5EF4-FFF2-40B4-BE49-F238E27FC236}">
                      <a16:creationId xmlns:a16="http://schemas.microsoft.com/office/drawing/2014/main" id="{39C9919B-E459-6946-BAB3-A266303D27E7}"/>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2" name="Line 6">
                  <a:extLst>
                    <a:ext uri="{FF2B5EF4-FFF2-40B4-BE49-F238E27FC236}">
                      <a16:creationId xmlns:a16="http://schemas.microsoft.com/office/drawing/2014/main" id="{61A62C09-3017-A541-9429-460C1A7F6B50}"/>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3" name="Line 7">
                  <a:extLst>
                    <a:ext uri="{FF2B5EF4-FFF2-40B4-BE49-F238E27FC236}">
                      <a16:creationId xmlns:a16="http://schemas.microsoft.com/office/drawing/2014/main" id="{86063EB7-D2C3-3447-B2FD-57FC1E74D327}"/>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4" name="Rectangle 8">
                  <a:extLst>
                    <a:ext uri="{FF2B5EF4-FFF2-40B4-BE49-F238E27FC236}">
                      <a16:creationId xmlns:a16="http://schemas.microsoft.com/office/drawing/2014/main" id="{BD5BCC42-3550-DF4A-BB55-F643AEBFD9AD}"/>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35" name="Oval 9">
                  <a:extLst>
                    <a:ext uri="{FF2B5EF4-FFF2-40B4-BE49-F238E27FC236}">
                      <a16:creationId xmlns:a16="http://schemas.microsoft.com/office/drawing/2014/main" id="{74611398-E647-494F-A7BD-186BB5CB5454}"/>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28" name="Group 44">
                <a:extLst>
                  <a:ext uri="{FF2B5EF4-FFF2-40B4-BE49-F238E27FC236}">
                    <a16:creationId xmlns:a16="http://schemas.microsoft.com/office/drawing/2014/main" id="{B57BC638-F090-114B-B8BF-7E2F4A6CC8F0}"/>
                  </a:ext>
                </a:extLst>
              </p:cNvPr>
              <p:cNvGrpSpPr>
                <a:grpSpLocks/>
              </p:cNvGrpSpPr>
              <p:nvPr/>
            </p:nvGrpSpPr>
            <p:grpSpPr bwMode="auto">
              <a:xfrm>
                <a:off x="1456374" y="2507397"/>
                <a:ext cx="355165" cy="419100"/>
                <a:chOff x="2944" y="2425"/>
                <a:chExt cx="227" cy="264"/>
              </a:xfrm>
            </p:grpSpPr>
            <p:sp>
              <p:nvSpPr>
                <p:cNvPr id="329" name="Rectangle 45">
                  <a:extLst>
                    <a:ext uri="{FF2B5EF4-FFF2-40B4-BE49-F238E27FC236}">
                      <a16:creationId xmlns:a16="http://schemas.microsoft.com/office/drawing/2014/main" id="{0F91A427-A1B7-A54C-8320-A92F425DFC7E}"/>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0" name="Text Box 46">
                  <a:extLst>
                    <a:ext uri="{FF2B5EF4-FFF2-40B4-BE49-F238E27FC236}">
                      <a16:creationId xmlns:a16="http://schemas.microsoft.com/office/drawing/2014/main" id="{E600E15A-04DE-4F44-AD3B-D284039393AF}"/>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b</a:t>
                  </a:r>
                  <a:endParaRPr lang="en-US" sz="2000" kern="0" dirty="0">
                    <a:solidFill>
                      <a:srgbClr val="000000"/>
                    </a:solidFill>
                  </a:endParaRPr>
                </a:p>
              </p:txBody>
            </p:sp>
          </p:grpSp>
        </p:grpSp>
        <p:grpSp>
          <p:nvGrpSpPr>
            <p:cNvPr id="317" name="Group 316">
              <a:extLst>
                <a:ext uri="{FF2B5EF4-FFF2-40B4-BE49-F238E27FC236}">
                  <a16:creationId xmlns:a16="http://schemas.microsoft.com/office/drawing/2014/main" id="{2EB87748-B820-0349-A8AC-FE8BBD55B257}"/>
                </a:ext>
              </a:extLst>
            </p:cNvPr>
            <p:cNvGrpSpPr/>
            <p:nvPr/>
          </p:nvGrpSpPr>
          <p:grpSpPr>
            <a:xfrm>
              <a:off x="8197315" y="5805271"/>
              <a:ext cx="531821" cy="369069"/>
              <a:chOff x="1348328" y="2507397"/>
              <a:chExt cx="603916" cy="419100"/>
            </a:xfrm>
          </p:grpSpPr>
          <p:grpSp>
            <p:nvGrpSpPr>
              <p:cNvPr id="318" name="Group 317">
                <a:extLst>
                  <a:ext uri="{FF2B5EF4-FFF2-40B4-BE49-F238E27FC236}">
                    <a16:creationId xmlns:a16="http://schemas.microsoft.com/office/drawing/2014/main" id="{EB6E4C7D-CDAA-7F47-A797-1E5FB2A80494}"/>
                  </a:ext>
                </a:extLst>
              </p:cNvPr>
              <p:cNvGrpSpPr/>
              <p:nvPr/>
            </p:nvGrpSpPr>
            <p:grpSpPr>
              <a:xfrm>
                <a:off x="1348328" y="2555748"/>
                <a:ext cx="603916" cy="308999"/>
                <a:chOff x="5278570" y="2983486"/>
                <a:chExt cx="501650" cy="233363"/>
              </a:xfrm>
            </p:grpSpPr>
            <p:sp>
              <p:nvSpPr>
                <p:cNvPr id="322" name="Oval 5">
                  <a:extLst>
                    <a:ext uri="{FF2B5EF4-FFF2-40B4-BE49-F238E27FC236}">
                      <a16:creationId xmlns:a16="http://schemas.microsoft.com/office/drawing/2014/main" id="{F9943B67-FB21-3647-869F-669BE6A721C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3" name="Line 6">
                  <a:extLst>
                    <a:ext uri="{FF2B5EF4-FFF2-40B4-BE49-F238E27FC236}">
                      <a16:creationId xmlns:a16="http://schemas.microsoft.com/office/drawing/2014/main" id="{57CCD935-17C4-B04B-B482-9A946E848EC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4" name="Line 7">
                  <a:extLst>
                    <a:ext uri="{FF2B5EF4-FFF2-40B4-BE49-F238E27FC236}">
                      <a16:creationId xmlns:a16="http://schemas.microsoft.com/office/drawing/2014/main" id="{2FE8EAFF-CC53-364C-974F-2F913B960D6B}"/>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5" name="Rectangle 8">
                  <a:extLst>
                    <a:ext uri="{FF2B5EF4-FFF2-40B4-BE49-F238E27FC236}">
                      <a16:creationId xmlns:a16="http://schemas.microsoft.com/office/drawing/2014/main" id="{B25B691E-9E1D-1E4F-9419-9156013814CE}"/>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26" name="Oval 9">
                  <a:extLst>
                    <a:ext uri="{FF2B5EF4-FFF2-40B4-BE49-F238E27FC236}">
                      <a16:creationId xmlns:a16="http://schemas.microsoft.com/office/drawing/2014/main" id="{9CB3B73F-9E39-EC4E-83F7-FBE10697408E}"/>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19" name="Group 44">
                <a:extLst>
                  <a:ext uri="{FF2B5EF4-FFF2-40B4-BE49-F238E27FC236}">
                    <a16:creationId xmlns:a16="http://schemas.microsoft.com/office/drawing/2014/main" id="{0F42679C-ED56-BC45-8C82-597609DBD4D2}"/>
                  </a:ext>
                </a:extLst>
              </p:cNvPr>
              <p:cNvGrpSpPr>
                <a:grpSpLocks/>
              </p:cNvGrpSpPr>
              <p:nvPr/>
            </p:nvGrpSpPr>
            <p:grpSpPr bwMode="auto">
              <a:xfrm>
                <a:off x="1464216" y="2507397"/>
                <a:ext cx="341085" cy="419100"/>
                <a:chOff x="2949" y="2425"/>
                <a:chExt cx="218" cy="264"/>
              </a:xfrm>
            </p:grpSpPr>
            <p:sp>
              <p:nvSpPr>
                <p:cNvPr id="320" name="Rectangle 45">
                  <a:extLst>
                    <a:ext uri="{FF2B5EF4-FFF2-40B4-BE49-F238E27FC236}">
                      <a16:creationId xmlns:a16="http://schemas.microsoft.com/office/drawing/2014/main" id="{CF557465-1C6C-1245-9762-D6D2D9F891F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1" name="Text Box 46">
                  <a:extLst>
                    <a:ext uri="{FF2B5EF4-FFF2-40B4-BE49-F238E27FC236}">
                      <a16:creationId xmlns:a16="http://schemas.microsoft.com/office/drawing/2014/main" id="{CEEF1658-9381-E84D-81A0-1A501484FB8A}"/>
                    </a:ext>
                  </a:extLst>
                </p:cNvPr>
                <p:cNvSpPr txBox="1">
                  <a:spLocks noChangeArrowheads="1"/>
                </p:cNvSpPr>
                <p:nvPr/>
              </p:nvSpPr>
              <p:spPr bwMode="auto">
                <a:xfrm>
                  <a:off x="2949" y="2425"/>
                  <a:ext cx="218"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c</a:t>
                  </a:r>
                  <a:endParaRPr lang="en-US" sz="2000" kern="0" dirty="0">
                    <a:solidFill>
                      <a:srgbClr val="000000"/>
                    </a:solidFill>
                  </a:endParaRPr>
                </a:p>
              </p:txBody>
            </p:sp>
          </p:grpSp>
        </p:grpSp>
      </p:grpSp>
      <p:grpSp>
        <p:nvGrpSpPr>
          <p:cNvPr id="283" name="Group 282">
            <a:extLst>
              <a:ext uri="{FF2B5EF4-FFF2-40B4-BE49-F238E27FC236}">
                <a16:creationId xmlns:a16="http://schemas.microsoft.com/office/drawing/2014/main" id="{A665C0C8-7FDD-0A42-80A3-CC602804C042}"/>
              </a:ext>
            </a:extLst>
          </p:cNvPr>
          <p:cNvGrpSpPr/>
          <p:nvPr/>
        </p:nvGrpSpPr>
        <p:grpSpPr>
          <a:xfrm>
            <a:off x="4336458" y="3833790"/>
            <a:ext cx="4395351" cy="404576"/>
            <a:chOff x="4333785" y="5772213"/>
            <a:chExt cx="4395351" cy="404576"/>
          </a:xfrm>
        </p:grpSpPr>
        <p:grpSp>
          <p:nvGrpSpPr>
            <p:cNvPr id="284" name="Group 283">
              <a:extLst>
                <a:ext uri="{FF2B5EF4-FFF2-40B4-BE49-F238E27FC236}">
                  <a16:creationId xmlns:a16="http://schemas.microsoft.com/office/drawing/2014/main" id="{4C02DC92-2A83-AC4D-B9F0-2BCDE917BDBC}"/>
                </a:ext>
              </a:extLst>
            </p:cNvPr>
            <p:cNvGrpSpPr/>
            <p:nvPr/>
          </p:nvGrpSpPr>
          <p:grpSpPr>
            <a:xfrm>
              <a:off x="4333785" y="5772213"/>
              <a:ext cx="531821" cy="369069"/>
              <a:chOff x="1348328" y="2475647"/>
              <a:chExt cx="603916" cy="419100"/>
            </a:xfrm>
          </p:grpSpPr>
          <p:grpSp>
            <p:nvGrpSpPr>
              <p:cNvPr id="305" name="Group 304">
                <a:extLst>
                  <a:ext uri="{FF2B5EF4-FFF2-40B4-BE49-F238E27FC236}">
                    <a16:creationId xmlns:a16="http://schemas.microsoft.com/office/drawing/2014/main" id="{F01EB862-010E-A34F-8D39-25BC2BED2A63}"/>
                  </a:ext>
                </a:extLst>
              </p:cNvPr>
              <p:cNvGrpSpPr/>
              <p:nvPr/>
            </p:nvGrpSpPr>
            <p:grpSpPr>
              <a:xfrm>
                <a:off x="1348328" y="2555748"/>
                <a:ext cx="603916" cy="308999"/>
                <a:chOff x="5278570" y="2983486"/>
                <a:chExt cx="501650" cy="233363"/>
              </a:xfrm>
            </p:grpSpPr>
            <p:sp>
              <p:nvSpPr>
                <p:cNvPr id="309" name="Oval 5">
                  <a:extLst>
                    <a:ext uri="{FF2B5EF4-FFF2-40B4-BE49-F238E27FC236}">
                      <a16:creationId xmlns:a16="http://schemas.microsoft.com/office/drawing/2014/main" id="{C2A61603-05BC-1E4D-99AA-0AB1CC49473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0" name="Line 6">
                  <a:extLst>
                    <a:ext uri="{FF2B5EF4-FFF2-40B4-BE49-F238E27FC236}">
                      <a16:creationId xmlns:a16="http://schemas.microsoft.com/office/drawing/2014/main" id="{7043DA0E-702D-CD4E-BA28-9341275851D9}"/>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1" name="Line 7">
                  <a:extLst>
                    <a:ext uri="{FF2B5EF4-FFF2-40B4-BE49-F238E27FC236}">
                      <a16:creationId xmlns:a16="http://schemas.microsoft.com/office/drawing/2014/main" id="{CE93F761-782C-C640-B2B6-8CA7492B28BC}"/>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2" name="Rectangle 8">
                  <a:extLst>
                    <a:ext uri="{FF2B5EF4-FFF2-40B4-BE49-F238E27FC236}">
                      <a16:creationId xmlns:a16="http://schemas.microsoft.com/office/drawing/2014/main" id="{723858D6-68CF-1C4E-A28B-A9FF5D728F2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13" name="Oval 9">
                  <a:extLst>
                    <a:ext uri="{FF2B5EF4-FFF2-40B4-BE49-F238E27FC236}">
                      <a16:creationId xmlns:a16="http://schemas.microsoft.com/office/drawing/2014/main" id="{70A7292E-FC97-924B-9010-8079BEC6219F}"/>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06" name="Group 44">
                <a:extLst>
                  <a:ext uri="{FF2B5EF4-FFF2-40B4-BE49-F238E27FC236}">
                    <a16:creationId xmlns:a16="http://schemas.microsoft.com/office/drawing/2014/main" id="{DA3B2173-D171-E340-B704-06A3FE481C71}"/>
                  </a:ext>
                </a:extLst>
              </p:cNvPr>
              <p:cNvGrpSpPr>
                <a:grpSpLocks/>
              </p:cNvGrpSpPr>
              <p:nvPr/>
            </p:nvGrpSpPr>
            <p:grpSpPr bwMode="auto">
              <a:xfrm>
                <a:off x="1456374" y="2475647"/>
                <a:ext cx="355165" cy="419100"/>
                <a:chOff x="2944" y="2405"/>
                <a:chExt cx="227" cy="264"/>
              </a:xfrm>
            </p:grpSpPr>
            <p:sp>
              <p:nvSpPr>
                <p:cNvPr id="307" name="Rectangle 45">
                  <a:extLst>
                    <a:ext uri="{FF2B5EF4-FFF2-40B4-BE49-F238E27FC236}">
                      <a16:creationId xmlns:a16="http://schemas.microsoft.com/office/drawing/2014/main" id="{A7CA85B6-08AA-4840-AE2B-A3321A49B6FA}"/>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8" name="Text Box 46">
                  <a:extLst>
                    <a:ext uri="{FF2B5EF4-FFF2-40B4-BE49-F238E27FC236}">
                      <a16:creationId xmlns:a16="http://schemas.microsoft.com/office/drawing/2014/main" id="{68812F5E-7A92-7B45-BBDE-2068A3A134D0}"/>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d</a:t>
                  </a:r>
                  <a:endParaRPr lang="en-US" sz="2000" kern="0" dirty="0">
                    <a:solidFill>
                      <a:srgbClr val="000000"/>
                    </a:solidFill>
                  </a:endParaRPr>
                </a:p>
              </p:txBody>
            </p:sp>
          </p:grpSp>
        </p:grpSp>
        <p:grpSp>
          <p:nvGrpSpPr>
            <p:cNvPr id="285" name="Group 284">
              <a:extLst>
                <a:ext uri="{FF2B5EF4-FFF2-40B4-BE49-F238E27FC236}">
                  <a16:creationId xmlns:a16="http://schemas.microsoft.com/office/drawing/2014/main" id="{5E3B07EB-D89E-C542-85F0-D68A3698AEC4}"/>
                </a:ext>
              </a:extLst>
            </p:cNvPr>
            <p:cNvGrpSpPr/>
            <p:nvPr/>
          </p:nvGrpSpPr>
          <p:grpSpPr>
            <a:xfrm>
              <a:off x="6263949" y="5807720"/>
              <a:ext cx="531821" cy="369069"/>
              <a:chOff x="1348328" y="2507397"/>
              <a:chExt cx="603916" cy="419100"/>
            </a:xfrm>
          </p:grpSpPr>
          <p:grpSp>
            <p:nvGrpSpPr>
              <p:cNvPr id="296" name="Group 295">
                <a:extLst>
                  <a:ext uri="{FF2B5EF4-FFF2-40B4-BE49-F238E27FC236}">
                    <a16:creationId xmlns:a16="http://schemas.microsoft.com/office/drawing/2014/main" id="{CE2D511A-9878-0E42-B4E3-97548A8A67A3}"/>
                  </a:ext>
                </a:extLst>
              </p:cNvPr>
              <p:cNvGrpSpPr/>
              <p:nvPr/>
            </p:nvGrpSpPr>
            <p:grpSpPr>
              <a:xfrm>
                <a:off x="1348328" y="2555748"/>
                <a:ext cx="603916" cy="308999"/>
                <a:chOff x="5278570" y="2983486"/>
                <a:chExt cx="501650" cy="233363"/>
              </a:xfrm>
            </p:grpSpPr>
            <p:sp>
              <p:nvSpPr>
                <p:cNvPr id="300" name="Oval 5">
                  <a:extLst>
                    <a:ext uri="{FF2B5EF4-FFF2-40B4-BE49-F238E27FC236}">
                      <a16:creationId xmlns:a16="http://schemas.microsoft.com/office/drawing/2014/main" id="{C66E96DA-F1B1-9A41-8B0D-2F21B3B7ACBA}"/>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1" name="Line 6">
                  <a:extLst>
                    <a:ext uri="{FF2B5EF4-FFF2-40B4-BE49-F238E27FC236}">
                      <a16:creationId xmlns:a16="http://schemas.microsoft.com/office/drawing/2014/main" id="{A2387D1F-7EF0-9443-8128-6FF284EC9AF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2" name="Line 7">
                  <a:extLst>
                    <a:ext uri="{FF2B5EF4-FFF2-40B4-BE49-F238E27FC236}">
                      <a16:creationId xmlns:a16="http://schemas.microsoft.com/office/drawing/2014/main" id="{4B183F70-EB28-A94F-BF31-54B939F6B75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3" name="Rectangle 8">
                  <a:extLst>
                    <a:ext uri="{FF2B5EF4-FFF2-40B4-BE49-F238E27FC236}">
                      <a16:creationId xmlns:a16="http://schemas.microsoft.com/office/drawing/2014/main" id="{84BE29FD-A805-D348-99C3-8D3C650618E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04" name="Oval 9">
                  <a:extLst>
                    <a:ext uri="{FF2B5EF4-FFF2-40B4-BE49-F238E27FC236}">
                      <a16:creationId xmlns:a16="http://schemas.microsoft.com/office/drawing/2014/main" id="{BF5D685A-16D6-5B40-9EEF-970D3CDCE370}"/>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97" name="Group 44">
                <a:extLst>
                  <a:ext uri="{FF2B5EF4-FFF2-40B4-BE49-F238E27FC236}">
                    <a16:creationId xmlns:a16="http://schemas.microsoft.com/office/drawing/2014/main" id="{058B095B-B9C0-F84A-B78C-FE9DCA729C71}"/>
                  </a:ext>
                </a:extLst>
              </p:cNvPr>
              <p:cNvGrpSpPr>
                <a:grpSpLocks/>
              </p:cNvGrpSpPr>
              <p:nvPr/>
            </p:nvGrpSpPr>
            <p:grpSpPr bwMode="auto">
              <a:xfrm>
                <a:off x="1456374" y="2507397"/>
                <a:ext cx="355165" cy="419100"/>
                <a:chOff x="2944" y="2425"/>
                <a:chExt cx="227" cy="264"/>
              </a:xfrm>
            </p:grpSpPr>
            <p:sp>
              <p:nvSpPr>
                <p:cNvPr id="298" name="Rectangle 45">
                  <a:extLst>
                    <a:ext uri="{FF2B5EF4-FFF2-40B4-BE49-F238E27FC236}">
                      <a16:creationId xmlns:a16="http://schemas.microsoft.com/office/drawing/2014/main" id="{7FBA9119-2A14-E84A-A39B-55E9D6AE939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9" name="Text Box 46">
                  <a:extLst>
                    <a:ext uri="{FF2B5EF4-FFF2-40B4-BE49-F238E27FC236}">
                      <a16:creationId xmlns:a16="http://schemas.microsoft.com/office/drawing/2014/main" id="{2944FA12-D5D2-E241-A9FC-D4A85A350D0A}"/>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e</a:t>
                  </a:r>
                  <a:endParaRPr lang="en-US" sz="2000" kern="0" dirty="0">
                    <a:solidFill>
                      <a:srgbClr val="000000"/>
                    </a:solidFill>
                  </a:endParaRPr>
                </a:p>
              </p:txBody>
            </p:sp>
          </p:grpSp>
        </p:grpSp>
        <p:grpSp>
          <p:nvGrpSpPr>
            <p:cNvPr id="286" name="Group 285">
              <a:extLst>
                <a:ext uri="{FF2B5EF4-FFF2-40B4-BE49-F238E27FC236}">
                  <a16:creationId xmlns:a16="http://schemas.microsoft.com/office/drawing/2014/main" id="{B9D4EE61-1CC1-6D4C-822D-300C73469B48}"/>
                </a:ext>
              </a:extLst>
            </p:cNvPr>
            <p:cNvGrpSpPr/>
            <p:nvPr/>
          </p:nvGrpSpPr>
          <p:grpSpPr>
            <a:xfrm>
              <a:off x="8197315" y="5805271"/>
              <a:ext cx="531821" cy="369069"/>
              <a:chOff x="1348328" y="2507397"/>
              <a:chExt cx="603916" cy="419100"/>
            </a:xfrm>
          </p:grpSpPr>
          <p:grpSp>
            <p:nvGrpSpPr>
              <p:cNvPr id="287" name="Group 286">
                <a:extLst>
                  <a:ext uri="{FF2B5EF4-FFF2-40B4-BE49-F238E27FC236}">
                    <a16:creationId xmlns:a16="http://schemas.microsoft.com/office/drawing/2014/main" id="{75D4F492-E56A-6541-9F9D-1D85B09999F3}"/>
                  </a:ext>
                </a:extLst>
              </p:cNvPr>
              <p:cNvGrpSpPr/>
              <p:nvPr/>
            </p:nvGrpSpPr>
            <p:grpSpPr>
              <a:xfrm>
                <a:off x="1348328" y="2555748"/>
                <a:ext cx="603916" cy="308999"/>
                <a:chOff x="5278570" y="2983486"/>
                <a:chExt cx="501650" cy="233363"/>
              </a:xfrm>
            </p:grpSpPr>
            <p:sp>
              <p:nvSpPr>
                <p:cNvPr id="291" name="Oval 5">
                  <a:extLst>
                    <a:ext uri="{FF2B5EF4-FFF2-40B4-BE49-F238E27FC236}">
                      <a16:creationId xmlns:a16="http://schemas.microsoft.com/office/drawing/2014/main" id="{190A087A-A659-3E4D-B4FE-1EA13D56BE4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2" name="Line 6">
                  <a:extLst>
                    <a:ext uri="{FF2B5EF4-FFF2-40B4-BE49-F238E27FC236}">
                      <a16:creationId xmlns:a16="http://schemas.microsoft.com/office/drawing/2014/main" id="{E7E9FE4A-5449-D244-A5A8-DEB5E1D8494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3" name="Line 7">
                  <a:extLst>
                    <a:ext uri="{FF2B5EF4-FFF2-40B4-BE49-F238E27FC236}">
                      <a16:creationId xmlns:a16="http://schemas.microsoft.com/office/drawing/2014/main" id="{8C243F83-93B5-2C49-9D61-2E8E8652A48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4" name="Rectangle 8">
                  <a:extLst>
                    <a:ext uri="{FF2B5EF4-FFF2-40B4-BE49-F238E27FC236}">
                      <a16:creationId xmlns:a16="http://schemas.microsoft.com/office/drawing/2014/main" id="{B0B61A2E-99AA-324F-8224-CB0B3B44042C}"/>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95" name="Oval 9">
                  <a:extLst>
                    <a:ext uri="{FF2B5EF4-FFF2-40B4-BE49-F238E27FC236}">
                      <a16:creationId xmlns:a16="http://schemas.microsoft.com/office/drawing/2014/main" id="{2F485C77-8179-0B4E-B93A-E5C91296B443}"/>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88" name="Group 44">
                <a:extLst>
                  <a:ext uri="{FF2B5EF4-FFF2-40B4-BE49-F238E27FC236}">
                    <a16:creationId xmlns:a16="http://schemas.microsoft.com/office/drawing/2014/main" id="{0826EA6F-730D-8C47-8DDA-2C65DD6716BA}"/>
                  </a:ext>
                </a:extLst>
              </p:cNvPr>
              <p:cNvGrpSpPr>
                <a:grpSpLocks/>
              </p:cNvGrpSpPr>
              <p:nvPr/>
            </p:nvGrpSpPr>
            <p:grpSpPr bwMode="auto">
              <a:xfrm>
                <a:off x="1492372" y="2507397"/>
                <a:ext cx="283194" cy="419100"/>
                <a:chOff x="2967" y="2425"/>
                <a:chExt cx="181" cy="264"/>
              </a:xfrm>
            </p:grpSpPr>
            <p:sp>
              <p:nvSpPr>
                <p:cNvPr id="289" name="Rectangle 45">
                  <a:extLst>
                    <a:ext uri="{FF2B5EF4-FFF2-40B4-BE49-F238E27FC236}">
                      <a16:creationId xmlns:a16="http://schemas.microsoft.com/office/drawing/2014/main" id="{C3E85E15-4F40-FF40-89C4-0E851470FA4F}"/>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0" name="Text Box 46">
                  <a:extLst>
                    <a:ext uri="{FF2B5EF4-FFF2-40B4-BE49-F238E27FC236}">
                      <a16:creationId xmlns:a16="http://schemas.microsoft.com/office/drawing/2014/main" id="{1905E332-CD71-E748-AE06-2A274A0D7B18}"/>
                    </a:ext>
                  </a:extLst>
                </p:cNvPr>
                <p:cNvSpPr txBox="1">
                  <a:spLocks noChangeArrowheads="1"/>
                </p:cNvSpPr>
                <p:nvPr/>
              </p:nvSpPr>
              <p:spPr bwMode="auto">
                <a:xfrm>
                  <a:off x="2967" y="2425"/>
                  <a:ext cx="18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f</a:t>
                  </a:r>
                  <a:endParaRPr lang="en-US" sz="2000" kern="0" dirty="0">
                    <a:solidFill>
                      <a:srgbClr val="000000"/>
                    </a:solidFill>
                  </a:endParaRPr>
                </a:p>
              </p:txBody>
            </p:sp>
          </p:grpSp>
        </p:grpSp>
      </p:grpSp>
      <p:grpSp>
        <p:nvGrpSpPr>
          <p:cNvPr id="4" name="Group 3">
            <a:extLst>
              <a:ext uri="{FF2B5EF4-FFF2-40B4-BE49-F238E27FC236}">
                <a16:creationId xmlns:a16="http://schemas.microsoft.com/office/drawing/2014/main" id="{D3B35DA9-63C6-B944-AEED-1CE8A219D68F}"/>
              </a:ext>
            </a:extLst>
          </p:cNvPr>
          <p:cNvGrpSpPr/>
          <p:nvPr/>
        </p:nvGrpSpPr>
        <p:grpSpPr>
          <a:xfrm>
            <a:off x="8740877" y="219997"/>
            <a:ext cx="2045109" cy="2667397"/>
            <a:chOff x="8740877" y="219997"/>
            <a:chExt cx="2045109" cy="2667397"/>
          </a:xfrm>
        </p:grpSpPr>
        <p:sp>
          <p:nvSpPr>
            <p:cNvPr id="234" name="Freeform 233">
              <a:extLst>
                <a:ext uri="{FF2B5EF4-FFF2-40B4-BE49-F238E27FC236}">
                  <a16:creationId xmlns:a16="http://schemas.microsoft.com/office/drawing/2014/main" id="{CD3625DA-7674-FD43-A116-87C156BB9E53}"/>
                </a:ext>
              </a:extLst>
            </p:cNvPr>
            <p:cNvSpPr/>
            <p:nvPr/>
          </p:nvSpPr>
          <p:spPr>
            <a:xfrm>
              <a:off x="8740877" y="247036"/>
              <a:ext cx="924232" cy="2428567"/>
            </a:xfrm>
            <a:custGeom>
              <a:avLst/>
              <a:gdLst>
                <a:gd name="connsiteX0" fmla="*/ 9833 w 786581"/>
                <a:gd name="connsiteY0" fmla="*/ 501445 h 2458064"/>
                <a:gd name="connsiteX1" fmla="*/ 747252 w 786581"/>
                <a:gd name="connsiteY1" fmla="*/ 0 h 2458064"/>
                <a:gd name="connsiteX2" fmla="*/ 786581 w 786581"/>
                <a:gd name="connsiteY2" fmla="*/ 2458064 h 2458064"/>
                <a:gd name="connsiteX3" fmla="*/ 0 w 786581"/>
                <a:gd name="connsiteY3" fmla="*/ 668593 h 2458064"/>
                <a:gd name="connsiteX4" fmla="*/ 9833 w 786581"/>
                <a:gd name="connsiteY4" fmla="*/ 501445 h 2458064"/>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1 w 1170039"/>
                <a:gd name="connsiteY0" fmla="*/ 1809135 h 2428567"/>
                <a:gd name="connsiteX1" fmla="*/ 1160207 w 1170039"/>
                <a:gd name="connsiteY1" fmla="*/ 0 h 2428567"/>
                <a:gd name="connsiteX2" fmla="*/ 1170039 w 1170039"/>
                <a:gd name="connsiteY2" fmla="*/ 2428567 h 2428567"/>
                <a:gd name="connsiteX3" fmla="*/ 0 w 1170039"/>
                <a:gd name="connsiteY3" fmla="*/ 1946786 h 2428567"/>
                <a:gd name="connsiteX4" fmla="*/ 1 w 1170039"/>
                <a:gd name="connsiteY4" fmla="*/ 1809135 h 2428567"/>
                <a:gd name="connsiteX0" fmla="*/ 1 w 1170039"/>
                <a:gd name="connsiteY0" fmla="*/ 1809135 h 2428567"/>
                <a:gd name="connsiteX1" fmla="*/ 1160207 w 1170039"/>
                <a:gd name="connsiteY1" fmla="*/ 0 h 2428567"/>
                <a:gd name="connsiteX2" fmla="*/ 1170039 w 1170039"/>
                <a:gd name="connsiteY2" fmla="*/ 2428567 h 2428567"/>
                <a:gd name="connsiteX3" fmla="*/ 0 w 1170039"/>
                <a:gd name="connsiteY3" fmla="*/ 1946786 h 2428567"/>
                <a:gd name="connsiteX4" fmla="*/ 1 w 1170039"/>
                <a:gd name="connsiteY4" fmla="*/ 1809135 h 2428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039" h="2428567">
                  <a:moveTo>
                    <a:pt x="1" y="1809135"/>
                  </a:moveTo>
                  <a:cubicBezTo>
                    <a:pt x="353962" y="1681316"/>
                    <a:pt x="875071" y="865238"/>
                    <a:pt x="1160207" y="0"/>
                  </a:cubicBezTo>
                  <a:cubicBezTo>
                    <a:pt x="1163484" y="809522"/>
                    <a:pt x="1166762" y="1619045"/>
                    <a:pt x="1170039" y="2428567"/>
                  </a:cubicBezTo>
                  <a:cubicBezTo>
                    <a:pt x="819356" y="2058219"/>
                    <a:pt x="714478" y="2090992"/>
                    <a:pt x="0" y="1946786"/>
                  </a:cubicBezTo>
                  <a:cubicBezTo>
                    <a:pt x="0" y="1900902"/>
                    <a:pt x="1" y="1855019"/>
                    <a:pt x="1" y="1809135"/>
                  </a:cubicBez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58" name="Group 357">
              <a:extLst>
                <a:ext uri="{FF2B5EF4-FFF2-40B4-BE49-F238E27FC236}">
                  <a16:creationId xmlns:a16="http://schemas.microsoft.com/office/drawing/2014/main" id="{8E84743B-19DB-E241-B0AF-861F515FE360}"/>
                </a:ext>
              </a:extLst>
            </p:cNvPr>
            <p:cNvGrpSpPr/>
            <p:nvPr/>
          </p:nvGrpSpPr>
          <p:grpSpPr>
            <a:xfrm>
              <a:off x="9636528" y="219997"/>
              <a:ext cx="1149458" cy="2667397"/>
              <a:chOff x="9764348" y="1447800"/>
              <a:chExt cx="1149458" cy="2667397"/>
            </a:xfrm>
          </p:grpSpPr>
          <p:sp>
            <p:nvSpPr>
              <p:cNvPr id="359" name="Rectangle 358">
                <a:extLst>
                  <a:ext uri="{FF2B5EF4-FFF2-40B4-BE49-F238E27FC236}">
                    <a16:creationId xmlns:a16="http://schemas.microsoft.com/office/drawing/2014/main" id="{FBF5705D-BC98-2845-B684-C5D5E33CE86A}"/>
                  </a:ext>
                </a:extLst>
              </p:cNvPr>
              <p:cNvSpPr/>
              <p:nvPr/>
            </p:nvSpPr>
            <p:spPr>
              <a:xfrm>
                <a:off x="9783097" y="1447800"/>
                <a:ext cx="1130709" cy="24261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60" name="Group 359">
                <a:extLst>
                  <a:ext uri="{FF2B5EF4-FFF2-40B4-BE49-F238E27FC236}">
                    <a16:creationId xmlns:a16="http://schemas.microsoft.com/office/drawing/2014/main" id="{45185F04-540F-1048-94D0-753D4872458F}"/>
                  </a:ext>
                </a:extLst>
              </p:cNvPr>
              <p:cNvGrpSpPr/>
              <p:nvPr/>
            </p:nvGrpSpPr>
            <p:grpSpPr>
              <a:xfrm>
                <a:off x="9764348" y="1447800"/>
                <a:ext cx="1130291" cy="2667397"/>
                <a:chOff x="9472119" y="702026"/>
                <a:chExt cx="1130291" cy="2667397"/>
              </a:xfrm>
            </p:grpSpPr>
            <p:sp>
              <p:nvSpPr>
                <p:cNvPr id="361" name="Rectangle 360">
                  <a:extLst>
                    <a:ext uri="{FF2B5EF4-FFF2-40B4-BE49-F238E27FC236}">
                      <a16:creationId xmlns:a16="http://schemas.microsoft.com/office/drawing/2014/main" id="{F1B029F2-3CFB-F446-A49B-ABBE33D07546}"/>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62" name="TextBox 361">
                  <a:extLst>
                    <a:ext uri="{FF2B5EF4-FFF2-40B4-BE49-F238E27FC236}">
                      <a16:creationId xmlns:a16="http://schemas.microsoft.com/office/drawing/2014/main" id="{E601508D-C456-214F-B2CC-E58813667624}"/>
                    </a:ext>
                  </a:extLst>
                </p:cNvPr>
                <p:cNvSpPr txBox="1"/>
                <p:nvPr/>
              </p:nvSpPr>
              <p:spPr>
                <a:xfrm>
                  <a:off x="9472119" y="702026"/>
                  <a:ext cx="1088020" cy="2667397"/>
                </a:xfrm>
                <a:prstGeom prst="rect">
                  <a:avLst/>
                </a:prstGeom>
                <a:noFill/>
              </p:spPr>
              <p:txBody>
                <a:bodyPr wrap="square" rtlCol="0">
                  <a:spAutoFit/>
                </a:bodyPr>
                <a:lstStyle/>
                <a:p>
                  <a:pPr algn="ctr">
                    <a:spcAft>
                      <a:spcPts val="400"/>
                    </a:spcAft>
                  </a:pPr>
                  <a:r>
                    <a:rPr lang="en-US" sz="2000" dirty="0">
                      <a:solidFill>
                        <a:prstClr val="white"/>
                      </a:solidFill>
                    </a:rPr>
                    <a:t>DV in c:</a:t>
                  </a: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(a) =</a:t>
                  </a:r>
                  <a:r>
                    <a:rPr lang="en-US" sz="1600" dirty="0">
                      <a:solidFill>
                        <a:prstClr val="black"/>
                      </a:solidFill>
                      <a:cs typeface="Arial" charset="0"/>
                    </a:rPr>
                    <a:t> ∞</a:t>
                  </a: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(b) =</a:t>
                  </a:r>
                  <a:r>
                    <a:rPr lang="en-US" sz="1600" dirty="0">
                      <a:solidFill>
                        <a:prstClr val="black"/>
                      </a:solidFill>
                      <a:cs typeface="Arial" charset="0"/>
                    </a:rPr>
                    <a:t> 1</a:t>
                  </a:r>
                </a:p>
                <a:p>
                  <a:pPr marL="114300" lvl="1"/>
                  <a:r>
                    <a:rPr lang="en-US" sz="1600" dirty="0">
                      <a:solidFill>
                        <a:prstClr val="black"/>
                      </a:solidFill>
                      <a:cs typeface="Arial" charset="0"/>
                    </a:rPr>
                    <a:t>D</a:t>
                  </a:r>
                  <a:r>
                    <a:rPr lang="en-US" sz="1600" baseline="-25000" dirty="0">
                      <a:solidFill>
                        <a:prstClr val="black"/>
                      </a:solidFill>
                      <a:cs typeface="Arial" charset="0"/>
                    </a:rPr>
                    <a:t>c</a:t>
                  </a:r>
                  <a:r>
                    <a:rPr lang="en-US" sz="1600" dirty="0">
                      <a:solidFill>
                        <a:prstClr val="black"/>
                      </a:solidFill>
                      <a:cs typeface="Arial" charset="0"/>
                    </a:rPr>
                    <a:t>(c) = 0</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(d)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(e)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(f)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(g)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(h) =</a:t>
                  </a:r>
                  <a:r>
                    <a:rPr lang="en-US" sz="1600" dirty="0">
                      <a:solidFill>
                        <a:prstClr val="black"/>
                      </a:solidFill>
                      <a:cs typeface="Arial" charset="0"/>
                    </a:rPr>
                    <a:t> ∞</a:t>
                  </a:r>
                  <a:endParaRPr lang="en-US" sz="1600" dirty="0">
                    <a:solidFill>
                      <a:prstClr val="black"/>
                    </a:solidFill>
                  </a:endParaRPr>
                </a:p>
                <a:p>
                  <a:pPr marL="114300"/>
                  <a:r>
                    <a:rPr lang="en-US" sz="1600" dirty="0">
                      <a:solidFill>
                        <a:prstClr val="black"/>
                      </a:solidFill>
                    </a:rPr>
                    <a:t>D</a:t>
                  </a:r>
                  <a:r>
                    <a:rPr lang="en-US" sz="1600" baseline="-25000" dirty="0">
                      <a:solidFill>
                        <a:prstClr val="black"/>
                      </a:solidFill>
                    </a:rPr>
                    <a:t>c</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cxnSp>
              <p:nvCxnSpPr>
                <p:cNvPr id="363" name="Straight Connector 362">
                  <a:extLst>
                    <a:ext uri="{FF2B5EF4-FFF2-40B4-BE49-F238E27FC236}">
                      <a16:creationId xmlns:a16="http://schemas.microsoft.com/office/drawing/2014/main" id="{3FDDC54C-ACD2-B847-8FF7-2C6CBDB5C160}"/>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4" name="Rectangle 363">
                  <a:extLst>
                    <a:ext uri="{FF2B5EF4-FFF2-40B4-BE49-F238E27FC236}">
                      <a16:creationId xmlns:a16="http://schemas.microsoft.com/office/drawing/2014/main" id="{C28D2058-9ADC-2F45-A3D5-6BE95FBA06E4}"/>
                    </a:ext>
                  </a:extLst>
                </p:cNvPr>
                <p:cNvSpPr/>
                <p:nvPr/>
              </p:nvSpPr>
              <p:spPr>
                <a:xfrm>
                  <a:off x="9479666" y="706055"/>
                  <a:ext cx="1122744" cy="262077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grpSp>
      <p:sp>
        <p:nvSpPr>
          <p:cNvPr id="183" name="Freeform 182">
            <a:extLst>
              <a:ext uri="{FF2B5EF4-FFF2-40B4-BE49-F238E27FC236}">
                <a16:creationId xmlns:a16="http://schemas.microsoft.com/office/drawing/2014/main" id="{2593EFCC-23E2-4043-94E6-A9E17FCC79C5}"/>
              </a:ext>
            </a:extLst>
          </p:cNvPr>
          <p:cNvSpPr/>
          <p:nvPr/>
        </p:nvSpPr>
        <p:spPr>
          <a:xfrm>
            <a:off x="6794417" y="3016538"/>
            <a:ext cx="2889702" cy="2634390"/>
          </a:xfrm>
          <a:custGeom>
            <a:avLst/>
            <a:gdLst>
              <a:gd name="connsiteX0" fmla="*/ 0 w 2615381"/>
              <a:gd name="connsiteY0" fmla="*/ 0 h 2615381"/>
              <a:gd name="connsiteX1" fmla="*/ 2595716 w 2615381"/>
              <a:gd name="connsiteY1" fmla="*/ 235975 h 2615381"/>
              <a:gd name="connsiteX2" fmla="*/ 2615381 w 2615381"/>
              <a:gd name="connsiteY2" fmla="*/ 2615381 h 2615381"/>
              <a:gd name="connsiteX3" fmla="*/ 9832 w 2615381"/>
              <a:gd name="connsiteY3" fmla="*/ 167149 h 2615381"/>
              <a:gd name="connsiteX4" fmla="*/ 0 w 2615381"/>
              <a:gd name="connsiteY4" fmla="*/ 0 h 2615381"/>
              <a:gd name="connsiteX0" fmla="*/ 0 w 2654709"/>
              <a:gd name="connsiteY0" fmla="*/ 0 h 2615381"/>
              <a:gd name="connsiteX1" fmla="*/ 2654709 w 2654709"/>
              <a:gd name="connsiteY1" fmla="*/ 255639 h 2615381"/>
              <a:gd name="connsiteX2" fmla="*/ 2615381 w 2654709"/>
              <a:gd name="connsiteY2" fmla="*/ 2615381 h 2615381"/>
              <a:gd name="connsiteX3" fmla="*/ 9832 w 2654709"/>
              <a:gd name="connsiteY3" fmla="*/ 167149 h 2615381"/>
              <a:gd name="connsiteX4" fmla="*/ 0 w 2654709"/>
              <a:gd name="connsiteY4" fmla="*/ 0 h 2615381"/>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29497 w 2684207"/>
              <a:gd name="connsiteY0" fmla="*/ 0 h 2605549"/>
              <a:gd name="connsiteX1" fmla="*/ 2684206 w 2684207"/>
              <a:gd name="connsiteY1" fmla="*/ 255639 h 2605549"/>
              <a:gd name="connsiteX2" fmla="*/ 2684207 w 2684207"/>
              <a:gd name="connsiteY2" fmla="*/ 2605549 h 2605549"/>
              <a:gd name="connsiteX3" fmla="*/ 0 w 2684207"/>
              <a:gd name="connsiteY3" fmla="*/ 176981 h 2605549"/>
              <a:gd name="connsiteX4" fmla="*/ 29497 w 2684207"/>
              <a:gd name="connsiteY4" fmla="*/ 0 h 2605549"/>
              <a:gd name="connsiteX0" fmla="*/ 29497 w 2684207"/>
              <a:gd name="connsiteY0" fmla="*/ 0 h 2605549"/>
              <a:gd name="connsiteX1" fmla="*/ 2684206 w 2684207"/>
              <a:gd name="connsiteY1" fmla="*/ 255639 h 2605549"/>
              <a:gd name="connsiteX2" fmla="*/ 2684207 w 2684207"/>
              <a:gd name="connsiteY2" fmla="*/ 2605549 h 2605549"/>
              <a:gd name="connsiteX3" fmla="*/ 0 w 2684207"/>
              <a:gd name="connsiteY3" fmla="*/ 176981 h 2605549"/>
              <a:gd name="connsiteX4" fmla="*/ 29497 w 2684207"/>
              <a:gd name="connsiteY4" fmla="*/ 0 h 2605549"/>
              <a:gd name="connsiteX0" fmla="*/ 226143 w 2880853"/>
              <a:gd name="connsiteY0" fmla="*/ 0 h 2605549"/>
              <a:gd name="connsiteX1" fmla="*/ 2880852 w 2880853"/>
              <a:gd name="connsiteY1" fmla="*/ 255639 h 2605549"/>
              <a:gd name="connsiteX2" fmla="*/ 2880853 w 2880853"/>
              <a:gd name="connsiteY2" fmla="*/ 2605549 h 2605549"/>
              <a:gd name="connsiteX3" fmla="*/ 0 w 2880853"/>
              <a:gd name="connsiteY3" fmla="*/ 1543665 h 2605549"/>
              <a:gd name="connsiteX4" fmla="*/ 226143 w 2880853"/>
              <a:gd name="connsiteY4" fmla="*/ 0 h 2605549"/>
              <a:gd name="connsiteX0" fmla="*/ 226143 w 2880853"/>
              <a:gd name="connsiteY0" fmla="*/ 0 h 2605549"/>
              <a:gd name="connsiteX1" fmla="*/ 2880852 w 2880853"/>
              <a:gd name="connsiteY1" fmla="*/ 255639 h 2605549"/>
              <a:gd name="connsiteX2" fmla="*/ 2880853 w 2880853"/>
              <a:gd name="connsiteY2" fmla="*/ 2605549 h 2605549"/>
              <a:gd name="connsiteX3" fmla="*/ 0 w 2880853"/>
              <a:gd name="connsiteY3" fmla="*/ 1543665 h 2605549"/>
              <a:gd name="connsiteX4" fmla="*/ 226143 w 2880853"/>
              <a:gd name="connsiteY4" fmla="*/ 0 h 2605549"/>
              <a:gd name="connsiteX0" fmla="*/ 226143 w 2880853"/>
              <a:gd name="connsiteY0" fmla="*/ 0 h 2605549"/>
              <a:gd name="connsiteX1" fmla="*/ 2880852 w 2880853"/>
              <a:gd name="connsiteY1" fmla="*/ 255639 h 2605549"/>
              <a:gd name="connsiteX2" fmla="*/ 2880853 w 2880853"/>
              <a:gd name="connsiteY2" fmla="*/ 2605549 h 2605549"/>
              <a:gd name="connsiteX3" fmla="*/ 0 w 2880853"/>
              <a:gd name="connsiteY3" fmla="*/ 1543665 h 2605549"/>
              <a:gd name="connsiteX4" fmla="*/ 226143 w 2880853"/>
              <a:gd name="connsiteY4" fmla="*/ 0 h 2605549"/>
              <a:gd name="connsiteX0" fmla="*/ 0 w 2939845"/>
              <a:gd name="connsiteY0" fmla="*/ 1140541 h 2349910"/>
              <a:gd name="connsiteX1" fmla="*/ 2939844 w 2939845"/>
              <a:gd name="connsiteY1" fmla="*/ 0 h 2349910"/>
              <a:gd name="connsiteX2" fmla="*/ 2939845 w 2939845"/>
              <a:gd name="connsiteY2" fmla="*/ 2349910 h 2349910"/>
              <a:gd name="connsiteX3" fmla="*/ 58992 w 2939845"/>
              <a:gd name="connsiteY3" fmla="*/ 1288026 h 2349910"/>
              <a:gd name="connsiteX4" fmla="*/ 0 w 2939845"/>
              <a:gd name="connsiteY4" fmla="*/ 1140541 h 2349910"/>
              <a:gd name="connsiteX0" fmla="*/ 0 w 2939845"/>
              <a:gd name="connsiteY0" fmla="*/ 1140541 h 2349910"/>
              <a:gd name="connsiteX1" fmla="*/ 2939844 w 2939845"/>
              <a:gd name="connsiteY1" fmla="*/ 0 h 2349910"/>
              <a:gd name="connsiteX2" fmla="*/ 2939845 w 2939845"/>
              <a:gd name="connsiteY2" fmla="*/ 2349910 h 2349910"/>
              <a:gd name="connsiteX3" fmla="*/ 58992 w 2939845"/>
              <a:gd name="connsiteY3" fmla="*/ 1288026 h 2349910"/>
              <a:gd name="connsiteX4" fmla="*/ 0 w 2939845"/>
              <a:gd name="connsiteY4" fmla="*/ 1140541 h 2349910"/>
              <a:gd name="connsiteX0" fmla="*/ 0 w 2939845"/>
              <a:gd name="connsiteY0" fmla="*/ 1140541 h 2349910"/>
              <a:gd name="connsiteX1" fmla="*/ 2939844 w 2939845"/>
              <a:gd name="connsiteY1" fmla="*/ 0 h 2349910"/>
              <a:gd name="connsiteX2" fmla="*/ 2939845 w 2939845"/>
              <a:gd name="connsiteY2" fmla="*/ 2349910 h 2349910"/>
              <a:gd name="connsiteX3" fmla="*/ 58992 w 2939845"/>
              <a:gd name="connsiteY3" fmla="*/ 1288026 h 2349910"/>
              <a:gd name="connsiteX4" fmla="*/ 0 w 2939845"/>
              <a:gd name="connsiteY4" fmla="*/ 1140541 h 2349910"/>
              <a:gd name="connsiteX0" fmla="*/ 0 w 2939845"/>
              <a:gd name="connsiteY0" fmla="*/ 1140541 h 2349910"/>
              <a:gd name="connsiteX1" fmla="*/ 2939844 w 2939845"/>
              <a:gd name="connsiteY1" fmla="*/ 0 h 2349910"/>
              <a:gd name="connsiteX2" fmla="*/ 2939845 w 2939845"/>
              <a:gd name="connsiteY2" fmla="*/ 2349910 h 2349910"/>
              <a:gd name="connsiteX3" fmla="*/ 19663 w 2939845"/>
              <a:gd name="connsiteY3" fmla="*/ 1307690 h 2349910"/>
              <a:gd name="connsiteX4" fmla="*/ 0 w 2939845"/>
              <a:gd name="connsiteY4" fmla="*/ 1140541 h 2349910"/>
              <a:gd name="connsiteX0" fmla="*/ 0 w 2939844"/>
              <a:gd name="connsiteY0" fmla="*/ 1140541 h 2878230"/>
              <a:gd name="connsiteX1" fmla="*/ 2939844 w 2939844"/>
              <a:gd name="connsiteY1" fmla="*/ 0 h 2878230"/>
              <a:gd name="connsiteX2" fmla="*/ 2919525 w 2939844"/>
              <a:gd name="connsiteY2" fmla="*/ 2878230 h 2878230"/>
              <a:gd name="connsiteX3" fmla="*/ 19663 w 2939844"/>
              <a:gd name="connsiteY3" fmla="*/ 1307690 h 2878230"/>
              <a:gd name="connsiteX4" fmla="*/ 0 w 2939844"/>
              <a:gd name="connsiteY4" fmla="*/ 1140541 h 2878230"/>
              <a:gd name="connsiteX0" fmla="*/ 0 w 2939844"/>
              <a:gd name="connsiteY0" fmla="*/ 1140541 h 2878230"/>
              <a:gd name="connsiteX1" fmla="*/ 2939844 w 2939844"/>
              <a:gd name="connsiteY1" fmla="*/ 0 h 2878230"/>
              <a:gd name="connsiteX2" fmla="*/ 2919525 w 2939844"/>
              <a:gd name="connsiteY2" fmla="*/ 2878230 h 2878230"/>
              <a:gd name="connsiteX3" fmla="*/ 19663 w 2939844"/>
              <a:gd name="connsiteY3" fmla="*/ 1307690 h 2878230"/>
              <a:gd name="connsiteX4" fmla="*/ 0 w 2939844"/>
              <a:gd name="connsiteY4" fmla="*/ 1140541 h 2878230"/>
              <a:gd name="connsiteX0" fmla="*/ 0 w 2919525"/>
              <a:gd name="connsiteY0" fmla="*/ 896701 h 2634390"/>
              <a:gd name="connsiteX1" fmla="*/ 2899204 w 2919525"/>
              <a:gd name="connsiteY1" fmla="*/ 0 h 2634390"/>
              <a:gd name="connsiteX2" fmla="*/ 2919525 w 2919525"/>
              <a:gd name="connsiteY2" fmla="*/ 2634390 h 2634390"/>
              <a:gd name="connsiteX3" fmla="*/ 19663 w 2919525"/>
              <a:gd name="connsiteY3" fmla="*/ 1063850 h 2634390"/>
              <a:gd name="connsiteX4" fmla="*/ 0 w 2919525"/>
              <a:gd name="connsiteY4" fmla="*/ 896701 h 2634390"/>
              <a:gd name="connsiteX0" fmla="*/ 0 w 2919525"/>
              <a:gd name="connsiteY0" fmla="*/ 896701 h 2634390"/>
              <a:gd name="connsiteX1" fmla="*/ 2899204 w 2919525"/>
              <a:gd name="connsiteY1" fmla="*/ 0 h 2634390"/>
              <a:gd name="connsiteX2" fmla="*/ 2919525 w 2919525"/>
              <a:gd name="connsiteY2" fmla="*/ 2634390 h 2634390"/>
              <a:gd name="connsiteX3" fmla="*/ 19663 w 2919525"/>
              <a:gd name="connsiteY3" fmla="*/ 1063850 h 2634390"/>
              <a:gd name="connsiteX4" fmla="*/ 0 w 2919525"/>
              <a:gd name="connsiteY4" fmla="*/ 896701 h 2634390"/>
              <a:gd name="connsiteX0" fmla="*/ 0 w 2919525"/>
              <a:gd name="connsiteY0" fmla="*/ 896701 h 2634390"/>
              <a:gd name="connsiteX1" fmla="*/ 2899204 w 2919525"/>
              <a:gd name="connsiteY1" fmla="*/ 0 h 2634390"/>
              <a:gd name="connsiteX2" fmla="*/ 2919525 w 2919525"/>
              <a:gd name="connsiteY2" fmla="*/ 2634390 h 2634390"/>
              <a:gd name="connsiteX3" fmla="*/ 29823 w 2919525"/>
              <a:gd name="connsiteY3" fmla="*/ 1094330 h 2634390"/>
              <a:gd name="connsiteX4" fmla="*/ 0 w 2919525"/>
              <a:gd name="connsiteY4" fmla="*/ 896701 h 2634390"/>
              <a:gd name="connsiteX0" fmla="*/ 0 w 2919525"/>
              <a:gd name="connsiteY0" fmla="*/ 896701 h 2634390"/>
              <a:gd name="connsiteX1" fmla="*/ 2899204 w 2919525"/>
              <a:gd name="connsiteY1" fmla="*/ 0 h 2634390"/>
              <a:gd name="connsiteX2" fmla="*/ 2919525 w 2919525"/>
              <a:gd name="connsiteY2" fmla="*/ 2634390 h 2634390"/>
              <a:gd name="connsiteX3" fmla="*/ 29823 w 2919525"/>
              <a:gd name="connsiteY3" fmla="*/ 1094330 h 2634390"/>
              <a:gd name="connsiteX4" fmla="*/ 0 w 2919525"/>
              <a:gd name="connsiteY4" fmla="*/ 896701 h 2634390"/>
              <a:gd name="connsiteX0" fmla="*/ 10817 w 2889702"/>
              <a:gd name="connsiteY0" fmla="*/ 896701 h 2634390"/>
              <a:gd name="connsiteX1" fmla="*/ 2869381 w 2889702"/>
              <a:gd name="connsiteY1" fmla="*/ 0 h 2634390"/>
              <a:gd name="connsiteX2" fmla="*/ 2889702 w 2889702"/>
              <a:gd name="connsiteY2" fmla="*/ 2634390 h 2634390"/>
              <a:gd name="connsiteX3" fmla="*/ 0 w 2889702"/>
              <a:gd name="connsiteY3" fmla="*/ 1094330 h 2634390"/>
              <a:gd name="connsiteX4" fmla="*/ 10817 w 2889702"/>
              <a:gd name="connsiteY4" fmla="*/ 896701 h 2634390"/>
              <a:gd name="connsiteX0" fmla="*/ 10817 w 2889702"/>
              <a:gd name="connsiteY0" fmla="*/ 896701 h 2634390"/>
              <a:gd name="connsiteX1" fmla="*/ 2869381 w 2889702"/>
              <a:gd name="connsiteY1" fmla="*/ 0 h 2634390"/>
              <a:gd name="connsiteX2" fmla="*/ 2889702 w 2889702"/>
              <a:gd name="connsiteY2" fmla="*/ 2634390 h 2634390"/>
              <a:gd name="connsiteX3" fmla="*/ 0 w 2889702"/>
              <a:gd name="connsiteY3" fmla="*/ 1094330 h 2634390"/>
              <a:gd name="connsiteX4" fmla="*/ 10817 w 2889702"/>
              <a:gd name="connsiteY4" fmla="*/ 896701 h 26343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9702" h="2634390">
                <a:moveTo>
                  <a:pt x="10817" y="896701"/>
                </a:moveTo>
                <a:cubicBezTo>
                  <a:pt x="1751126" y="516521"/>
                  <a:pt x="1777345" y="533564"/>
                  <a:pt x="2869381" y="0"/>
                </a:cubicBezTo>
                <a:cubicBezTo>
                  <a:pt x="2869381" y="783303"/>
                  <a:pt x="2889702" y="1851087"/>
                  <a:pt x="2889702" y="2634390"/>
                </a:cubicBezTo>
                <a:cubicBezTo>
                  <a:pt x="2630785" y="598784"/>
                  <a:pt x="2043143" y="642374"/>
                  <a:pt x="0" y="1094330"/>
                </a:cubicBezTo>
                <a:lnTo>
                  <a:pt x="10817" y="896701"/>
                </a:ln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65" name="Group 364">
            <a:extLst>
              <a:ext uri="{FF2B5EF4-FFF2-40B4-BE49-F238E27FC236}">
                <a16:creationId xmlns:a16="http://schemas.microsoft.com/office/drawing/2014/main" id="{CD6AC636-949C-B04A-A12F-4BBF60E3A068}"/>
              </a:ext>
            </a:extLst>
          </p:cNvPr>
          <p:cNvGrpSpPr/>
          <p:nvPr/>
        </p:nvGrpSpPr>
        <p:grpSpPr>
          <a:xfrm>
            <a:off x="9654637" y="3018176"/>
            <a:ext cx="1131350" cy="2675039"/>
            <a:chOff x="9762792" y="4031226"/>
            <a:chExt cx="1131350" cy="2675039"/>
          </a:xfrm>
        </p:grpSpPr>
        <p:sp>
          <p:nvSpPr>
            <p:cNvPr id="366" name="Rectangle 365">
              <a:extLst>
                <a:ext uri="{FF2B5EF4-FFF2-40B4-BE49-F238E27FC236}">
                  <a16:creationId xmlns:a16="http://schemas.microsoft.com/office/drawing/2014/main" id="{E11C6EC6-4F28-CD44-B5B6-0143F1CD0CD3}"/>
                </a:ext>
              </a:extLst>
            </p:cNvPr>
            <p:cNvSpPr/>
            <p:nvPr/>
          </p:nvSpPr>
          <p:spPr>
            <a:xfrm>
              <a:off x="9792929" y="4031226"/>
              <a:ext cx="1101213" cy="238923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67" name="Group 366">
              <a:extLst>
                <a:ext uri="{FF2B5EF4-FFF2-40B4-BE49-F238E27FC236}">
                  <a16:creationId xmlns:a16="http://schemas.microsoft.com/office/drawing/2014/main" id="{B79E58C0-B1B4-B94B-8F0E-EB904614ACD4}"/>
                </a:ext>
              </a:extLst>
            </p:cNvPr>
            <p:cNvGrpSpPr/>
            <p:nvPr/>
          </p:nvGrpSpPr>
          <p:grpSpPr>
            <a:xfrm>
              <a:off x="9762792" y="4038868"/>
              <a:ext cx="1130292" cy="2667397"/>
              <a:chOff x="9472118" y="702026"/>
              <a:chExt cx="1130292" cy="2667397"/>
            </a:xfrm>
          </p:grpSpPr>
          <p:sp>
            <p:nvSpPr>
              <p:cNvPr id="368" name="Rectangle 367">
                <a:extLst>
                  <a:ext uri="{FF2B5EF4-FFF2-40B4-BE49-F238E27FC236}">
                    <a16:creationId xmlns:a16="http://schemas.microsoft.com/office/drawing/2014/main" id="{F6C3876C-103E-634C-8619-285D4D96A9C8}"/>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69" name="TextBox 368">
                <a:extLst>
                  <a:ext uri="{FF2B5EF4-FFF2-40B4-BE49-F238E27FC236}">
                    <a16:creationId xmlns:a16="http://schemas.microsoft.com/office/drawing/2014/main" id="{7C7420E3-75DE-FB4C-B805-F6E92683D068}"/>
                  </a:ext>
                </a:extLst>
              </p:cNvPr>
              <p:cNvSpPr txBox="1"/>
              <p:nvPr/>
            </p:nvSpPr>
            <p:spPr>
              <a:xfrm>
                <a:off x="9472118" y="702026"/>
                <a:ext cx="1117197" cy="2667397"/>
              </a:xfrm>
              <a:prstGeom prst="rect">
                <a:avLst/>
              </a:prstGeom>
              <a:noFill/>
            </p:spPr>
            <p:txBody>
              <a:bodyPr wrap="square" rtlCol="0">
                <a:spAutoFit/>
              </a:bodyPr>
              <a:lstStyle/>
              <a:p>
                <a:pPr algn="ctr">
                  <a:spcAft>
                    <a:spcPts val="400"/>
                  </a:spcAft>
                </a:pPr>
                <a:r>
                  <a:rPr lang="en-US" sz="2000" dirty="0">
                    <a:solidFill>
                      <a:prstClr val="white"/>
                    </a:solidFill>
                  </a:rPr>
                  <a:t>DV in e:</a:t>
                </a: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(a) =</a:t>
                </a:r>
                <a:r>
                  <a:rPr lang="en-US" sz="1600" dirty="0">
                    <a:solidFill>
                      <a:prstClr val="black"/>
                    </a:solidFill>
                    <a:cs typeface="Arial" charset="0"/>
                  </a:rPr>
                  <a:t> ∞</a:t>
                </a: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(b) =</a:t>
                </a:r>
                <a:r>
                  <a:rPr lang="en-US" sz="1600" dirty="0">
                    <a:solidFill>
                      <a:prstClr val="black"/>
                    </a:solidFill>
                    <a:cs typeface="Arial" charset="0"/>
                  </a:rPr>
                  <a:t> 1</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(c)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(d) =</a:t>
                </a:r>
                <a:r>
                  <a:rPr lang="en-US" sz="1600" dirty="0">
                    <a:solidFill>
                      <a:prstClr val="black"/>
                    </a:solidFill>
                    <a:cs typeface="Arial" charset="0"/>
                  </a:rPr>
                  <a:t> 1</a:t>
                </a:r>
              </a:p>
              <a:p>
                <a:pPr marL="114300" lvl="1"/>
                <a:r>
                  <a:rPr lang="en-US" sz="1600" dirty="0">
                    <a:solidFill>
                      <a:prstClr val="black"/>
                    </a:solidFill>
                    <a:cs typeface="Arial" charset="0"/>
                  </a:rPr>
                  <a:t>D</a:t>
                </a:r>
                <a:r>
                  <a:rPr lang="en-US" sz="1600" baseline="-25000" dirty="0">
                    <a:solidFill>
                      <a:prstClr val="black"/>
                    </a:solidFill>
                    <a:cs typeface="Arial" charset="0"/>
                  </a:rPr>
                  <a:t>e</a:t>
                </a:r>
                <a:r>
                  <a:rPr lang="en-US" sz="1600" dirty="0">
                    <a:solidFill>
                      <a:prstClr val="black"/>
                    </a:solidFill>
                    <a:cs typeface="Arial" charset="0"/>
                  </a:rPr>
                  <a:t>(e) = 0</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(f) =</a:t>
                </a:r>
                <a:r>
                  <a:rPr lang="en-US" sz="1600" dirty="0">
                    <a:solidFill>
                      <a:prstClr val="black"/>
                    </a:solidFill>
                    <a:cs typeface="Arial" charset="0"/>
                  </a:rPr>
                  <a:t> 1</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(g)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(h) =</a:t>
                </a:r>
                <a:r>
                  <a:rPr lang="en-US" sz="1600" dirty="0">
                    <a:solidFill>
                      <a:prstClr val="black"/>
                    </a:solidFill>
                    <a:cs typeface="Arial" charset="0"/>
                  </a:rPr>
                  <a:t> 1</a:t>
                </a:r>
                <a:endParaRPr lang="en-US" sz="1600" dirty="0">
                  <a:solidFill>
                    <a:prstClr val="black"/>
                  </a:solidFill>
                </a:endParaRPr>
              </a:p>
              <a:p>
                <a:pPr marL="114300"/>
                <a:r>
                  <a:rPr lang="en-US" sz="1600" dirty="0">
                    <a:solidFill>
                      <a:prstClr val="black"/>
                    </a:solidFill>
                  </a:rPr>
                  <a:t>D</a:t>
                </a:r>
                <a:r>
                  <a:rPr lang="en-US" sz="1600" baseline="-25000" dirty="0">
                    <a:solidFill>
                      <a:prstClr val="black"/>
                    </a:solidFill>
                  </a:rPr>
                  <a:t>e</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cxnSp>
            <p:nvCxnSpPr>
              <p:cNvPr id="370" name="Straight Connector 369">
                <a:extLst>
                  <a:ext uri="{FF2B5EF4-FFF2-40B4-BE49-F238E27FC236}">
                    <a16:creationId xmlns:a16="http://schemas.microsoft.com/office/drawing/2014/main" id="{1DC7A48D-E2F6-C84C-A00F-2E0AAD581115}"/>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1" name="Rectangle 370">
                <a:extLst>
                  <a:ext uri="{FF2B5EF4-FFF2-40B4-BE49-F238E27FC236}">
                    <a16:creationId xmlns:a16="http://schemas.microsoft.com/office/drawing/2014/main" id="{D7FCACB9-7EBD-6042-B148-4018CD65A0BC}"/>
                  </a:ext>
                </a:extLst>
              </p:cNvPr>
              <p:cNvSpPr/>
              <p:nvPr/>
            </p:nvSpPr>
            <p:spPr>
              <a:xfrm>
                <a:off x="9479666" y="706055"/>
                <a:ext cx="1122744" cy="261911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sp>
        <p:nvSpPr>
          <p:cNvPr id="176" name="Right Arrow 175">
            <a:extLst>
              <a:ext uri="{FF2B5EF4-FFF2-40B4-BE49-F238E27FC236}">
                <a16:creationId xmlns:a16="http://schemas.microsoft.com/office/drawing/2014/main" id="{ADFF0534-3A73-9C40-92B4-D9FA82829903}"/>
              </a:ext>
            </a:extLst>
          </p:cNvPr>
          <p:cNvSpPr/>
          <p:nvPr/>
        </p:nvSpPr>
        <p:spPr>
          <a:xfrm>
            <a:off x="6977380" y="1927827"/>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Tree>
    <p:extLst>
      <p:ext uri="{BB962C8B-B14F-4D97-AF65-F5344CB8AC3E}">
        <p14:creationId xmlns:p14="http://schemas.microsoft.com/office/powerpoint/2010/main" val="19017726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281"/>
                                        </p:tgtEl>
                                        <p:attrNameLst>
                                          <p:attrName>style.visibility</p:attrName>
                                        </p:attrNameLst>
                                      </p:cBhvr>
                                      <p:to>
                                        <p:strVal val="visible"/>
                                      </p:to>
                                    </p:set>
                                    <p:animEffect transition="in" filter="dissolve">
                                      <p:cBhvr>
                                        <p:cTn id="7" dur="500"/>
                                        <p:tgtEl>
                                          <p:spTgt spid="281"/>
                                        </p:tgtEl>
                                      </p:cBhvr>
                                    </p:animEffect>
                                  </p:childTnLst>
                                </p:cTn>
                              </p:par>
                              <p:par>
                                <p:cTn id="8" presetID="9" presetClass="exit" presetSubtype="0" fill="hold" grpId="0" nodeType="withEffect">
                                  <p:stCondLst>
                                    <p:cond delay="0"/>
                                  </p:stCondLst>
                                  <p:childTnLst>
                                    <p:animEffect transition="out" filter="dissolve">
                                      <p:cBhvr>
                                        <p:cTn id="9" dur="500"/>
                                        <p:tgtEl>
                                          <p:spTgt spid="356"/>
                                        </p:tgtEl>
                                      </p:cBhvr>
                                    </p:animEffect>
                                    <p:set>
                                      <p:cBhvr>
                                        <p:cTn id="10" dur="1" fill="hold">
                                          <p:stCondLst>
                                            <p:cond delay="499"/>
                                          </p:stCondLst>
                                        </p:cTn>
                                        <p:tgtEl>
                                          <p:spTgt spid="356"/>
                                        </p:tgtEl>
                                        <p:attrNameLst>
                                          <p:attrName>style.visibility</p:attrName>
                                        </p:attrNameLst>
                                      </p:cBhvr>
                                      <p:to>
                                        <p:strVal val="hidden"/>
                                      </p:to>
                                    </p:set>
                                  </p:childTnLst>
                                </p:cTn>
                              </p:par>
                              <p:par>
                                <p:cTn id="11" presetID="9" presetClass="exit" presetSubtype="0" fill="hold" nodeType="withEffect">
                                  <p:stCondLst>
                                    <p:cond delay="0"/>
                                  </p:stCondLst>
                                  <p:childTnLst>
                                    <p:animEffect transition="out" filter="dissolve">
                                      <p:cBhvr>
                                        <p:cTn id="12" dur="500"/>
                                        <p:tgtEl>
                                          <p:spTgt spid="372"/>
                                        </p:tgtEl>
                                      </p:cBhvr>
                                    </p:animEffect>
                                    <p:set>
                                      <p:cBhvr>
                                        <p:cTn id="13" dur="1" fill="hold">
                                          <p:stCondLst>
                                            <p:cond delay="499"/>
                                          </p:stCondLst>
                                        </p:cTn>
                                        <p:tgtEl>
                                          <p:spTgt spid="372"/>
                                        </p:tgtEl>
                                        <p:attrNameLst>
                                          <p:attrName>style.visibility</p:attrName>
                                        </p:attrNameLst>
                                      </p:cBhvr>
                                      <p:to>
                                        <p:strVal val="hidden"/>
                                      </p:to>
                                    </p:set>
                                  </p:childTnLst>
                                </p:cTn>
                              </p:par>
                              <p:par>
                                <p:cTn id="14" presetID="9" presetClass="exit" presetSubtype="0" fill="hold" nodeType="withEffect">
                                  <p:stCondLst>
                                    <p:cond delay="0"/>
                                  </p:stCondLst>
                                  <p:childTnLst>
                                    <p:animEffect transition="out" filter="dissolve">
                                      <p:cBhvr>
                                        <p:cTn id="15" dur="500"/>
                                        <p:tgtEl>
                                          <p:spTgt spid="365"/>
                                        </p:tgtEl>
                                      </p:cBhvr>
                                    </p:animEffect>
                                    <p:set>
                                      <p:cBhvr>
                                        <p:cTn id="16" dur="1" fill="hold">
                                          <p:stCondLst>
                                            <p:cond delay="499"/>
                                          </p:stCondLst>
                                        </p:cTn>
                                        <p:tgtEl>
                                          <p:spTgt spid="365"/>
                                        </p:tgtEl>
                                        <p:attrNameLst>
                                          <p:attrName>style.visibility</p:attrName>
                                        </p:attrNameLst>
                                      </p:cBhvr>
                                      <p:to>
                                        <p:strVal val="hidden"/>
                                      </p:to>
                                    </p:set>
                                  </p:childTnLst>
                                </p:cTn>
                              </p:par>
                              <p:par>
                                <p:cTn id="17" presetID="9" presetClass="exit" presetSubtype="0" fill="hold" grpId="0" nodeType="withEffect">
                                  <p:stCondLst>
                                    <p:cond delay="0"/>
                                  </p:stCondLst>
                                  <p:childTnLst>
                                    <p:animEffect transition="out" filter="dissolve">
                                      <p:cBhvr>
                                        <p:cTn id="18" dur="500"/>
                                        <p:tgtEl>
                                          <p:spTgt spid="345"/>
                                        </p:tgtEl>
                                      </p:cBhvr>
                                    </p:animEffect>
                                    <p:set>
                                      <p:cBhvr>
                                        <p:cTn id="19" dur="1" fill="hold">
                                          <p:stCondLst>
                                            <p:cond delay="499"/>
                                          </p:stCondLst>
                                        </p:cTn>
                                        <p:tgtEl>
                                          <p:spTgt spid="345"/>
                                        </p:tgtEl>
                                        <p:attrNameLst>
                                          <p:attrName>style.visibility</p:attrName>
                                        </p:attrNameLst>
                                      </p:cBhvr>
                                      <p:to>
                                        <p:strVal val="hidden"/>
                                      </p:to>
                                    </p:set>
                                  </p:childTnLst>
                                </p:cTn>
                              </p:par>
                              <p:par>
                                <p:cTn id="20" presetID="9" presetClass="exit" presetSubtype="0" fill="hold" grpId="0" nodeType="withEffect">
                                  <p:stCondLst>
                                    <p:cond delay="0"/>
                                  </p:stCondLst>
                                  <p:childTnLst>
                                    <p:animEffect transition="out" filter="dissolve">
                                      <p:cBhvr>
                                        <p:cTn id="21" dur="500"/>
                                        <p:tgtEl>
                                          <p:spTgt spid="357"/>
                                        </p:tgtEl>
                                      </p:cBhvr>
                                    </p:animEffect>
                                    <p:set>
                                      <p:cBhvr>
                                        <p:cTn id="22" dur="1" fill="hold">
                                          <p:stCondLst>
                                            <p:cond delay="499"/>
                                          </p:stCondLst>
                                        </p:cTn>
                                        <p:tgtEl>
                                          <p:spTgt spid="357"/>
                                        </p:tgtEl>
                                        <p:attrNameLst>
                                          <p:attrName>style.visibility</p:attrName>
                                        </p:attrNameLst>
                                      </p:cBhvr>
                                      <p:to>
                                        <p:strVal val="hidden"/>
                                      </p:to>
                                    </p:set>
                                  </p:childTnLst>
                                </p:cTn>
                              </p:par>
                              <p:par>
                                <p:cTn id="23" presetID="9" presetClass="entr" presetSubtype="0" fill="hold" grpId="0" nodeType="withEffect">
                                  <p:stCondLst>
                                    <p:cond delay="0"/>
                                  </p:stCondLst>
                                  <p:childTnLst>
                                    <p:set>
                                      <p:cBhvr>
                                        <p:cTn id="24" dur="1" fill="hold">
                                          <p:stCondLst>
                                            <p:cond delay="0"/>
                                          </p:stCondLst>
                                        </p:cTn>
                                        <p:tgtEl>
                                          <p:spTgt spid="176"/>
                                        </p:tgtEl>
                                        <p:attrNameLst>
                                          <p:attrName>style.visibility</p:attrName>
                                        </p:attrNameLst>
                                      </p:cBhvr>
                                      <p:to>
                                        <p:strVal val="visible"/>
                                      </p:to>
                                    </p:set>
                                    <p:animEffect transition="in" filter="dissolve">
                                      <p:cBhvr>
                                        <p:cTn id="25" dur="500"/>
                                        <p:tgtEl>
                                          <p:spTgt spid="176"/>
                                        </p:tgtEl>
                                      </p:cBhvr>
                                    </p:animEffect>
                                  </p:childTnLst>
                                </p:cTn>
                              </p:par>
                              <p:par>
                                <p:cTn id="26" presetID="9" presetClass="exit" presetSubtype="0" fill="hold" grpId="0" nodeType="withEffect">
                                  <p:stCondLst>
                                    <p:cond delay="0"/>
                                  </p:stCondLst>
                                  <p:childTnLst>
                                    <p:animEffect transition="out" filter="dissolve">
                                      <p:cBhvr>
                                        <p:cTn id="27" dur="500"/>
                                        <p:tgtEl>
                                          <p:spTgt spid="183"/>
                                        </p:tgtEl>
                                      </p:cBhvr>
                                    </p:animEffect>
                                    <p:set>
                                      <p:cBhvr>
                                        <p:cTn id="28" dur="1" fill="hold">
                                          <p:stCondLst>
                                            <p:cond delay="499"/>
                                          </p:stCondLst>
                                        </p:cTn>
                                        <p:tgtEl>
                                          <p:spTgt spid="18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1" grpId="0"/>
      <p:bldP spid="345" grpId="0" animBg="1"/>
      <p:bldP spid="356" grpId="0" animBg="1"/>
      <p:bldP spid="357" grpId="0" animBg="1"/>
      <p:bldP spid="183" grpId="0" animBg="1"/>
      <p:bldP spid="176"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2B9189-7CDF-0741-9858-A79357149B7C}"/>
              </a:ext>
            </a:extLst>
          </p:cNvPr>
          <p:cNvSpPr>
            <a:spLocks noGrp="1"/>
          </p:cNvSpPr>
          <p:nvPr>
            <p:ph type="title"/>
          </p:nvPr>
        </p:nvSpPr>
        <p:spPr>
          <a:xfrm>
            <a:off x="826624" y="174028"/>
            <a:ext cx="10893427" cy="894622"/>
          </a:xfrm>
        </p:spPr>
        <p:txBody>
          <a:bodyPr/>
          <a:lstStyle/>
          <a:p>
            <a:r>
              <a:rPr lang="en-US" dirty="0"/>
              <a:t>Distance vector example: computation</a:t>
            </a:r>
          </a:p>
        </p:txBody>
      </p:sp>
      <p:sp>
        <p:nvSpPr>
          <p:cNvPr id="5" name="Slide Number Placeholder 4">
            <a:extLst>
              <a:ext uri="{FF2B5EF4-FFF2-40B4-BE49-F238E27FC236}">
                <a16:creationId xmlns:a16="http://schemas.microsoft.com/office/drawing/2014/main" id="{98E05715-B0AC-CF47-B242-18018B71339C}"/>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63</a:t>
            </a:fld>
            <a:endParaRPr lang="en-US" dirty="0">
              <a:solidFill>
                <a:prstClr val="white">
                  <a:lumMod val="50000"/>
                </a:prstClr>
              </a:solidFill>
            </a:endParaRPr>
          </a:p>
        </p:txBody>
      </p:sp>
      <p:cxnSp>
        <p:nvCxnSpPr>
          <p:cNvPr id="82" name="Straight Connector 81">
            <a:extLst>
              <a:ext uri="{FF2B5EF4-FFF2-40B4-BE49-F238E27FC236}">
                <a16:creationId xmlns:a16="http://schemas.microsoft.com/office/drawing/2014/main" id="{374B35E8-95B6-B946-8240-59B747B607B3}"/>
              </a:ext>
            </a:extLst>
          </p:cNvPr>
          <p:cNvCxnSpPr>
            <a:cxnSpLocks/>
            <a:stCxn id="76" idx="2"/>
            <a:endCxn id="76" idx="0"/>
          </p:cNvCxnSpPr>
          <p:nvPr/>
        </p:nvCxnSpPr>
        <p:spPr>
          <a:xfrm flipV="1">
            <a:off x="6530326" y="2129120"/>
            <a:ext cx="0" cy="38631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DE34EA38-AB93-704A-ACF2-764D62663226}"/>
              </a:ext>
            </a:extLst>
          </p:cNvPr>
          <p:cNvCxnSpPr>
            <a:cxnSpLocks/>
            <a:stCxn id="76" idx="1"/>
            <a:endCxn id="76" idx="3"/>
          </p:cNvCxnSpPr>
          <p:nvPr/>
        </p:nvCxnSpPr>
        <p:spPr>
          <a:xfrm>
            <a:off x="4598770" y="4060675"/>
            <a:ext cx="386311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Rectangle 75">
            <a:extLst>
              <a:ext uri="{FF2B5EF4-FFF2-40B4-BE49-F238E27FC236}">
                <a16:creationId xmlns:a16="http://schemas.microsoft.com/office/drawing/2014/main" id="{A169888C-5E10-3E40-BC1D-A5D0DB850712}"/>
              </a:ext>
            </a:extLst>
          </p:cNvPr>
          <p:cNvSpPr/>
          <p:nvPr/>
        </p:nvSpPr>
        <p:spPr>
          <a:xfrm>
            <a:off x="4598770" y="2129120"/>
            <a:ext cx="3863111" cy="3863111"/>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sp>
        <p:nvSpPr>
          <p:cNvPr id="150" name="Rectangle 149">
            <a:extLst>
              <a:ext uri="{FF2B5EF4-FFF2-40B4-BE49-F238E27FC236}">
                <a16:creationId xmlns:a16="http://schemas.microsoft.com/office/drawing/2014/main" id="{CB39BACF-E4D1-6641-8B8C-0274EDEFA113}"/>
              </a:ext>
            </a:extLst>
          </p:cNvPr>
          <p:cNvSpPr/>
          <p:nvPr/>
        </p:nvSpPr>
        <p:spPr>
          <a:xfrm>
            <a:off x="8380337" y="2220790"/>
            <a:ext cx="132508" cy="185510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grpSp>
        <p:nvGrpSpPr>
          <p:cNvPr id="1034" name="Group 1033">
            <a:extLst>
              <a:ext uri="{FF2B5EF4-FFF2-40B4-BE49-F238E27FC236}">
                <a16:creationId xmlns:a16="http://schemas.microsoft.com/office/drawing/2014/main" id="{B4BFA757-E5EA-9A42-8A16-AA2091E708C8}"/>
              </a:ext>
            </a:extLst>
          </p:cNvPr>
          <p:cNvGrpSpPr/>
          <p:nvPr/>
        </p:nvGrpSpPr>
        <p:grpSpPr>
          <a:xfrm>
            <a:off x="4333785" y="5772213"/>
            <a:ext cx="4395351" cy="404576"/>
            <a:chOff x="4333785" y="5772213"/>
            <a:chExt cx="4395351" cy="404576"/>
          </a:xfrm>
        </p:grpSpPr>
        <p:grpSp>
          <p:nvGrpSpPr>
            <p:cNvPr id="184" name="Group 183">
              <a:extLst>
                <a:ext uri="{FF2B5EF4-FFF2-40B4-BE49-F238E27FC236}">
                  <a16:creationId xmlns:a16="http://schemas.microsoft.com/office/drawing/2014/main" id="{600795BD-C1B6-1748-B28A-001A8505BE86}"/>
                </a:ext>
              </a:extLst>
            </p:cNvPr>
            <p:cNvGrpSpPr/>
            <p:nvPr/>
          </p:nvGrpSpPr>
          <p:grpSpPr>
            <a:xfrm>
              <a:off x="4333785" y="5772213"/>
              <a:ext cx="531821" cy="369069"/>
              <a:chOff x="1348328" y="2475647"/>
              <a:chExt cx="603916" cy="419100"/>
            </a:xfrm>
          </p:grpSpPr>
          <p:grpSp>
            <p:nvGrpSpPr>
              <p:cNvPr id="205" name="Group 204">
                <a:extLst>
                  <a:ext uri="{FF2B5EF4-FFF2-40B4-BE49-F238E27FC236}">
                    <a16:creationId xmlns:a16="http://schemas.microsoft.com/office/drawing/2014/main" id="{CE81AFB3-2346-434C-A463-93F9C295562A}"/>
                  </a:ext>
                </a:extLst>
              </p:cNvPr>
              <p:cNvGrpSpPr/>
              <p:nvPr/>
            </p:nvGrpSpPr>
            <p:grpSpPr>
              <a:xfrm>
                <a:off x="1348328" y="2555748"/>
                <a:ext cx="603916" cy="308999"/>
                <a:chOff x="5278570" y="2983486"/>
                <a:chExt cx="501650" cy="233363"/>
              </a:xfrm>
            </p:grpSpPr>
            <p:sp>
              <p:nvSpPr>
                <p:cNvPr id="209" name="Oval 5">
                  <a:extLst>
                    <a:ext uri="{FF2B5EF4-FFF2-40B4-BE49-F238E27FC236}">
                      <a16:creationId xmlns:a16="http://schemas.microsoft.com/office/drawing/2014/main" id="{7918ED2E-E380-6C4E-86AA-0BF9D7614418}"/>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0" name="Line 6">
                  <a:extLst>
                    <a:ext uri="{FF2B5EF4-FFF2-40B4-BE49-F238E27FC236}">
                      <a16:creationId xmlns:a16="http://schemas.microsoft.com/office/drawing/2014/main" id="{45F96407-8127-654C-9C52-5B6269075623}"/>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1" name="Line 7">
                  <a:extLst>
                    <a:ext uri="{FF2B5EF4-FFF2-40B4-BE49-F238E27FC236}">
                      <a16:creationId xmlns:a16="http://schemas.microsoft.com/office/drawing/2014/main" id="{F1C01DA2-272A-CD4F-87F1-779C30F35559}"/>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2" name="Rectangle 8">
                  <a:extLst>
                    <a:ext uri="{FF2B5EF4-FFF2-40B4-BE49-F238E27FC236}">
                      <a16:creationId xmlns:a16="http://schemas.microsoft.com/office/drawing/2014/main" id="{7969C970-9697-A847-B375-82D629934D59}"/>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13" name="Oval 9">
                  <a:extLst>
                    <a:ext uri="{FF2B5EF4-FFF2-40B4-BE49-F238E27FC236}">
                      <a16:creationId xmlns:a16="http://schemas.microsoft.com/office/drawing/2014/main" id="{F8D02D26-0EA1-FD40-AD1F-E4E8635F47CA}"/>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06" name="Group 44">
                <a:extLst>
                  <a:ext uri="{FF2B5EF4-FFF2-40B4-BE49-F238E27FC236}">
                    <a16:creationId xmlns:a16="http://schemas.microsoft.com/office/drawing/2014/main" id="{02C0B744-445A-A04E-812A-2D60476C1521}"/>
                  </a:ext>
                </a:extLst>
              </p:cNvPr>
              <p:cNvGrpSpPr>
                <a:grpSpLocks/>
              </p:cNvGrpSpPr>
              <p:nvPr/>
            </p:nvGrpSpPr>
            <p:grpSpPr bwMode="auto">
              <a:xfrm>
                <a:off x="1456374" y="2475647"/>
                <a:ext cx="355165" cy="419100"/>
                <a:chOff x="2944" y="2405"/>
                <a:chExt cx="227" cy="264"/>
              </a:xfrm>
            </p:grpSpPr>
            <p:sp>
              <p:nvSpPr>
                <p:cNvPr id="207" name="Rectangle 45">
                  <a:extLst>
                    <a:ext uri="{FF2B5EF4-FFF2-40B4-BE49-F238E27FC236}">
                      <a16:creationId xmlns:a16="http://schemas.microsoft.com/office/drawing/2014/main" id="{83E6E4B2-940F-B749-91D8-19B033341D50}"/>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8" name="Text Box 46">
                  <a:extLst>
                    <a:ext uri="{FF2B5EF4-FFF2-40B4-BE49-F238E27FC236}">
                      <a16:creationId xmlns:a16="http://schemas.microsoft.com/office/drawing/2014/main" id="{16D546E0-A23E-174D-8F0D-BFB691AF1D6C}"/>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g</a:t>
                  </a:r>
                  <a:endParaRPr lang="en-US" sz="2000" kern="0" dirty="0">
                    <a:solidFill>
                      <a:srgbClr val="000000"/>
                    </a:solidFill>
                  </a:endParaRPr>
                </a:p>
              </p:txBody>
            </p:sp>
          </p:grpSp>
        </p:grpSp>
        <p:grpSp>
          <p:nvGrpSpPr>
            <p:cNvPr id="185" name="Group 184">
              <a:extLst>
                <a:ext uri="{FF2B5EF4-FFF2-40B4-BE49-F238E27FC236}">
                  <a16:creationId xmlns:a16="http://schemas.microsoft.com/office/drawing/2014/main" id="{34A0F8A7-FCD0-9A45-80B9-24CC78B561FE}"/>
                </a:ext>
              </a:extLst>
            </p:cNvPr>
            <p:cNvGrpSpPr/>
            <p:nvPr/>
          </p:nvGrpSpPr>
          <p:grpSpPr>
            <a:xfrm>
              <a:off x="6263949" y="5807720"/>
              <a:ext cx="531821" cy="369069"/>
              <a:chOff x="1348328" y="2507397"/>
              <a:chExt cx="603916" cy="419100"/>
            </a:xfrm>
          </p:grpSpPr>
          <p:grpSp>
            <p:nvGrpSpPr>
              <p:cNvPr id="196" name="Group 195">
                <a:extLst>
                  <a:ext uri="{FF2B5EF4-FFF2-40B4-BE49-F238E27FC236}">
                    <a16:creationId xmlns:a16="http://schemas.microsoft.com/office/drawing/2014/main" id="{18AECA76-7F06-F84A-928B-C13839D9F43F}"/>
                  </a:ext>
                </a:extLst>
              </p:cNvPr>
              <p:cNvGrpSpPr/>
              <p:nvPr/>
            </p:nvGrpSpPr>
            <p:grpSpPr>
              <a:xfrm>
                <a:off x="1348328" y="2555748"/>
                <a:ext cx="603916" cy="308999"/>
                <a:chOff x="5278570" y="2983486"/>
                <a:chExt cx="501650" cy="233363"/>
              </a:xfrm>
            </p:grpSpPr>
            <p:sp>
              <p:nvSpPr>
                <p:cNvPr id="200" name="Oval 5">
                  <a:extLst>
                    <a:ext uri="{FF2B5EF4-FFF2-40B4-BE49-F238E27FC236}">
                      <a16:creationId xmlns:a16="http://schemas.microsoft.com/office/drawing/2014/main" id="{04917013-CC10-D043-8A71-34F24813049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1" name="Line 6">
                  <a:extLst>
                    <a:ext uri="{FF2B5EF4-FFF2-40B4-BE49-F238E27FC236}">
                      <a16:creationId xmlns:a16="http://schemas.microsoft.com/office/drawing/2014/main" id="{7E7DEF49-D295-8547-9FE7-8CBB42CEB81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2" name="Line 7">
                  <a:extLst>
                    <a:ext uri="{FF2B5EF4-FFF2-40B4-BE49-F238E27FC236}">
                      <a16:creationId xmlns:a16="http://schemas.microsoft.com/office/drawing/2014/main" id="{5633B25D-6786-5A4A-A44E-E4A1EE3575B2}"/>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3" name="Rectangle 8">
                  <a:extLst>
                    <a:ext uri="{FF2B5EF4-FFF2-40B4-BE49-F238E27FC236}">
                      <a16:creationId xmlns:a16="http://schemas.microsoft.com/office/drawing/2014/main" id="{968E012E-E513-8340-9324-11A79B223E28}"/>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04" name="Oval 9">
                  <a:extLst>
                    <a:ext uri="{FF2B5EF4-FFF2-40B4-BE49-F238E27FC236}">
                      <a16:creationId xmlns:a16="http://schemas.microsoft.com/office/drawing/2014/main" id="{7AFB2A7E-90B7-454F-BABB-E2A39AC7C95C}"/>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97" name="Group 44">
                <a:extLst>
                  <a:ext uri="{FF2B5EF4-FFF2-40B4-BE49-F238E27FC236}">
                    <a16:creationId xmlns:a16="http://schemas.microsoft.com/office/drawing/2014/main" id="{5567606D-D82D-2A4D-A3C8-A7D0703B3CC5}"/>
                  </a:ext>
                </a:extLst>
              </p:cNvPr>
              <p:cNvGrpSpPr>
                <a:grpSpLocks/>
              </p:cNvGrpSpPr>
              <p:nvPr/>
            </p:nvGrpSpPr>
            <p:grpSpPr bwMode="auto">
              <a:xfrm>
                <a:off x="1456374" y="2507397"/>
                <a:ext cx="355165" cy="419100"/>
                <a:chOff x="2944" y="2425"/>
                <a:chExt cx="227" cy="264"/>
              </a:xfrm>
            </p:grpSpPr>
            <p:sp>
              <p:nvSpPr>
                <p:cNvPr id="198" name="Rectangle 45">
                  <a:extLst>
                    <a:ext uri="{FF2B5EF4-FFF2-40B4-BE49-F238E27FC236}">
                      <a16:creationId xmlns:a16="http://schemas.microsoft.com/office/drawing/2014/main" id="{39206D20-AD6D-3242-8865-2C6680CB410C}"/>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9" name="Text Box 46">
                  <a:extLst>
                    <a:ext uri="{FF2B5EF4-FFF2-40B4-BE49-F238E27FC236}">
                      <a16:creationId xmlns:a16="http://schemas.microsoft.com/office/drawing/2014/main" id="{E3BB3556-A335-984F-978A-FECE515B6702}"/>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h</a:t>
                  </a:r>
                  <a:endParaRPr lang="en-US" sz="2000" kern="0" dirty="0">
                    <a:solidFill>
                      <a:srgbClr val="000000"/>
                    </a:solidFill>
                  </a:endParaRPr>
                </a:p>
              </p:txBody>
            </p:sp>
          </p:grpSp>
        </p:grpSp>
        <p:grpSp>
          <p:nvGrpSpPr>
            <p:cNvPr id="186" name="Group 185">
              <a:extLst>
                <a:ext uri="{FF2B5EF4-FFF2-40B4-BE49-F238E27FC236}">
                  <a16:creationId xmlns:a16="http://schemas.microsoft.com/office/drawing/2014/main" id="{3B620D34-7BA8-EF49-AC1C-93F5BBC84AEC}"/>
                </a:ext>
              </a:extLst>
            </p:cNvPr>
            <p:cNvGrpSpPr/>
            <p:nvPr/>
          </p:nvGrpSpPr>
          <p:grpSpPr>
            <a:xfrm>
              <a:off x="8197315" y="5805271"/>
              <a:ext cx="531821" cy="369069"/>
              <a:chOff x="1348328" y="2507397"/>
              <a:chExt cx="603916" cy="419100"/>
            </a:xfrm>
          </p:grpSpPr>
          <p:grpSp>
            <p:nvGrpSpPr>
              <p:cNvPr id="187" name="Group 186">
                <a:extLst>
                  <a:ext uri="{FF2B5EF4-FFF2-40B4-BE49-F238E27FC236}">
                    <a16:creationId xmlns:a16="http://schemas.microsoft.com/office/drawing/2014/main" id="{A6C2F80D-43A1-5746-B518-C0C4F1A20ACD}"/>
                  </a:ext>
                </a:extLst>
              </p:cNvPr>
              <p:cNvGrpSpPr/>
              <p:nvPr/>
            </p:nvGrpSpPr>
            <p:grpSpPr>
              <a:xfrm>
                <a:off x="1348328" y="2555748"/>
                <a:ext cx="603916" cy="308999"/>
                <a:chOff x="5278570" y="2983486"/>
                <a:chExt cx="501650" cy="233363"/>
              </a:xfrm>
            </p:grpSpPr>
            <p:sp>
              <p:nvSpPr>
                <p:cNvPr id="191" name="Oval 5">
                  <a:extLst>
                    <a:ext uri="{FF2B5EF4-FFF2-40B4-BE49-F238E27FC236}">
                      <a16:creationId xmlns:a16="http://schemas.microsoft.com/office/drawing/2014/main" id="{442E1AFF-BC2C-C849-85D1-13E42B701CE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2" name="Line 6">
                  <a:extLst>
                    <a:ext uri="{FF2B5EF4-FFF2-40B4-BE49-F238E27FC236}">
                      <a16:creationId xmlns:a16="http://schemas.microsoft.com/office/drawing/2014/main" id="{C2994154-DB6D-E247-8511-C6FE8D9665F8}"/>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3" name="Line 7">
                  <a:extLst>
                    <a:ext uri="{FF2B5EF4-FFF2-40B4-BE49-F238E27FC236}">
                      <a16:creationId xmlns:a16="http://schemas.microsoft.com/office/drawing/2014/main" id="{C730A3ED-5222-5348-831E-092DE7D6CEE3}"/>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4" name="Rectangle 8">
                  <a:extLst>
                    <a:ext uri="{FF2B5EF4-FFF2-40B4-BE49-F238E27FC236}">
                      <a16:creationId xmlns:a16="http://schemas.microsoft.com/office/drawing/2014/main" id="{BED424F7-1928-5F41-831D-417161F220B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195" name="Oval 9">
                  <a:extLst>
                    <a:ext uri="{FF2B5EF4-FFF2-40B4-BE49-F238E27FC236}">
                      <a16:creationId xmlns:a16="http://schemas.microsoft.com/office/drawing/2014/main" id="{76DDF5F9-ACB7-E642-ACEA-223EE2F5F418}"/>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88" name="Group 44">
                <a:extLst>
                  <a:ext uri="{FF2B5EF4-FFF2-40B4-BE49-F238E27FC236}">
                    <a16:creationId xmlns:a16="http://schemas.microsoft.com/office/drawing/2014/main" id="{495DC56F-8C0E-6549-849D-6D43F4F8BC0A}"/>
                  </a:ext>
                </a:extLst>
              </p:cNvPr>
              <p:cNvGrpSpPr>
                <a:grpSpLocks/>
              </p:cNvGrpSpPr>
              <p:nvPr/>
            </p:nvGrpSpPr>
            <p:grpSpPr bwMode="auto">
              <a:xfrm>
                <a:off x="1500196" y="2507397"/>
                <a:ext cx="267548" cy="419100"/>
                <a:chOff x="2972" y="2425"/>
                <a:chExt cx="171" cy="264"/>
              </a:xfrm>
            </p:grpSpPr>
            <p:sp>
              <p:nvSpPr>
                <p:cNvPr id="189" name="Rectangle 45">
                  <a:extLst>
                    <a:ext uri="{FF2B5EF4-FFF2-40B4-BE49-F238E27FC236}">
                      <a16:creationId xmlns:a16="http://schemas.microsoft.com/office/drawing/2014/main" id="{892DBBAB-E011-FD4A-BA7E-105CEF9075A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0" name="Text Box 46">
                  <a:extLst>
                    <a:ext uri="{FF2B5EF4-FFF2-40B4-BE49-F238E27FC236}">
                      <a16:creationId xmlns:a16="http://schemas.microsoft.com/office/drawing/2014/main" id="{173A4036-1DC3-BD4D-9E66-D9BC48C58BA0}"/>
                    </a:ext>
                  </a:extLst>
                </p:cNvPr>
                <p:cNvSpPr txBox="1">
                  <a:spLocks noChangeArrowheads="1"/>
                </p:cNvSpPr>
                <p:nvPr/>
              </p:nvSpPr>
              <p:spPr bwMode="auto">
                <a:xfrm>
                  <a:off x="2972" y="2425"/>
                  <a:ext cx="17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i</a:t>
                  </a:r>
                  <a:endParaRPr lang="en-US" sz="2000" kern="0" dirty="0">
                    <a:solidFill>
                      <a:srgbClr val="000000"/>
                    </a:solidFill>
                  </a:endParaRPr>
                </a:p>
              </p:txBody>
            </p:sp>
          </p:grpSp>
        </p:grpSp>
      </p:grpSp>
      <p:sp>
        <p:nvSpPr>
          <p:cNvPr id="215" name="TextBox 214">
            <a:extLst>
              <a:ext uri="{FF2B5EF4-FFF2-40B4-BE49-F238E27FC236}">
                <a16:creationId xmlns:a16="http://schemas.microsoft.com/office/drawing/2014/main" id="{74A89238-377F-A840-BB03-52D53CBBC3F3}"/>
              </a:ext>
            </a:extLst>
          </p:cNvPr>
          <p:cNvSpPr txBox="1"/>
          <p:nvPr/>
        </p:nvSpPr>
        <p:spPr>
          <a:xfrm>
            <a:off x="4305782" y="2870522"/>
            <a:ext cx="301686" cy="338554"/>
          </a:xfrm>
          <a:prstGeom prst="rect">
            <a:avLst/>
          </a:prstGeom>
          <a:noFill/>
        </p:spPr>
        <p:txBody>
          <a:bodyPr wrap="square" rtlCol="0">
            <a:spAutoFit/>
          </a:bodyPr>
          <a:lstStyle/>
          <a:p>
            <a:r>
              <a:rPr lang="en-US" sz="1600" dirty="0">
                <a:solidFill>
                  <a:prstClr val="black"/>
                </a:solidFill>
              </a:rPr>
              <a:t>1</a:t>
            </a:r>
          </a:p>
        </p:txBody>
      </p:sp>
      <p:sp>
        <p:nvSpPr>
          <p:cNvPr id="216" name="TextBox 215">
            <a:extLst>
              <a:ext uri="{FF2B5EF4-FFF2-40B4-BE49-F238E27FC236}">
                <a16:creationId xmlns:a16="http://schemas.microsoft.com/office/drawing/2014/main" id="{3D3F7215-9DE8-0542-8CCA-A9CEDC8717E2}"/>
              </a:ext>
            </a:extLst>
          </p:cNvPr>
          <p:cNvSpPr txBox="1"/>
          <p:nvPr/>
        </p:nvSpPr>
        <p:spPr>
          <a:xfrm>
            <a:off x="6217534" y="2860877"/>
            <a:ext cx="288862" cy="338554"/>
          </a:xfrm>
          <a:prstGeom prst="rect">
            <a:avLst/>
          </a:prstGeom>
          <a:noFill/>
        </p:spPr>
        <p:txBody>
          <a:bodyPr wrap="none" rtlCol="0">
            <a:spAutoFit/>
          </a:bodyPr>
          <a:lstStyle/>
          <a:p>
            <a:r>
              <a:rPr lang="en-US" sz="1600" dirty="0">
                <a:solidFill>
                  <a:prstClr val="black"/>
                </a:solidFill>
              </a:rPr>
              <a:t>1</a:t>
            </a:r>
          </a:p>
        </p:txBody>
      </p:sp>
      <p:sp>
        <p:nvSpPr>
          <p:cNvPr id="225" name="TextBox 224">
            <a:extLst>
              <a:ext uri="{FF2B5EF4-FFF2-40B4-BE49-F238E27FC236}">
                <a16:creationId xmlns:a16="http://schemas.microsoft.com/office/drawing/2014/main" id="{9174059A-E895-E740-9A26-AA7943E4A64F}"/>
              </a:ext>
            </a:extLst>
          </p:cNvPr>
          <p:cNvSpPr txBox="1"/>
          <p:nvPr/>
        </p:nvSpPr>
        <p:spPr>
          <a:xfrm>
            <a:off x="5445886" y="2123956"/>
            <a:ext cx="301686" cy="338554"/>
          </a:xfrm>
          <a:prstGeom prst="rect">
            <a:avLst/>
          </a:prstGeom>
          <a:noFill/>
        </p:spPr>
        <p:txBody>
          <a:bodyPr wrap="square" rtlCol="0">
            <a:spAutoFit/>
          </a:bodyPr>
          <a:lstStyle/>
          <a:p>
            <a:r>
              <a:rPr lang="en-US" sz="1600" dirty="0">
                <a:solidFill>
                  <a:prstClr val="black"/>
                </a:solidFill>
              </a:rPr>
              <a:t>8</a:t>
            </a:r>
          </a:p>
        </p:txBody>
      </p:sp>
      <p:sp>
        <p:nvSpPr>
          <p:cNvPr id="226" name="TextBox 225">
            <a:extLst>
              <a:ext uri="{FF2B5EF4-FFF2-40B4-BE49-F238E27FC236}">
                <a16:creationId xmlns:a16="http://schemas.microsoft.com/office/drawing/2014/main" id="{F7510488-7C59-7449-A4EE-C5A32BFCB3A5}"/>
              </a:ext>
            </a:extLst>
          </p:cNvPr>
          <p:cNvSpPr txBox="1"/>
          <p:nvPr/>
        </p:nvSpPr>
        <p:spPr>
          <a:xfrm>
            <a:off x="7357638" y="2114311"/>
            <a:ext cx="288862" cy="338554"/>
          </a:xfrm>
          <a:prstGeom prst="rect">
            <a:avLst/>
          </a:prstGeom>
          <a:noFill/>
        </p:spPr>
        <p:txBody>
          <a:bodyPr wrap="none" rtlCol="0">
            <a:spAutoFit/>
          </a:bodyPr>
          <a:lstStyle/>
          <a:p>
            <a:r>
              <a:rPr lang="en-US" sz="1600" dirty="0">
                <a:solidFill>
                  <a:prstClr val="black"/>
                </a:solidFill>
              </a:rPr>
              <a:t>1</a:t>
            </a:r>
          </a:p>
        </p:txBody>
      </p:sp>
      <p:grpSp>
        <p:nvGrpSpPr>
          <p:cNvPr id="159" name="Group 158">
            <a:extLst>
              <a:ext uri="{FF2B5EF4-FFF2-40B4-BE49-F238E27FC236}">
                <a16:creationId xmlns:a16="http://schemas.microsoft.com/office/drawing/2014/main" id="{4AAED925-F16C-8F45-B5D7-47EABDB0B993}"/>
              </a:ext>
            </a:extLst>
          </p:cNvPr>
          <p:cNvGrpSpPr/>
          <p:nvPr/>
        </p:nvGrpSpPr>
        <p:grpSpPr>
          <a:xfrm>
            <a:off x="584365" y="1859143"/>
            <a:ext cx="736099" cy="1229581"/>
            <a:chOff x="10030307" y="3444875"/>
            <a:chExt cx="736099" cy="1229581"/>
          </a:xfrm>
        </p:grpSpPr>
        <p:sp>
          <p:nvSpPr>
            <p:cNvPr id="160" name="TextBox 159">
              <a:extLst>
                <a:ext uri="{FF2B5EF4-FFF2-40B4-BE49-F238E27FC236}">
                  <a16:creationId xmlns:a16="http://schemas.microsoft.com/office/drawing/2014/main" id="{6655EB12-A2B9-9D4A-A0A9-F9958BDB0106}"/>
                </a:ext>
              </a:extLst>
            </p:cNvPr>
            <p:cNvSpPr txBox="1"/>
            <p:nvPr/>
          </p:nvSpPr>
          <p:spPr>
            <a:xfrm>
              <a:off x="10030307" y="4089681"/>
              <a:ext cx="736099" cy="584775"/>
            </a:xfrm>
            <a:prstGeom prst="rect">
              <a:avLst/>
            </a:prstGeom>
            <a:noFill/>
          </p:spPr>
          <p:txBody>
            <a:bodyPr wrap="none" rtlCol="0">
              <a:spAutoFit/>
            </a:bodyPr>
            <a:lstStyle/>
            <a:p>
              <a:r>
                <a:rPr lang="en-US" sz="3200" dirty="0">
                  <a:solidFill>
                    <a:prstClr val="black"/>
                  </a:solidFill>
                </a:rPr>
                <a:t>t=1</a:t>
              </a:r>
            </a:p>
          </p:txBody>
        </p:sp>
        <p:grpSp>
          <p:nvGrpSpPr>
            <p:cNvPr id="161" name="Group 160">
              <a:extLst>
                <a:ext uri="{FF2B5EF4-FFF2-40B4-BE49-F238E27FC236}">
                  <a16:creationId xmlns:a16="http://schemas.microsoft.com/office/drawing/2014/main" id="{0523D739-F413-264B-A745-A38C62E06D3B}"/>
                </a:ext>
              </a:extLst>
            </p:cNvPr>
            <p:cNvGrpSpPr/>
            <p:nvPr/>
          </p:nvGrpSpPr>
          <p:grpSpPr>
            <a:xfrm>
              <a:off x="10034588" y="3444875"/>
              <a:ext cx="682627" cy="682625"/>
              <a:chOff x="10034588" y="3444875"/>
              <a:chExt cx="682627" cy="682625"/>
            </a:xfrm>
          </p:grpSpPr>
          <p:sp>
            <p:nvSpPr>
              <p:cNvPr id="162" name="Oval 161">
                <a:extLst>
                  <a:ext uri="{FF2B5EF4-FFF2-40B4-BE49-F238E27FC236}">
                    <a16:creationId xmlns:a16="http://schemas.microsoft.com/office/drawing/2014/main" id="{CB814881-01DB-0E43-BA2F-B64D7EA26896}"/>
                  </a:ext>
                </a:extLst>
              </p:cNvPr>
              <p:cNvSpPr/>
              <p:nvPr/>
            </p:nvSpPr>
            <p:spPr>
              <a:xfrm>
                <a:off x="10039551" y="3449256"/>
                <a:ext cx="671332" cy="671332"/>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163" name="Straight Connector 162">
                <a:extLst>
                  <a:ext uri="{FF2B5EF4-FFF2-40B4-BE49-F238E27FC236}">
                    <a16:creationId xmlns:a16="http://schemas.microsoft.com/office/drawing/2014/main" id="{08775389-41CA-4740-B083-4D54E5FAECED}"/>
                  </a:ext>
                </a:extLst>
              </p:cNvPr>
              <p:cNvCxnSpPr/>
              <p:nvPr/>
            </p:nvCxnSpPr>
            <p:spPr>
              <a:xfrm>
                <a:off x="10372725" y="34448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3E6B6CB9-512E-6343-AD8B-BBAB6CE819A4}"/>
                  </a:ext>
                </a:extLst>
              </p:cNvPr>
              <p:cNvCxnSpPr/>
              <p:nvPr/>
            </p:nvCxnSpPr>
            <p:spPr>
              <a:xfrm>
                <a:off x="10372725" y="40671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6B84002D-08B3-2041-9EB9-DE4D7AA96DC7}"/>
                  </a:ext>
                </a:extLst>
              </p:cNvPr>
              <p:cNvCxnSpPr>
                <a:cxnSpLocks/>
              </p:cNvCxnSpPr>
              <p:nvPr/>
            </p:nvCxnSpPr>
            <p:spPr>
              <a:xfrm rot="16200000">
                <a:off x="10064751"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10AF67D-3C60-074D-85D9-BB7F3C22BA6E}"/>
                  </a:ext>
                </a:extLst>
              </p:cNvPr>
              <p:cNvCxnSpPr>
                <a:cxnSpLocks/>
              </p:cNvCxnSpPr>
              <p:nvPr/>
            </p:nvCxnSpPr>
            <p:spPr>
              <a:xfrm rot="16200000">
                <a:off x="10687053"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D7001C9A-A249-5941-879B-C26FFA2151F7}"/>
                  </a:ext>
                </a:extLst>
              </p:cNvPr>
              <p:cNvCxnSpPr>
                <a:cxnSpLocks/>
              </p:cNvCxnSpPr>
              <p:nvPr/>
            </p:nvCxnSpPr>
            <p:spPr>
              <a:xfrm>
                <a:off x="10523542" y="40370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F6CFD6FA-4D66-9F4F-9565-82515FD78B17}"/>
                  </a:ext>
                </a:extLst>
              </p:cNvPr>
              <p:cNvCxnSpPr>
                <a:cxnSpLocks/>
              </p:cNvCxnSpPr>
              <p:nvPr/>
            </p:nvCxnSpPr>
            <p:spPr>
              <a:xfrm>
                <a:off x="10202867" y="34909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3AF8B4F1-6823-4E49-BDC2-8B3DFF75FC97}"/>
                  </a:ext>
                </a:extLst>
              </p:cNvPr>
              <p:cNvCxnSpPr>
                <a:cxnSpLocks/>
              </p:cNvCxnSpPr>
              <p:nvPr/>
            </p:nvCxnSpPr>
            <p:spPr>
              <a:xfrm flipH="1">
                <a:off x="10196517" y="40338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A8A30E75-242F-B744-AD86-D5121CF798F7}"/>
                  </a:ext>
                </a:extLst>
              </p:cNvPr>
              <p:cNvCxnSpPr>
                <a:cxnSpLocks/>
              </p:cNvCxnSpPr>
              <p:nvPr/>
            </p:nvCxnSpPr>
            <p:spPr>
              <a:xfrm flipH="1">
                <a:off x="10517192" y="34877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CA6C8979-7ABA-2548-A690-DBB79A1510E8}"/>
                  </a:ext>
                </a:extLst>
              </p:cNvPr>
              <p:cNvCxnSpPr>
                <a:cxnSpLocks/>
              </p:cNvCxnSpPr>
              <p:nvPr/>
            </p:nvCxnSpPr>
            <p:spPr>
              <a:xfrm flipH="1">
                <a:off x="10631493" y="36115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9D0B68AA-F684-FE43-A969-18E51C1C177F}"/>
                  </a:ext>
                </a:extLst>
              </p:cNvPr>
              <p:cNvCxnSpPr>
                <a:cxnSpLocks/>
              </p:cNvCxnSpPr>
              <p:nvPr/>
            </p:nvCxnSpPr>
            <p:spPr>
              <a:xfrm flipH="1">
                <a:off x="10085393" y="39290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5419F84A-0D3B-EF47-949B-02A63FAFFC86}"/>
                  </a:ext>
                </a:extLst>
              </p:cNvPr>
              <p:cNvCxnSpPr>
                <a:cxnSpLocks/>
              </p:cNvCxnSpPr>
              <p:nvPr/>
            </p:nvCxnSpPr>
            <p:spPr>
              <a:xfrm flipH="1" flipV="1">
                <a:off x="10094918" y="36147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FDC9525E-B8EE-704E-94A9-DA434054CDB0}"/>
                  </a:ext>
                </a:extLst>
              </p:cNvPr>
              <p:cNvCxnSpPr>
                <a:cxnSpLocks/>
              </p:cNvCxnSpPr>
              <p:nvPr/>
            </p:nvCxnSpPr>
            <p:spPr>
              <a:xfrm flipH="1" flipV="1">
                <a:off x="10631493" y="39322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175" name="Oval 174">
                <a:extLst>
                  <a:ext uri="{FF2B5EF4-FFF2-40B4-BE49-F238E27FC236}">
                    <a16:creationId xmlns:a16="http://schemas.microsoft.com/office/drawing/2014/main" id="{1326D6D5-4368-3242-940E-7E5978F1247E}"/>
                  </a:ext>
                </a:extLst>
              </p:cNvPr>
              <p:cNvSpPr/>
              <p:nvPr/>
            </p:nvSpPr>
            <p:spPr>
              <a:xfrm>
                <a:off x="10331450" y="3743325"/>
                <a:ext cx="82550" cy="87136"/>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cxnSp>
        <p:nvCxnSpPr>
          <p:cNvPr id="153" name="Straight Connector 152">
            <a:extLst>
              <a:ext uri="{FF2B5EF4-FFF2-40B4-BE49-F238E27FC236}">
                <a16:creationId xmlns:a16="http://schemas.microsoft.com/office/drawing/2014/main" id="{1BDF6761-A298-0649-AD22-E32D353E085B}"/>
              </a:ext>
            </a:extLst>
          </p:cNvPr>
          <p:cNvCxnSpPr>
            <a:cxnSpLocks/>
          </p:cNvCxnSpPr>
          <p:nvPr/>
        </p:nvCxnSpPr>
        <p:spPr>
          <a:xfrm>
            <a:off x="919556" y="1995948"/>
            <a:ext cx="0" cy="196031"/>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sp>
        <p:nvSpPr>
          <p:cNvPr id="154" name="Rectangle 153">
            <a:extLst>
              <a:ext uri="{FF2B5EF4-FFF2-40B4-BE49-F238E27FC236}">
                <a16:creationId xmlns:a16="http://schemas.microsoft.com/office/drawing/2014/main" id="{6E805ECD-DD10-C845-94C0-375A905AFE6F}"/>
              </a:ext>
            </a:extLst>
          </p:cNvPr>
          <p:cNvSpPr/>
          <p:nvPr/>
        </p:nvSpPr>
        <p:spPr>
          <a:xfrm>
            <a:off x="6626942" y="275303"/>
            <a:ext cx="3038168" cy="62926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41" name="Group 240">
            <a:extLst>
              <a:ext uri="{FF2B5EF4-FFF2-40B4-BE49-F238E27FC236}">
                <a16:creationId xmlns:a16="http://schemas.microsoft.com/office/drawing/2014/main" id="{C0DE6387-1D17-B74C-B49C-337140026F6C}"/>
              </a:ext>
            </a:extLst>
          </p:cNvPr>
          <p:cNvGrpSpPr/>
          <p:nvPr/>
        </p:nvGrpSpPr>
        <p:grpSpPr>
          <a:xfrm>
            <a:off x="6656438" y="235974"/>
            <a:ext cx="2493133" cy="1917291"/>
            <a:chOff x="7010400" y="108155"/>
            <a:chExt cx="2493133" cy="1917291"/>
          </a:xfrm>
        </p:grpSpPr>
        <p:sp>
          <p:nvSpPr>
            <p:cNvPr id="242" name="Freeform 241">
              <a:extLst>
                <a:ext uri="{FF2B5EF4-FFF2-40B4-BE49-F238E27FC236}">
                  <a16:creationId xmlns:a16="http://schemas.microsoft.com/office/drawing/2014/main" id="{AAB1A5DE-415B-F14B-A28A-363ED94665BF}"/>
                </a:ext>
              </a:extLst>
            </p:cNvPr>
            <p:cNvSpPr/>
            <p:nvPr/>
          </p:nvSpPr>
          <p:spPr>
            <a:xfrm>
              <a:off x="7010400" y="176982"/>
              <a:ext cx="2340077" cy="1848464"/>
            </a:xfrm>
            <a:custGeom>
              <a:avLst/>
              <a:gdLst>
                <a:gd name="connsiteX0" fmla="*/ 0 w 2340077"/>
                <a:gd name="connsiteY0" fmla="*/ 304800 h 432619"/>
                <a:gd name="connsiteX1" fmla="*/ 393290 w 2340077"/>
                <a:gd name="connsiteY1" fmla="*/ 0 h 432619"/>
                <a:gd name="connsiteX2" fmla="*/ 2340077 w 2340077"/>
                <a:gd name="connsiteY2" fmla="*/ 0 h 432619"/>
                <a:gd name="connsiteX3" fmla="*/ 147484 w 2340077"/>
                <a:gd name="connsiteY3" fmla="*/ 432619 h 432619"/>
                <a:gd name="connsiteX4" fmla="*/ 0 w 2340077"/>
                <a:gd name="connsiteY4" fmla="*/ 304800 h 432619"/>
                <a:gd name="connsiteX0" fmla="*/ 0 w 2340077"/>
                <a:gd name="connsiteY0" fmla="*/ 1691148 h 1818967"/>
                <a:gd name="connsiteX1" fmla="*/ 383458 w 2340077"/>
                <a:gd name="connsiteY1" fmla="*/ 0 h 1818967"/>
                <a:gd name="connsiteX2" fmla="*/ 2340077 w 2340077"/>
                <a:gd name="connsiteY2" fmla="*/ 1386348 h 1818967"/>
                <a:gd name="connsiteX3" fmla="*/ 147484 w 2340077"/>
                <a:gd name="connsiteY3" fmla="*/ 1818967 h 1818967"/>
                <a:gd name="connsiteX4" fmla="*/ 0 w 2340077"/>
                <a:gd name="connsiteY4" fmla="*/ 1691148 h 1818967"/>
                <a:gd name="connsiteX0" fmla="*/ 0 w 2340077"/>
                <a:gd name="connsiteY0" fmla="*/ 1691148 h 1818967"/>
                <a:gd name="connsiteX1" fmla="*/ 383458 w 2340077"/>
                <a:gd name="connsiteY1" fmla="*/ 0 h 1818967"/>
                <a:gd name="connsiteX2" fmla="*/ 2340077 w 2340077"/>
                <a:gd name="connsiteY2" fmla="*/ 1386348 h 1818967"/>
                <a:gd name="connsiteX3" fmla="*/ 147484 w 2340077"/>
                <a:gd name="connsiteY3" fmla="*/ 1818967 h 1818967"/>
                <a:gd name="connsiteX4" fmla="*/ 0 w 2340077"/>
                <a:gd name="connsiteY4" fmla="*/ 1691148 h 1818967"/>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48464"/>
                <a:gd name="connsiteX1" fmla="*/ 383458 w 2340077"/>
                <a:gd name="connsiteY1" fmla="*/ 0 h 1848464"/>
                <a:gd name="connsiteX2" fmla="*/ 2340077 w 2340077"/>
                <a:gd name="connsiteY2" fmla="*/ 1386348 h 1848464"/>
                <a:gd name="connsiteX3" fmla="*/ 137651 w 2340077"/>
                <a:gd name="connsiteY3" fmla="*/ 1848464 h 1848464"/>
                <a:gd name="connsiteX4" fmla="*/ 0 w 2340077"/>
                <a:gd name="connsiteY4" fmla="*/ 1691148 h 18484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0077" h="1848464">
                  <a:moveTo>
                    <a:pt x="0" y="1691148"/>
                  </a:moveTo>
                  <a:cubicBezTo>
                    <a:pt x="167148" y="1304412"/>
                    <a:pt x="285136" y="770193"/>
                    <a:pt x="383458" y="0"/>
                  </a:cubicBezTo>
                  <a:lnTo>
                    <a:pt x="2340077" y="1386348"/>
                  </a:lnTo>
                  <a:cubicBezTo>
                    <a:pt x="871794" y="1579716"/>
                    <a:pt x="740695" y="1645264"/>
                    <a:pt x="137651" y="1848464"/>
                  </a:cubicBezTo>
                  <a:lnTo>
                    <a:pt x="0" y="1691148"/>
                  </a:ln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43" name="Group 242">
              <a:extLst>
                <a:ext uri="{FF2B5EF4-FFF2-40B4-BE49-F238E27FC236}">
                  <a16:creationId xmlns:a16="http://schemas.microsoft.com/office/drawing/2014/main" id="{937CC7FC-FB1E-3F44-8360-192E93D54F76}"/>
                </a:ext>
              </a:extLst>
            </p:cNvPr>
            <p:cNvGrpSpPr/>
            <p:nvPr/>
          </p:nvGrpSpPr>
          <p:grpSpPr>
            <a:xfrm>
              <a:off x="7323884" y="108155"/>
              <a:ext cx="2179649" cy="1445342"/>
              <a:chOff x="7323884" y="108155"/>
              <a:chExt cx="2179649" cy="1445342"/>
            </a:xfrm>
          </p:grpSpPr>
          <p:sp>
            <p:nvSpPr>
              <p:cNvPr id="244" name="Rectangle 243">
                <a:extLst>
                  <a:ext uri="{FF2B5EF4-FFF2-40B4-BE49-F238E27FC236}">
                    <a16:creationId xmlns:a16="http://schemas.microsoft.com/office/drawing/2014/main" id="{4491BF2B-1B3B-CC46-9290-459EE74E54A2}"/>
                  </a:ext>
                </a:extLst>
              </p:cNvPr>
              <p:cNvSpPr/>
              <p:nvPr/>
            </p:nvSpPr>
            <p:spPr>
              <a:xfrm>
                <a:off x="7413523" y="108155"/>
                <a:ext cx="1936954" cy="14355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45" name="Group 244">
                <a:extLst>
                  <a:ext uri="{FF2B5EF4-FFF2-40B4-BE49-F238E27FC236}">
                    <a16:creationId xmlns:a16="http://schemas.microsoft.com/office/drawing/2014/main" id="{FCF8DCB2-D709-AF40-B84B-C341D1A769CD}"/>
                  </a:ext>
                </a:extLst>
              </p:cNvPr>
              <p:cNvGrpSpPr/>
              <p:nvPr/>
            </p:nvGrpSpPr>
            <p:grpSpPr>
              <a:xfrm>
                <a:off x="7323884" y="120836"/>
                <a:ext cx="2179649" cy="1432661"/>
                <a:chOff x="7323884" y="120836"/>
                <a:chExt cx="2179649" cy="1432661"/>
              </a:xfrm>
            </p:grpSpPr>
            <p:sp>
              <p:nvSpPr>
                <p:cNvPr id="246" name="Rectangle 245">
                  <a:extLst>
                    <a:ext uri="{FF2B5EF4-FFF2-40B4-BE49-F238E27FC236}">
                      <a16:creationId xmlns:a16="http://schemas.microsoft.com/office/drawing/2014/main" id="{AAB1F5FE-4DFF-8942-96D2-1BF59A9B8ED7}"/>
                    </a:ext>
                  </a:extLst>
                </p:cNvPr>
                <p:cNvSpPr/>
                <p:nvPr/>
              </p:nvSpPr>
              <p:spPr>
                <a:xfrm>
                  <a:off x="7409951" y="124866"/>
                  <a:ext cx="1940525"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47" name="TextBox 246">
                  <a:extLst>
                    <a:ext uri="{FF2B5EF4-FFF2-40B4-BE49-F238E27FC236}">
                      <a16:creationId xmlns:a16="http://schemas.microsoft.com/office/drawing/2014/main" id="{02C346E9-CF40-A846-ACD9-F72DFBB9E805}"/>
                    </a:ext>
                  </a:extLst>
                </p:cNvPr>
                <p:cNvSpPr txBox="1"/>
                <p:nvPr/>
              </p:nvSpPr>
              <p:spPr>
                <a:xfrm>
                  <a:off x="7799764" y="120836"/>
                  <a:ext cx="1117197" cy="400110"/>
                </a:xfrm>
                <a:prstGeom prst="rect">
                  <a:avLst/>
                </a:prstGeom>
                <a:noFill/>
              </p:spPr>
              <p:txBody>
                <a:bodyPr wrap="square" rtlCol="0">
                  <a:spAutoFit/>
                </a:bodyPr>
                <a:lstStyle/>
                <a:p>
                  <a:pPr algn="ctr">
                    <a:spcAft>
                      <a:spcPts val="400"/>
                    </a:spcAft>
                  </a:pPr>
                  <a:r>
                    <a:rPr lang="en-US" sz="2000" dirty="0">
                      <a:solidFill>
                        <a:prstClr val="white"/>
                      </a:solidFill>
                    </a:rPr>
                    <a:t>DV in b:</a:t>
                  </a:r>
                </a:p>
              </p:txBody>
            </p:sp>
            <p:cxnSp>
              <p:nvCxnSpPr>
                <p:cNvPr id="248" name="Straight Connector 247">
                  <a:extLst>
                    <a:ext uri="{FF2B5EF4-FFF2-40B4-BE49-F238E27FC236}">
                      <a16:creationId xmlns:a16="http://schemas.microsoft.com/office/drawing/2014/main" id="{322E19FC-BD9D-FC41-8AF9-4540EB9B5BC4}"/>
                    </a:ext>
                  </a:extLst>
                </p:cNvPr>
                <p:cNvCxnSpPr>
                  <a:cxnSpLocks/>
                </p:cNvCxnSpPr>
                <p:nvPr/>
              </p:nvCxnSpPr>
              <p:spPr>
                <a:xfrm>
                  <a:off x="7401895" y="49525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49" name="Rectangle 248">
                  <a:extLst>
                    <a:ext uri="{FF2B5EF4-FFF2-40B4-BE49-F238E27FC236}">
                      <a16:creationId xmlns:a16="http://schemas.microsoft.com/office/drawing/2014/main" id="{14EC7CB6-196B-5E44-AD24-302ACAC213D8}"/>
                    </a:ext>
                  </a:extLst>
                </p:cNvPr>
                <p:cNvSpPr/>
                <p:nvPr/>
              </p:nvSpPr>
              <p:spPr>
                <a:xfrm>
                  <a:off x="7404189" y="124866"/>
                  <a:ext cx="1936455" cy="142863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50" name="TextBox 249">
                  <a:extLst>
                    <a:ext uri="{FF2B5EF4-FFF2-40B4-BE49-F238E27FC236}">
                      <a16:creationId xmlns:a16="http://schemas.microsoft.com/office/drawing/2014/main" id="{15AACE12-C210-0141-824B-658545F2E1EB}"/>
                    </a:ext>
                  </a:extLst>
                </p:cNvPr>
                <p:cNvSpPr txBox="1"/>
                <p:nvPr/>
              </p:nvSpPr>
              <p:spPr>
                <a:xfrm>
                  <a:off x="8392488" y="560500"/>
                  <a:ext cx="1111045" cy="978729"/>
                </a:xfrm>
                <a:prstGeom prst="rect">
                  <a:avLst/>
                </a:prstGeom>
                <a:noFill/>
              </p:spPr>
              <p:txBody>
                <a:bodyPr wrap="square" rtlCol="0">
                  <a:spAutoFit/>
                </a:bodyPr>
                <a:lstStyle/>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(f) =</a:t>
                  </a:r>
                  <a:r>
                    <a:rPr lang="en-US" sz="1600" dirty="0">
                      <a:solidFill>
                        <a:prstClr val="black"/>
                      </a:solidFill>
                      <a:cs typeface="Arial" charset="0"/>
                    </a:rPr>
                    <a:t> ∞</a:t>
                  </a:r>
                </a:p>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(g) =</a:t>
                  </a:r>
                  <a:r>
                    <a:rPr lang="en-US" sz="1600" dirty="0">
                      <a:solidFill>
                        <a:prstClr val="black"/>
                      </a:solidFill>
                      <a:cs typeface="Arial" charset="0"/>
                    </a:rPr>
                    <a:t> ∞</a:t>
                  </a:r>
                </a:p>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(h) =</a:t>
                  </a:r>
                  <a:r>
                    <a:rPr lang="en-US" sz="1600" dirty="0">
                      <a:solidFill>
                        <a:prstClr val="black"/>
                      </a:solidFill>
                      <a:cs typeface="Arial" charset="0"/>
                    </a:rPr>
                    <a:t> ∞</a:t>
                  </a:r>
                </a:p>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sp>
              <p:nvSpPr>
                <p:cNvPr id="251" name="TextBox 250">
                  <a:extLst>
                    <a:ext uri="{FF2B5EF4-FFF2-40B4-BE49-F238E27FC236}">
                      <a16:creationId xmlns:a16="http://schemas.microsoft.com/office/drawing/2014/main" id="{8FBBD149-E4A4-7649-964F-57535C719AD2}"/>
                    </a:ext>
                  </a:extLst>
                </p:cNvPr>
                <p:cNvSpPr txBox="1"/>
                <p:nvPr/>
              </p:nvSpPr>
              <p:spPr>
                <a:xfrm>
                  <a:off x="7323884" y="557387"/>
                  <a:ext cx="1117197" cy="978729"/>
                </a:xfrm>
                <a:prstGeom prst="rect">
                  <a:avLst/>
                </a:prstGeom>
                <a:noFill/>
              </p:spPr>
              <p:txBody>
                <a:bodyPr wrap="square" rtlCol="0">
                  <a:spAutoFit/>
                </a:bodyPr>
                <a:lstStyle/>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(a) = 8</a:t>
                  </a:r>
                  <a:endParaRPr lang="en-US" sz="1600" dirty="0">
                    <a:solidFill>
                      <a:prstClr val="black"/>
                    </a:solidFill>
                    <a:cs typeface="Arial" charset="0"/>
                  </a:endParaRPr>
                </a:p>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(c) =</a:t>
                  </a:r>
                  <a:r>
                    <a:rPr lang="en-US" sz="1600" dirty="0">
                      <a:solidFill>
                        <a:prstClr val="black"/>
                      </a:solidFill>
                      <a:cs typeface="Arial" charset="0"/>
                    </a:rPr>
                    <a:t> 1</a:t>
                  </a:r>
                  <a:endParaRPr lang="en-US" sz="1600" dirty="0">
                    <a:solidFill>
                      <a:prstClr val="black"/>
                    </a:solidFill>
                  </a:endParaRPr>
                </a:p>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(d) =</a:t>
                  </a:r>
                  <a:r>
                    <a:rPr lang="en-US" sz="1600" dirty="0">
                      <a:solidFill>
                        <a:prstClr val="black"/>
                      </a:solidFill>
                      <a:cs typeface="Arial" charset="0"/>
                    </a:rPr>
                    <a:t> ∞</a:t>
                  </a:r>
                  <a:endParaRPr lang="en-US" sz="1600" dirty="0">
                    <a:solidFill>
                      <a:prstClr val="black"/>
                    </a:solidFill>
                  </a:endParaRPr>
                </a:p>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(e) =</a:t>
                  </a:r>
                  <a:r>
                    <a:rPr lang="en-US" sz="1600" dirty="0">
                      <a:solidFill>
                        <a:prstClr val="black"/>
                      </a:solidFill>
                      <a:cs typeface="Arial" charset="0"/>
                    </a:rPr>
                    <a:t> 1</a:t>
                  </a:r>
                  <a:endParaRPr lang="en-US" sz="1600" dirty="0">
                    <a:solidFill>
                      <a:prstClr val="black"/>
                    </a:solidFill>
                  </a:endParaRPr>
                </a:p>
              </p:txBody>
            </p:sp>
          </p:grpSp>
        </p:grpSp>
      </p:grpSp>
      <p:sp>
        <p:nvSpPr>
          <p:cNvPr id="281" name="TextBox 280">
            <a:extLst>
              <a:ext uri="{FF2B5EF4-FFF2-40B4-BE49-F238E27FC236}">
                <a16:creationId xmlns:a16="http://schemas.microsoft.com/office/drawing/2014/main" id="{9547E6FC-ED98-A842-83E6-5B393D42D482}"/>
              </a:ext>
            </a:extLst>
          </p:cNvPr>
          <p:cNvSpPr txBox="1"/>
          <p:nvPr/>
        </p:nvSpPr>
        <p:spPr>
          <a:xfrm flipH="1">
            <a:off x="348626" y="3078991"/>
            <a:ext cx="2195814" cy="590931"/>
          </a:xfrm>
          <a:prstGeom prst="rect">
            <a:avLst/>
          </a:prstGeom>
          <a:noFill/>
        </p:spPr>
        <p:txBody>
          <a:bodyPr wrap="square" rtlCol="0">
            <a:spAutoFit/>
          </a:bodyPr>
          <a:lstStyle/>
          <a:p>
            <a:pPr marL="285750" indent="-285750">
              <a:lnSpc>
                <a:spcPct val="90000"/>
              </a:lnSpc>
              <a:buClr>
                <a:srgbClr val="0000A8"/>
              </a:buClr>
              <a:buFont typeface="Wingdings" pitchFamily="2" charset="2"/>
              <a:buChar char="§"/>
            </a:pPr>
            <a:r>
              <a:rPr lang="en-US" dirty="0">
                <a:solidFill>
                  <a:prstClr val="black"/>
                </a:solidFill>
              </a:rPr>
              <a:t>c receives DVs from b computes:</a:t>
            </a:r>
          </a:p>
        </p:txBody>
      </p:sp>
      <p:grpSp>
        <p:nvGrpSpPr>
          <p:cNvPr id="314" name="Group 313">
            <a:extLst>
              <a:ext uri="{FF2B5EF4-FFF2-40B4-BE49-F238E27FC236}">
                <a16:creationId xmlns:a16="http://schemas.microsoft.com/office/drawing/2014/main" id="{917871C2-1731-FE43-944D-6364CCE85DA9}"/>
              </a:ext>
            </a:extLst>
          </p:cNvPr>
          <p:cNvGrpSpPr/>
          <p:nvPr/>
        </p:nvGrpSpPr>
        <p:grpSpPr>
          <a:xfrm>
            <a:off x="4333785" y="1906063"/>
            <a:ext cx="4395351" cy="404576"/>
            <a:chOff x="4333785" y="5772213"/>
            <a:chExt cx="4395351" cy="404576"/>
          </a:xfrm>
        </p:grpSpPr>
        <p:grpSp>
          <p:nvGrpSpPr>
            <p:cNvPr id="315" name="Group 314">
              <a:extLst>
                <a:ext uri="{FF2B5EF4-FFF2-40B4-BE49-F238E27FC236}">
                  <a16:creationId xmlns:a16="http://schemas.microsoft.com/office/drawing/2014/main" id="{68E7B419-D4D3-3A4B-86E1-D40C76B2BB2C}"/>
                </a:ext>
              </a:extLst>
            </p:cNvPr>
            <p:cNvGrpSpPr/>
            <p:nvPr/>
          </p:nvGrpSpPr>
          <p:grpSpPr>
            <a:xfrm>
              <a:off x="4333785" y="5772213"/>
              <a:ext cx="531821" cy="369069"/>
              <a:chOff x="1348328" y="2475647"/>
              <a:chExt cx="603916" cy="419100"/>
            </a:xfrm>
          </p:grpSpPr>
          <p:grpSp>
            <p:nvGrpSpPr>
              <p:cNvPr id="336" name="Group 335">
                <a:extLst>
                  <a:ext uri="{FF2B5EF4-FFF2-40B4-BE49-F238E27FC236}">
                    <a16:creationId xmlns:a16="http://schemas.microsoft.com/office/drawing/2014/main" id="{93705575-DDBD-3D44-B843-C77E28CEAAD2}"/>
                  </a:ext>
                </a:extLst>
              </p:cNvPr>
              <p:cNvGrpSpPr/>
              <p:nvPr/>
            </p:nvGrpSpPr>
            <p:grpSpPr>
              <a:xfrm>
                <a:off x="1348328" y="2555748"/>
                <a:ext cx="603916" cy="308999"/>
                <a:chOff x="5278570" y="2983486"/>
                <a:chExt cx="501650" cy="233363"/>
              </a:xfrm>
            </p:grpSpPr>
            <p:sp>
              <p:nvSpPr>
                <p:cNvPr id="340" name="Oval 5">
                  <a:extLst>
                    <a:ext uri="{FF2B5EF4-FFF2-40B4-BE49-F238E27FC236}">
                      <a16:creationId xmlns:a16="http://schemas.microsoft.com/office/drawing/2014/main" id="{AF888CEF-6837-CD45-809F-91550C92C80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1" name="Line 6">
                  <a:extLst>
                    <a:ext uri="{FF2B5EF4-FFF2-40B4-BE49-F238E27FC236}">
                      <a16:creationId xmlns:a16="http://schemas.microsoft.com/office/drawing/2014/main" id="{4535759C-A65E-D84B-9508-03E1DC0B824C}"/>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2" name="Line 7">
                  <a:extLst>
                    <a:ext uri="{FF2B5EF4-FFF2-40B4-BE49-F238E27FC236}">
                      <a16:creationId xmlns:a16="http://schemas.microsoft.com/office/drawing/2014/main" id="{FFA7BAB7-E53C-EC41-ACE7-66FCD862969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3" name="Rectangle 8">
                  <a:extLst>
                    <a:ext uri="{FF2B5EF4-FFF2-40B4-BE49-F238E27FC236}">
                      <a16:creationId xmlns:a16="http://schemas.microsoft.com/office/drawing/2014/main" id="{69E05203-3EC0-6447-8988-D4F7C2150FA6}"/>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44" name="Oval 9">
                  <a:extLst>
                    <a:ext uri="{FF2B5EF4-FFF2-40B4-BE49-F238E27FC236}">
                      <a16:creationId xmlns:a16="http://schemas.microsoft.com/office/drawing/2014/main" id="{D9043B05-A159-7D41-90D4-718D621EA02B}"/>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37" name="Group 44">
                <a:extLst>
                  <a:ext uri="{FF2B5EF4-FFF2-40B4-BE49-F238E27FC236}">
                    <a16:creationId xmlns:a16="http://schemas.microsoft.com/office/drawing/2014/main" id="{230264F8-C92F-C344-8341-A92C3D105F2A}"/>
                  </a:ext>
                </a:extLst>
              </p:cNvPr>
              <p:cNvGrpSpPr>
                <a:grpSpLocks/>
              </p:cNvGrpSpPr>
              <p:nvPr/>
            </p:nvGrpSpPr>
            <p:grpSpPr bwMode="auto">
              <a:xfrm>
                <a:off x="1456374" y="2475647"/>
                <a:ext cx="355165" cy="419100"/>
                <a:chOff x="2944" y="2405"/>
                <a:chExt cx="227" cy="264"/>
              </a:xfrm>
            </p:grpSpPr>
            <p:sp>
              <p:nvSpPr>
                <p:cNvPr id="338" name="Rectangle 45">
                  <a:extLst>
                    <a:ext uri="{FF2B5EF4-FFF2-40B4-BE49-F238E27FC236}">
                      <a16:creationId xmlns:a16="http://schemas.microsoft.com/office/drawing/2014/main" id="{F2B81453-DE5E-984D-B97A-6884B0BDD35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9" name="Text Box 46">
                  <a:extLst>
                    <a:ext uri="{FF2B5EF4-FFF2-40B4-BE49-F238E27FC236}">
                      <a16:creationId xmlns:a16="http://schemas.microsoft.com/office/drawing/2014/main" id="{35E945F9-D699-744B-ACB7-587B2AA668D3}"/>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a</a:t>
                  </a:r>
                  <a:endParaRPr lang="en-US" sz="2000" kern="0" dirty="0">
                    <a:solidFill>
                      <a:srgbClr val="000000"/>
                    </a:solidFill>
                  </a:endParaRPr>
                </a:p>
              </p:txBody>
            </p:sp>
          </p:grpSp>
        </p:grpSp>
        <p:grpSp>
          <p:nvGrpSpPr>
            <p:cNvPr id="316" name="Group 315">
              <a:extLst>
                <a:ext uri="{FF2B5EF4-FFF2-40B4-BE49-F238E27FC236}">
                  <a16:creationId xmlns:a16="http://schemas.microsoft.com/office/drawing/2014/main" id="{1CE7BA36-0E22-4F41-B503-121F0E8FF751}"/>
                </a:ext>
              </a:extLst>
            </p:cNvPr>
            <p:cNvGrpSpPr/>
            <p:nvPr/>
          </p:nvGrpSpPr>
          <p:grpSpPr>
            <a:xfrm>
              <a:off x="6263949" y="5807720"/>
              <a:ext cx="531821" cy="369069"/>
              <a:chOff x="1348328" y="2507397"/>
              <a:chExt cx="603916" cy="419100"/>
            </a:xfrm>
          </p:grpSpPr>
          <p:grpSp>
            <p:nvGrpSpPr>
              <p:cNvPr id="327" name="Group 326">
                <a:extLst>
                  <a:ext uri="{FF2B5EF4-FFF2-40B4-BE49-F238E27FC236}">
                    <a16:creationId xmlns:a16="http://schemas.microsoft.com/office/drawing/2014/main" id="{ABA31A37-F3CD-1746-9C86-0557D36C5404}"/>
                  </a:ext>
                </a:extLst>
              </p:cNvPr>
              <p:cNvGrpSpPr/>
              <p:nvPr/>
            </p:nvGrpSpPr>
            <p:grpSpPr>
              <a:xfrm>
                <a:off x="1348328" y="2555748"/>
                <a:ext cx="603916" cy="308999"/>
                <a:chOff x="5278570" y="2983486"/>
                <a:chExt cx="501650" cy="233363"/>
              </a:xfrm>
            </p:grpSpPr>
            <p:sp>
              <p:nvSpPr>
                <p:cNvPr id="331" name="Oval 5">
                  <a:extLst>
                    <a:ext uri="{FF2B5EF4-FFF2-40B4-BE49-F238E27FC236}">
                      <a16:creationId xmlns:a16="http://schemas.microsoft.com/office/drawing/2014/main" id="{39C9919B-E459-6946-BAB3-A266303D27E7}"/>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2" name="Line 6">
                  <a:extLst>
                    <a:ext uri="{FF2B5EF4-FFF2-40B4-BE49-F238E27FC236}">
                      <a16:creationId xmlns:a16="http://schemas.microsoft.com/office/drawing/2014/main" id="{61A62C09-3017-A541-9429-460C1A7F6B50}"/>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3" name="Line 7">
                  <a:extLst>
                    <a:ext uri="{FF2B5EF4-FFF2-40B4-BE49-F238E27FC236}">
                      <a16:creationId xmlns:a16="http://schemas.microsoft.com/office/drawing/2014/main" id="{86063EB7-D2C3-3447-B2FD-57FC1E74D327}"/>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4" name="Rectangle 8">
                  <a:extLst>
                    <a:ext uri="{FF2B5EF4-FFF2-40B4-BE49-F238E27FC236}">
                      <a16:creationId xmlns:a16="http://schemas.microsoft.com/office/drawing/2014/main" id="{BD5BCC42-3550-DF4A-BB55-F643AEBFD9AD}"/>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35" name="Oval 9">
                  <a:extLst>
                    <a:ext uri="{FF2B5EF4-FFF2-40B4-BE49-F238E27FC236}">
                      <a16:creationId xmlns:a16="http://schemas.microsoft.com/office/drawing/2014/main" id="{74611398-E647-494F-A7BD-186BB5CB5454}"/>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28" name="Group 44">
                <a:extLst>
                  <a:ext uri="{FF2B5EF4-FFF2-40B4-BE49-F238E27FC236}">
                    <a16:creationId xmlns:a16="http://schemas.microsoft.com/office/drawing/2014/main" id="{B57BC638-F090-114B-B8BF-7E2F4A6CC8F0}"/>
                  </a:ext>
                </a:extLst>
              </p:cNvPr>
              <p:cNvGrpSpPr>
                <a:grpSpLocks/>
              </p:cNvGrpSpPr>
              <p:nvPr/>
            </p:nvGrpSpPr>
            <p:grpSpPr bwMode="auto">
              <a:xfrm>
                <a:off x="1456374" y="2507397"/>
                <a:ext cx="355165" cy="419100"/>
                <a:chOff x="2944" y="2425"/>
                <a:chExt cx="227" cy="264"/>
              </a:xfrm>
            </p:grpSpPr>
            <p:sp>
              <p:nvSpPr>
                <p:cNvPr id="329" name="Rectangle 45">
                  <a:extLst>
                    <a:ext uri="{FF2B5EF4-FFF2-40B4-BE49-F238E27FC236}">
                      <a16:creationId xmlns:a16="http://schemas.microsoft.com/office/drawing/2014/main" id="{0F91A427-A1B7-A54C-8320-A92F425DFC7E}"/>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0" name="Text Box 46">
                  <a:extLst>
                    <a:ext uri="{FF2B5EF4-FFF2-40B4-BE49-F238E27FC236}">
                      <a16:creationId xmlns:a16="http://schemas.microsoft.com/office/drawing/2014/main" id="{E600E15A-04DE-4F44-AD3B-D284039393AF}"/>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b</a:t>
                  </a:r>
                  <a:endParaRPr lang="en-US" sz="2000" kern="0" dirty="0">
                    <a:solidFill>
                      <a:srgbClr val="000000"/>
                    </a:solidFill>
                  </a:endParaRPr>
                </a:p>
              </p:txBody>
            </p:sp>
          </p:grpSp>
        </p:grpSp>
        <p:grpSp>
          <p:nvGrpSpPr>
            <p:cNvPr id="317" name="Group 316">
              <a:extLst>
                <a:ext uri="{FF2B5EF4-FFF2-40B4-BE49-F238E27FC236}">
                  <a16:creationId xmlns:a16="http://schemas.microsoft.com/office/drawing/2014/main" id="{2EB87748-B820-0349-A8AC-FE8BBD55B257}"/>
                </a:ext>
              </a:extLst>
            </p:cNvPr>
            <p:cNvGrpSpPr/>
            <p:nvPr/>
          </p:nvGrpSpPr>
          <p:grpSpPr>
            <a:xfrm>
              <a:off x="8197315" y="5805271"/>
              <a:ext cx="531821" cy="369069"/>
              <a:chOff x="1348328" y="2507397"/>
              <a:chExt cx="603916" cy="419100"/>
            </a:xfrm>
          </p:grpSpPr>
          <p:grpSp>
            <p:nvGrpSpPr>
              <p:cNvPr id="318" name="Group 317">
                <a:extLst>
                  <a:ext uri="{FF2B5EF4-FFF2-40B4-BE49-F238E27FC236}">
                    <a16:creationId xmlns:a16="http://schemas.microsoft.com/office/drawing/2014/main" id="{EB6E4C7D-CDAA-7F47-A797-1E5FB2A80494}"/>
                  </a:ext>
                </a:extLst>
              </p:cNvPr>
              <p:cNvGrpSpPr/>
              <p:nvPr/>
            </p:nvGrpSpPr>
            <p:grpSpPr>
              <a:xfrm>
                <a:off x="1348328" y="2555748"/>
                <a:ext cx="603916" cy="308999"/>
                <a:chOff x="5278570" y="2983486"/>
                <a:chExt cx="501650" cy="233363"/>
              </a:xfrm>
            </p:grpSpPr>
            <p:sp>
              <p:nvSpPr>
                <p:cNvPr id="322" name="Oval 5">
                  <a:extLst>
                    <a:ext uri="{FF2B5EF4-FFF2-40B4-BE49-F238E27FC236}">
                      <a16:creationId xmlns:a16="http://schemas.microsoft.com/office/drawing/2014/main" id="{F9943B67-FB21-3647-869F-669BE6A721C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3" name="Line 6">
                  <a:extLst>
                    <a:ext uri="{FF2B5EF4-FFF2-40B4-BE49-F238E27FC236}">
                      <a16:creationId xmlns:a16="http://schemas.microsoft.com/office/drawing/2014/main" id="{57CCD935-17C4-B04B-B482-9A946E848EC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4" name="Line 7">
                  <a:extLst>
                    <a:ext uri="{FF2B5EF4-FFF2-40B4-BE49-F238E27FC236}">
                      <a16:creationId xmlns:a16="http://schemas.microsoft.com/office/drawing/2014/main" id="{2FE8EAFF-CC53-364C-974F-2F913B960D6B}"/>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5" name="Rectangle 8">
                  <a:extLst>
                    <a:ext uri="{FF2B5EF4-FFF2-40B4-BE49-F238E27FC236}">
                      <a16:creationId xmlns:a16="http://schemas.microsoft.com/office/drawing/2014/main" id="{B25B691E-9E1D-1E4F-9419-9156013814CE}"/>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26" name="Oval 9">
                  <a:extLst>
                    <a:ext uri="{FF2B5EF4-FFF2-40B4-BE49-F238E27FC236}">
                      <a16:creationId xmlns:a16="http://schemas.microsoft.com/office/drawing/2014/main" id="{9CB3B73F-9E39-EC4E-83F7-FBE10697408E}"/>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19" name="Group 44">
                <a:extLst>
                  <a:ext uri="{FF2B5EF4-FFF2-40B4-BE49-F238E27FC236}">
                    <a16:creationId xmlns:a16="http://schemas.microsoft.com/office/drawing/2014/main" id="{0F42679C-ED56-BC45-8C82-597609DBD4D2}"/>
                  </a:ext>
                </a:extLst>
              </p:cNvPr>
              <p:cNvGrpSpPr>
                <a:grpSpLocks/>
              </p:cNvGrpSpPr>
              <p:nvPr/>
            </p:nvGrpSpPr>
            <p:grpSpPr bwMode="auto">
              <a:xfrm>
                <a:off x="1464216" y="2507397"/>
                <a:ext cx="341085" cy="419100"/>
                <a:chOff x="2949" y="2425"/>
                <a:chExt cx="218" cy="264"/>
              </a:xfrm>
            </p:grpSpPr>
            <p:sp>
              <p:nvSpPr>
                <p:cNvPr id="320" name="Rectangle 45">
                  <a:extLst>
                    <a:ext uri="{FF2B5EF4-FFF2-40B4-BE49-F238E27FC236}">
                      <a16:creationId xmlns:a16="http://schemas.microsoft.com/office/drawing/2014/main" id="{CF557465-1C6C-1245-9762-D6D2D9F891F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1" name="Text Box 46">
                  <a:extLst>
                    <a:ext uri="{FF2B5EF4-FFF2-40B4-BE49-F238E27FC236}">
                      <a16:creationId xmlns:a16="http://schemas.microsoft.com/office/drawing/2014/main" id="{CEEF1658-9381-E84D-81A0-1A501484FB8A}"/>
                    </a:ext>
                  </a:extLst>
                </p:cNvPr>
                <p:cNvSpPr txBox="1">
                  <a:spLocks noChangeArrowheads="1"/>
                </p:cNvSpPr>
                <p:nvPr/>
              </p:nvSpPr>
              <p:spPr bwMode="auto">
                <a:xfrm>
                  <a:off x="2949" y="2425"/>
                  <a:ext cx="218"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c</a:t>
                  </a:r>
                  <a:endParaRPr lang="en-US" sz="2000" kern="0" dirty="0">
                    <a:solidFill>
                      <a:srgbClr val="000000"/>
                    </a:solidFill>
                  </a:endParaRPr>
                </a:p>
              </p:txBody>
            </p:sp>
          </p:grpSp>
        </p:grpSp>
      </p:grpSp>
      <p:grpSp>
        <p:nvGrpSpPr>
          <p:cNvPr id="283" name="Group 282">
            <a:extLst>
              <a:ext uri="{FF2B5EF4-FFF2-40B4-BE49-F238E27FC236}">
                <a16:creationId xmlns:a16="http://schemas.microsoft.com/office/drawing/2014/main" id="{A665C0C8-7FDD-0A42-80A3-CC602804C042}"/>
              </a:ext>
            </a:extLst>
          </p:cNvPr>
          <p:cNvGrpSpPr/>
          <p:nvPr/>
        </p:nvGrpSpPr>
        <p:grpSpPr>
          <a:xfrm>
            <a:off x="4336458" y="3833790"/>
            <a:ext cx="4395351" cy="404576"/>
            <a:chOff x="4333785" y="5772213"/>
            <a:chExt cx="4395351" cy="404576"/>
          </a:xfrm>
        </p:grpSpPr>
        <p:grpSp>
          <p:nvGrpSpPr>
            <p:cNvPr id="284" name="Group 283">
              <a:extLst>
                <a:ext uri="{FF2B5EF4-FFF2-40B4-BE49-F238E27FC236}">
                  <a16:creationId xmlns:a16="http://schemas.microsoft.com/office/drawing/2014/main" id="{4C02DC92-2A83-AC4D-B9F0-2BCDE917BDBC}"/>
                </a:ext>
              </a:extLst>
            </p:cNvPr>
            <p:cNvGrpSpPr/>
            <p:nvPr/>
          </p:nvGrpSpPr>
          <p:grpSpPr>
            <a:xfrm>
              <a:off x="4333785" y="5772213"/>
              <a:ext cx="531821" cy="369069"/>
              <a:chOff x="1348328" y="2475647"/>
              <a:chExt cx="603916" cy="419100"/>
            </a:xfrm>
          </p:grpSpPr>
          <p:grpSp>
            <p:nvGrpSpPr>
              <p:cNvPr id="305" name="Group 304">
                <a:extLst>
                  <a:ext uri="{FF2B5EF4-FFF2-40B4-BE49-F238E27FC236}">
                    <a16:creationId xmlns:a16="http://schemas.microsoft.com/office/drawing/2014/main" id="{F01EB862-010E-A34F-8D39-25BC2BED2A63}"/>
                  </a:ext>
                </a:extLst>
              </p:cNvPr>
              <p:cNvGrpSpPr/>
              <p:nvPr/>
            </p:nvGrpSpPr>
            <p:grpSpPr>
              <a:xfrm>
                <a:off x="1348328" y="2555748"/>
                <a:ext cx="603916" cy="308999"/>
                <a:chOff x="5278570" y="2983486"/>
                <a:chExt cx="501650" cy="233363"/>
              </a:xfrm>
            </p:grpSpPr>
            <p:sp>
              <p:nvSpPr>
                <p:cNvPr id="309" name="Oval 5">
                  <a:extLst>
                    <a:ext uri="{FF2B5EF4-FFF2-40B4-BE49-F238E27FC236}">
                      <a16:creationId xmlns:a16="http://schemas.microsoft.com/office/drawing/2014/main" id="{C2A61603-05BC-1E4D-99AA-0AB1CC49473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0" name="Line 6">
                  <a:extLst>
                    <a:ext uri="{FF2B5EF4-FFF2-40B4-BE49-F238E27FC236}">
                      <a16:creationId xmlns:a16="http://schemas.microsoft.com/office/drawing/2014/main" id="{7043DA0E-702D-CD4E-BA28-9341275851D9}"/>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1" name="Line 7">
                  <a:extLst>
                    <a:ext uri="{FF2B5EF4-FFF2-40B4-BE49-F238E27FC236}">
                      <a16:creationId xmlns:a16="http://schemas.microsoft.com/office/drawing/2014/main" id="{CE93F761-782C-C640-B2B6-8CA7492B28BC}"/>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2" name="Rectangle 8">
                  <a:extLst>
                    <a:ext uri="{FF2B5EF4-FFF2-40B4-BE49-F238E27FC236}">
                      <a16:creationId xmlns:a16="http://schemas.microsoft.com/office/drawing/2014/main" id="{723858D6-68CF-1C4E-A28B-A9FF5D728F2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13" name="Oval 9">
                  <a:extLst>
                    <a:ext uri="{FF2B5EF4-FFF2-40B4-BE49-F238E27FC236}">
                      <a16:creationId xmlns:a16="http://schemas.microsoft.com/office/drawing/2014/main" id="{70A7292E-FC97-924B-9010-8079BEC6219F}"/>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06" name="Group 44">
                <a:extLst>
                  <a:ext uri="{FF2B5EF4-FFF2-40B4-BE49-F238E27FC236}">
                    <a16:creationId xmlns:a16="http://schemas.microsoft.com/office/drawing/2014/main" id="{DA3B2173-D171-E340-B704-06A3FE481C71}"/>
                  </a:ext>
                </a:extLst>
              </p:cNvPr>
              <p:cNvGrpSpPr>
                <a:grpSpLocks/>
              </p:cNvGrpSpPr>
              <p:nvPr/>
            </p:nvGrpSpPr>
            <p:grpSpPr bwMode="auto">
              <a:xfrm>
                <a:off x="1456374" y="2475647"/>
                <a:ext cx="355165" cy="419100"/>
                <a:chOff x="2944" y="2405"/>
                <a:chExt cx="227" cy="264"/>
              </a:xfrm>
            </p:grpSpPr>
            <p:sp>
              <p:nvSpPr>
                <p:cNvPr id="307" name="Rectangle 45">
                  <a:extLst>
                    <a:ext uri="{FF2B5EF4-FFF2-40B4-BE49-F238E27FC236}">
                      <a16:creationId xmlns:a16="http://schemas.microsoft.com/office/drawing/2014/main" id="{A7CA85B6-08AA-4840-AE2B-A3321A49B6FA}"/>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8" name="Text Box 46">
                  <a:extLst>
                    <a:ext uri="{FF2B5EF4-FFF2-40B4-BE49-F238E27FC236}">
                      <a16:creationId xmlns:a16="http://schemas.microsoft.com/office/drawing/2014/main" id="{68812F5E-7A92-7B45-BBDE-2068A3A134D0}"/>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d</a:t>
                  </a:r>
                  <a:endParaRPr lang="en-US" sz="2000" kern="0" dirty="0">
                    <a:solidFill>
                      <a:srgbClr val="000000"/>
                    </a:solidFill>
                  </a:endParaRPr>
                </a:p>
              </p:txBody>
            </p:sp>
          </p:grpSp>
        </p:grpSp>
        <p:grpSp>
          <p:nvGrpSpPr>
            <p:cNvPr id="285" name="Group 284">
              <a:extLst>
                <a:ext uri="{FF2B5EF4-FFF2-40B4-BE49-F238E27FC236}">
                  <a16:creationId xmlns:a16="http://schemas.microsoft.com/office/drawing/2014/main" id="{5E3B07EB-D89E-C542-85F0-D68A3698AEC4}"/>
                </a:ext>
              </a:extLst>
            </p:cNvPr>
            <p:cNvGrpSpPr/>
            <p:nvPr/>
          </p:nvGrpSpPr>
          <p:grpSpPr>
            <a:xfrm>
              <a:off x="6263949" y="5807720"/>
              <a:ext cx="531821" cy="369069"/>
              <a:chOff x="1348328" y="2507397"/>
              <a:chExt cx="603916" cy="419100"/>
            </a:xfrm>
          </p:grpSpPr>
          <p:grpSp>
            <p:nvGrpSpPr>
              <p:cNvPr id="296" name="Group 295">
                <a:extLst>
                  <a:ext uri="{FF2B5EF4-FFF2-40B4-BE49-F238E27FC236}">
                    <a16:creationId xmlns:a16="http://schemas.microsoft.com/office/drawing/2014/main" id="{CE2D511A-9878-0E42-B4E3-97548A8A67A3}"/>
                  </a:ext>
                </a:extLst>
              </p:cNvPr>
              <p:cNvGrpSpPr/>
              <p:nvPr/>
            </p:nvGrpSpPr>
            <p:grpSpPr>
              <a:xfrm>
                <a:off x="1348328" y="2555748"/>
                <a:ext cx="603916" cy="308999"/>
                <a:chOff x="5278570" y="2983486"/>
                <a:chExt cx="501650" cy="233363"/>
              </a:xfrm>
            </p:grpSpPr>
            <p:sp>
              <p:nvSpPr>
                <p:cNvPr id="300" name="Oval 5">
                  <a:extLst>
                    <a:ext uri="{FF2B5EF4-FFF2-40B4-BE49-F238E27FC236}">
                      <a16:creationId xmlns:a16="http://schemas.microsoft.com/office/drawing/2014/main" id="{C66E96DA-F1B1-9A41-8B0D-2F21B3B7ACBA}"/>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1" name="Line 6">
                  <a:extLst>
                    <a:ext uri="{FF2B5EF4-FFF2-40B4-BE49-F238E27FC236}">
                      <a16:creationId xmlns:a16="http://schemas.microsoft.com/office/drawing/2014/main" id="{A2387D1F-7EF0-9443-8128-6FF284EC9AF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2" name="Line 7">
                  <a:extLst>
                    <a:ext uri="{FF2B5EF4-FFF2-40B4-BE49-F238E27FC236}">
                      <a16:creationId xmlns:a16="http://schemas.microsoft.com/office/drawing/2014/main" id="{4B183F70-EB28-A94F-BF31-54B939F6B75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3" name="Rectangle 8">
                  <a:extLst>
                    <a:ext uri="{FF2B5EF4-FFF2-40B4-BE49-F238E27FC236}">
                      <a16:creationId xmlns:a16="http://schemas.microsoft.com/office/drawing/2014/main" id="{84BE29FD-A805-D348-99C3-8D3C650618E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04" name="Oval 9">
                  <a:extLst>
                    <a:ext uri="{FF2B5EF4-FFF2-40B4-BE49-F238E27FC236}">
                      <a16:creationId xmlns:a16="http://schemas.microsoft.com/office/drawing/2014/main" id="{BF5D685A-16D6-5B40-9EEF-970D3CDCE370}"/>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97" name="Group 44">
                <a:extLst>
                  <a:ext uri="{FF2B5EF4-FFF2-40B4-BE49-F238E27FC236}">
                    <a16:creationId xmlns:a16="http://schemas.microsoft.com/office/drawing/2014/main" id="{058B095B-B9C0-F84A-B78C-FE9DCA729C71}"/>
                  </a:ext>
                </a:extLst>
              </p:cNvPr>
              <p:cNvGrpSpPr>
                <a:grpSpLocks/>
              </p:cNvGrpSpPr>
              <p:nvPr/>
            </p:nvGrpSpPr>
            <p:grpSpPr bwMode="auto">
              <a:xfrm>
                <a:off x="1456374" y="2507397"/>
                <a:ext cx="355165" cy="419100"/>
                <a:chOff x="2944" y="2425"/>
                <a:chExt cx="227" cy="264"/>
              </a:xfrm>
            </p:grpSpPr>
            <p:sp>
              <p:nvSpPr>
                <p:cNvPr id="298" name="Rectangle 45">
                  <a:extLst>
                    <a:ext uri="{FF2B5EF4-FFF2-40B4-BE49-F238E27FC236}">
                      <a16:creationId xmlns:a16="http://schemas.microsoft.com/office/drawing/2014/main" id="{7FBA9119-2A14-E84A-A39B-55E9D6AE939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9" name="Text Box 46">
                  <a:extLst>
                    <a:ext uri="{FF2B5EF4-FFF2-40B4-BE49-F238E27FC236}">
                      <a16:creationId xmlns:a16="http://schemas.microsoft.com/office/drawing/2014/main" id="{2944FA12-D5D2-E241-A9FC-D4A85A350D0A}"/>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e</a:t>
                  </a:r>
                  <a:endParaRPr lang="en-US" sz="2000" kern="0" dirty="0">
                    <a:solidFill>
                      <a:srgbClr val="000000"/>
                    </a:solidFill>
                  </a:endParaRPr>
                </a:p>
              </p:txBody>
            </p:sp>
          </p:grpSp>
        </p:grpSp>
        <p:grpSp>
          <p:nvGrpSpPr>
            <p:cNvPr id="286" name="Group 285">
              <a:extLst>
                <a:ext uri="{FF2B5EF4-FFF2-40B4-BE49-F238E27FC236}">
                  <a16:creationId xmlns:a16="http://schemas.microsoft.com/office/drawing/2014/main" id="{B9D4EE61-1CC1-6D4C-822D-300C73469B48}"/>
                </a:ext>
              </a:extLst>
            </p:cNvPr>
            <p:cNvGrpSpPr/>
            <p:nvPr/>
          </p:nvGrpSpPr>
          <p:grpSpPr>
            <a:xfrm>
              <a:off x="8197315" y="5805271"/>
              <a:ext cx="531821" cy="369069"/>
              <a:chOff x="1348328" y="2507397"/>
              <a:chExt cx="603916" cy="419100"/>
            </a:xfrm>
          </p:grpSpPr>
          <p:grpSp>
            <p:nvGrpSpPr>
              <p:cNvPr id="287" name="Group 286">
                <a:extLst>
                  <a:ext uri="{FF2B5EF4-FFF2-40B4-BE49-F238E27FC236}">
                    <a16:creationId xmlns:a16="http://schemas.microsoft.com/office/drawing/2014/main" id="{75D4F492-E56A-6541-9F9D-1D85B09999F3}"/>
                  </a:ext>
                </a:extLst>
              </p:cNvPr>
              <p:cNvGrpSpPr/>
              <p:nvPr/>
            </p:nvGrpSpPr>
            <p:grpSpPr>
              <a:xfrm>
                <a:off x="1348328" y="2555748"/>
                <a:ext cx="603916" cy="308999"/>
                <a:chOff x="5278570" y="2983486"/>
                <a:chExt cx="501650" cy="233363"/>
              </a:xfrm>
            </p:grpSpPr>
            <p:sp>
              <p:nvSpPr>
                <p:cNvPr id="291" name="Oval 5">
                  <a:extLst>
                    <a:ext uri="{FF2B5EF4-FFF2-40B4-BE49-F238E27FC236}">
                      <a16:creationId xmlns:a16="http://schemas.microsoft.com/office/drawing/2014/main" id="{190A087A-A659-3E4D-B4FE-1EA13D56BE4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2" name="Line 6">
                  <a:extLst>
                    <a:ext uri="{FF2B5EF4-FFF2-40B4-BE49-F238E27FC236}">
                      <a16:creationId xmlns:a16="http://schemas.microsoft.com/office/drawing/2014/main" id="{E7E9FE4A-5449-D244-A5A8-DEB5E1D8494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3" name="Line 7">
                  <a:extLst>
                    <a:ext uri="{FF2B5EF4-FFF2-40B4-BE49-F238E27FC236}">
                      <a16:creationId xmlns:a16="http://schemas.microsoft.com/office/drawing/2014/main" id="{8C243F83-93B5-2C49-9D61-2E8E8652A48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4" name="Rectangle 8">
                  <a:extLst>
                    <a:ext uri="{FF2B5EF4-FFF2-40B4-BE49-F238E27FC236}">
                      <a16:creationId xmlns:a16="http://schemas.microsoft.com/office/drawing/2014/main" id="{B0B61A2E-99AA-324F-8224-CB0B3B44042C}"/>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95" name="Oval 9">
                  <a:extLst>
                    <a:ext uri="{FF2B5EF4-FFF2-40B4-BE49-F238E27FC236}">
                      <a16:creationId xmlns:a16="http://schemas.microsoft.com/office/drawing/2014/main" id="{2F485C77-8179-0B4E-B93A-E5C91296B443}"/>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88" name="Group 44">
                <a:extLst>
                  <a:ext uri="{FF2B5EF4-FFF2-40B4-BE49-F238E27FC236}">
                    <a16:creationId xmlns:a16="http://schemas.microsoft.com/office/drawing/2014/main" id="{0826EA6F-730D-8C47-8DDA-2C65DD6716BA}"/>
                  </a:ext>
                </a:extLst>
              </p:cNvPr>
              <p:cNvGrpSpPr>
                <a:grpSpLocks/>
              </p:cNvGrpSpPr>
              <p:nvPr/>
            </p:nvGrpSpPr>
            <p:grpSpPr bwMode="auto">
              <a:xfrm>
                <a:off x="1492372" y="2507397"/>
                <a:ext cx="283194" cy="419100"/>
                <a:chOff x="2967" y="2425"/>
                <a:chExt cx="181" cy="264"/>
              </a:xfrm>
            </p:grpSpPr>
            <p:sp>
              <p:nvSpPr>
                <p:cNvPr id="289" name="Rectangle 45">
                  <a:extLst>
                    <a:ext uri="{FF2B5EF4-FFF2-40B4-BE49-F238E27FC236}">
                      <a16:creationId xmlns:a16="http://schemas.microsoft.com/office/drawing/2014/main" id="{C3E85E15-4F40-FF40-89C4-0E851470FA4F}"/>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0" name="Text Box 46">
                  <a:extLst>
                    <a:ext uri="{FF2B5EF4-FFF2-40B4-BE49-F238E27FC236}">
                      <a16:creationId xmlns:a16="http://schemas.microsoft.com/office/drawing/2014/main" id="{1905E332-CD71-E748-AE06-2A274A0D7B18}"/>
                    </a:ext>
                  </a:extLst>
                </p:cNvPr>
                <p:cNvSpPr txBox="1">
                  <a:spLocks noChangeArrowheads="1"/>
                </p:cNvSpPr>
                <p:nvPr/>
              </p:nvSpPr>
              <p:spPr bwMode="auto">
                <a:xfrm>
                  <a:off x="2967" y="2425"/>
                  <a:ext cx="18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f</a:t>
                  </a:r>
                  <a:endParaRPr lang="en-US" sz="2000" kern="0" dirty="0">
                    <a:solidFill>
                      <a:srgbClr val="000000"/>
                    </a:solidFill>
                  </a:endParaRPr>
                </a:p>
              </p:txBody>
            </p:sp>
          </p:grpSp>
        </p:grpSp>
      </p:grpSp>
      <p:grpSp>
        <p:nvGrpSpPr>
          <p:cNvPr id="4" name="Group 3">
            <a:extLst>
              <a:ext uri="{FF2B5EF4-FFF2-40B4-BE49-F238E27FC236}">
                <a16:creationId xmlns:a16="http://schemas.microsoft.com/office/drawing/2014/main" id="{D3B35DA9-63C6-B944-AEED-1CE8A219D68F}"/>
              </a:ext>
            </a:extLst>
          </p:cNvPr>
          <p:cNvGrpSpPr/>
          <p:nvPr/>
        </p:nvGrpSpPr>
        <p:grpSpPr>
          <a:xfrm>
            <a:off x="8740877" y="219997"/>
            <a:ext cx="2045109" cy="2667397"/>
            <a:chOff x="8740877" y="219997"/>
            <a:chExt cx="2045109" cy="2667397"/>
          </a:xfrm>
        </p:grpSpPr>
        <p:sp>
          <p:nvSpPr>
            <p:cNvPr id="234" name="Freeform 233">
              <a:extLst>
                <a:ext uri="{FF2B5EF4-FFF2-40B4-BE49-F238E27FC236}">
                  <a16:creationId xmlns:a16="http://schemas.microsoft.com/office/drawing/2014/main" id="{CD3625DA-7674-FD43-A116-87C156BB9E53}"/>
                </a:ext>
              </a:extLst>
            </p:cNvPr>
            <p:cNvSpPr/>
            <p:nvPr/>
          </p:nvSpPr>
          <p:spPr>
            <a:xfrm>
              <a:off x="8740877" y="247036"/>
              <a:ext cx="924232" cy="2428567"/>
            </a:xfrm>
            <a:custGeom>
              <a:avLst/>
              <a:gdLst>
                <a:gd name="connsiteX0" fmla="*/ 9833 w 786581"/>
                <a:gd name="connsiteY0" fmla="*/ 501445 h 2458064"/>
                <a:gd name="connsiteX1" fmla="*/ 747252 w 786581"/>
                <a:gd name="connsiteY1" fmla="*/ 0 h 2458064"/>
                <a:gd name="connsiteX2" fmla="*/ 786581 w 786581"/>
                <a:gd name="connsiteY2" fmla="*/ 2458064 h 2458064"/>
                <a:gd name="connsiteX3" fmla="*/ 0 w 786581"/>
                <a:gd name="connsiteY3" fmla="*/ 668593 h 2458064"/>
                <a:gd name="connsiteX4" fmla="*/ 9833 w 786581"/>
                <a:gd name="connsiteY4" fmla="*/ 501445 h 2458064"/>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1 w 1170039"/>
                <a:gd name="connsiteY0" fmla="*/ 1809135 h 2428567"/>
                <a:gd name="connsiteX1" fmla="*/ 1160207 w 1170039"/>
                <a:gd name="connsiteY1" fmla="*/ 0 h 2428567"/>
                <a:gd name="connsiteX2" fmla="*/ 1170039 w 1170039"/>
                <a:gd name="connsiteY2" fmla="*/ 2428567 h 2428567"/>
                <a:gd name="connsiteX3" fmla="*/ 0 w 1170039"/>
                <a:gd name="connsiteY3" fmla="*/ 1946786 h 2428567"/>
                <a:gd name="connsiteX4" fmla="*/ 1 w 1170039"/>
                <a:gd name="connsiteY4" fmla="*/ 1809135 h 2428567"/>
                <a:gd name="connsiteX0" fmla="*/ 1 w 1170039"/>
                <a:gd name="connsiteY0" fmla="*/ 1809135 h 2428567"/>
                <a:gd name="connsiteX1" fmla="*/ 1160207 w 1170039"/>
                <a:gd name="connsiteY1" fmla="*/ 0 h 2428567"/>
                <a:gd name="connsiteX2" fmla="*/ 1170039 w 1170039"/>
                <a:gd name="connsiteY2" fmla="*/ 2428567 h 2428567"/>
                <a:gd name="connsiteX3" fmla="*/ 0 w 1170039"/>
                <a:gd name="connsiteY3" fmla="*/ 1946786 h 2428567"/>
                <a:gd name="connsiteX4" fmla="*/ 1 w 1170039"/>
                <a:gd name="connsiteY4" fmla="*/ 1809135 h 2428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039" h="2428567">
                  <a:moveTo>
                    <a:pt x="1" y="1809135"/>
                  </a:moveTo>
                  <a:cubicBezTo>
                    <a:pt x="353962" y="1681316"/>
                    <a:pt x="875071" y="865238"/>
                    <a:pt x="1160207" y="0"/>
                  </a:cubicBezTo>
                  <a:cubicBezTo>
                    <a:pt x="1163484" y="809522"/>
                    <a:pt x="1166762" y="1619045"/>
                    <a:pt x="1170039" y="2428567"/>
                  </a:cubicBezTo>
                  <a:cubicBezTo>
                    <a:pt x="819356" y="2058219"/>
                    <a:pt x="714478" y="2090992"/>
                    <a:pt x="0" y="1946786"/>
                  </a:cubicBezTo>
                  <a:cubicBezTo>
                    <a:pt x="0" y="1900902"/>
                    <a:pt x="1" y="1855019"/>
                    <a:pt x="1" y="1809135"/>
                  </a:cubicBez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58" name="Group 357">
              <a:extLst>
                <a:ext uri="{FF2B5EF4-FFF2-40B4-BE49-F238E27FC236}">
                  <a16:creationId xmlns:a16="http://schemas.microsoft.com/office/drawing/2014/main" id="{8E84743B-19DB-E241-B0AF-861F515FE360}"/>
                </a:ext>
              </a:extLst>
            </p:cNvPr>
            <p:cNvGrpSpPr/>
            <p:nvPr/>
          </p:nvGrpSpPr>
          <p:grpSpPr>
            <a:xfrm>
              <a:off x="9636528" y="219997"/>
              <a:ext cx="1149458" cy="2667397"/>
              <a:chOff x="9764348" y="1447800"/>
              <a:chExt cx="1149458" cy="2667397"/>
            </a:xfrm>
          </p:grpSpPr>
          <p:sp>
            <p:nvSpPr>
              <p:cNvPr id="359" name="Rectangle 358">
                <a:extLst>
                  <a:ext uri="{FF2B5EF4-FFF2-40B4-BE49-F238E27FC236}">
                    <a16:creationId xmlns:a16="http://schemas.microsoft.com/office/drawing/2014/main" id="{FBF5705D-BC98-2845-B684-C5D5E33CE86A}"/>
                  </a:ext>
                </a:extLst>
              </p:cNvPr>
              <p:cNvSpPr/>
              <p:nvPr/>
            </p:nvSpPr>
            <p:spPr>
              <a:xfrm>
                <a:off x="9783097" y="1447800"/>
                <a:ext cx="1130709" cy="24261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60" name="Group 359">
                <a:extLst>
                  <a:ext uri="{FF2B5EF4-FFF2-40B4-BE49-F238E27FC236}">
                    <a16:creationId xmlns:a16="http://schemas.microsoft.com/office/drawing/2014/main" id="{45185F04-540F-1048-94D0-753D4872458F}"/>
                  </a:ext>
                </a:extLst>
              </p:cNvPr>
              <p:cNvGrpSpPr/>
              <p:nvPr/>
            </p:nvGrpSpPr>
            <p:grpSpPr>
              <a:xfrm>
                <a:off x="9764348" y="1447800"/>
                <a:ext cx="1130291" cy="2667397"/>
                <a:chOff x="9472119" y="702026"/>
                <a:chExt cx="1130291" cy="2667397"/>
              </a:xfrm>
            </p:grpSpPr>
            <p:sp>
              <p:nvSpPr>
                <p:cNvPr id="361" name="Rectangle 360">
                  <a:extLst>
                    <a:ext uri="{FF2B5EF4-FFF2-40B4-BE49-F238E27FC236}">
                      <a16:creationId xmlns:a16="http://schemas.microsoft.com/office/drawing/2014/main" id="{F1B029F2-3CFB-F446-A49B-ABBE33D07546}"/>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62" name="TextBox 361">
                  <a:extLst>
                    <a:ext uri="{FF2B5EF4-FFF2-40B4-BE49-F238E27FC236}">
                      <a16:creationId xmlns:a16="http://schemas.microsoft.com/office/drawing/2014/main" id="{E601508D-C456-214F-B2CC-E58813667624}"/>
                    </a:ext>
                  </a:extLst>
                </p:cNvPr>
                <p:cNvSpPr txBox="1"/>
                <p:nvPr/>
              </p:nvSpPr>
              <p:spPr>
                <a:xfrm>
                  <a:off x="9472119" y="702026"/>
                  <a:ext cx="1088020" cy="2667397"/>
                </a:xfrm>
                <a:prstGeom prst="rect">
                  <a:avLst/>
                </a:prstGeom>
                <a:noFill/>
              </p:spPr>
              <p:txBody>
                <a:bodyPr wrap="square" rtlCol="0">
                  <a:spAutoFit/>
                </a:bodyPr>
                <a:lstStyle/>
                <a:p>
                  <a:pPr algn="ctr">
                    <a:spcAft>
                      <a:spcPts val="400"/>
                    </a:spcAft>
                  </a:pPr>
                  <a:r>
                    <a:rPr lang="en-US" sz="2000" dirty="0">
                      <a:solidFill>
                        <a:prstClr val="white"/>
                      </a:solidFill>
                    </a:rPr>
                    <a:t>DV in c:</a:t>
                  </a: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(a) =</a:t>
                  </a:r>
                  <a:r>
                    <a:rPr lang="en-US" sz="1600" dirty="0">
                      <a:solidFill>
                        <a:prstClr val="black"/>
                      </a:solidFill>
                      <a:cs typeface="Arial" charset="0"/>
                    </a:rPr>
                    <a:t> ∞</a:t>
                  </a: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(b) =</a:t>
                  </a:r>
                  <a:r>
                    <a:rPr lang="en-US" sz="1600" dirty="0">
                      <a:solidFill>
                        <a:prstClr val="black"/>
                      </a:solidFill>
                      <a:cs typeface="Arial" charset="0"/>
                    </a:rPr>
                    <a:t> 1</a:t>
                  </a:r>
                </a:p>
                <a:p>
                  <a:pPr marL="114300" lvl="1"/>
                  <a:r>
                    <a:rPr lang="en-US" sz="1600" dirty="0">
                      <a:solidFill>
                        <a:prstClr val="black"/>
                      </a:solidFill>
                      <a:cs typeface="Arial" charset="0"/>
                    </a:rPr>
                    <a:t>D</a:t>
                  </a:r>
                  <a:r>
                    <a:rPr lang="en-US" sz="1600" baseline="-25000" dirty="0">
                      <a:solidFill>
                        <a:prstClr val="black"/>
                      </a:solidFill>
                      <a:cs typeface="Arial" charset="0"/>
                    </a:rPr>
                    <a:t>c</a:t>
                  </a:r>
                  <a:r>
                    <a:rPr lang="en-US" sz="1600" dirty="0">
                      <a:solidFill>
                        <a:prstClr val="black"/>
                      </a:solidFill>
                      <a:cs typeface="Arial" charset="0"/>
                    </a:rPr>
                    <a:t>(c) = 0</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(d)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(e)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(f)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(g)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(h) =</a:t>
                  </a:r>
                  <a:r>
                    <a:rPr lang="en-US" sz="1600" dirty="0">
                      <a:solidFill>
                        <a:prstClr val="black"/>
                      </a:solidFill>
                      <a:cs typeface="Arial" charset="0"/>
                    </a:rPr>
                    <a:t> ∞</a:t>
                  </a:r>
                  <a:endParaRPr lang="en-US" sz="1600" dirty="0">
                    <a:solidFill>
                      <a:prstClr val="black"/>
                    </a:solidFill>
                  </a:endParaRPr>
                </a:p>
                <a:p>
                  <a:pPr marL="114300"/>
                  <a:r>
                    <a:rPr lang="en-US" sz="1600" dirty="0">
                      <a:solidFill>
                        <a:prstClr val="black"/>
                      </a:solidFill>
                    </a:rPr>
                    <a:t>D</a:t>
                  </a:r>
                  <a:r>
                    <a:rPr lang="en-US" sz="1600" baseline="-25000" dirty="0">
                      <a:solidFill>
                        <a:prstClr val="black"/>
                      </a:solidFill>
                    </a:rPr>
                    <a:t>c</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cxnSp>
              <p:nvCxnSpPr>
                <p:cNvPr id="363" name="Straight Connector 362">
                  <a:extLst>
                    <a:ext uri="{FF2B5EF4-FFF2-40B4-BE49-F238E27FC236}">
                      <a16:creationId xmlns:a16="http://schemas.microsoft.com/office/drawing/2014/main" id="{3FDDC54C-ACD2-B847-8FF7-2C6CBDB5C160}"/>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4" name="Rectangle 363">
                  <a:extLst>
                    <a:ext uri="{FF2B5EF4-FFF2-40B4-BE49-F238E27FC236}">
                      <a16:creationId xmlns:a16="http://schemas.microsoft.com/office/drawing/2014/main" id="{C28D2058-9ADC-2F45-A3D5-6BE95FBA06E4}"/>
                    </a:ext>
                  </a:extLst>
                </p:cNvPr>
                <p:cNvSpPr/>
                <p:nvPr/>
              </p:nvSpPr>
              <p:spPr>
                <a:xfrm>
                  <a:off x="9479666" y="706055"/>
                  <a:ext cx="1122744" cy="262077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grpSp>
      <p:sp>
        <p:nvSpPr>
          <p:cNvPr id="176" name="Right Arrow 175">
            <a:extLst>
              <a:ext uri="{FF2B5EF4-FFF2-40B4-BE49-F238E27FC236}">
                <a16:creationId xmlns:a16="http://schemas.microsoft.com/office/drawing/2014/main" id="{ADFF0534-3A73-9C40-92B4-D9FA82829903}"/>
              </a:ext>
            </a:extLst>
          </p:cNvPr>
          <p:cNvSpPr/>
          <p:nvPr/>
        </p:nvSpPr>
        <p:spPr>
          <a:xfrm>
            <a:off x="6977380" y="1927827"/>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77" name="Freeform 176">
            <a:extLst>
              <a:ext uri="{FF2B5EF4-FFF2-40B4-BE49-F238E27FC236}">
                <a16:creationId xmlns:a16="http://schemas.microsoft.com/office/drawing/2014/main" id="{331A1580-F5D4-CF4F-8042-0A1E5AEF8310}"/>
              </a:ext>
            </a:extLst>
          </p:cNvPr>
          <p:cNvSpPr/>
          <p:nvPr/>
        </p:nvSpPr>
        <p:spPr>
          <a:xfrm>
            <a:off x="3281678" y="1747520"/>
            <a:ext cx="5923281" cy="4988560"/>
          </a:xfrm>
          <a:custGeom>
            <a:avLst/>
            <a:gdLst>
              <a:gd name="connsiteX0" fmla="*/ 528320 w 5049520"/>
              <a:gd name="connsiteY0" fmla="*/ 0 h 3840480"/>
              <a:gd name="connsiteX1" fmla="*/ 2275840 w 5049520"/>
              <a:gd name="connsiteY1" fmla="*/ 0 h 3840480"/>
              <a:gd name="connsiteX2" fmla="*/ 2255520 w 5049520"/>
              <a:gd name="connsiteY2" fmla="*/ 690880 h 3840480"/>
              <a:gd name="connsiteX3" fmla="*/ 5049520 w 5049520"/>
              <a:gd name="connsiteY3" fmla="*/ 680720 h 3840480"/>
              <a:gd name="connsiteX4" fmla="*/ 5049520 w 5049520"/>
              <a:gd name="connsiteY4" fmla="*/ 3820160 h 3840480"/>
              <a:gd name="connsiteX5" fmla="*/ 0 w 5049520"/>
              <a:gd name="connsiteY5" fmla="*/ 3840480 h 3840480"/>
              <a:gd name="connsiteX6" fmla="*/ 294640 w 5049520"/>
              <a:gd name="connsiteY6" fmla="*/ 375920 h 3840480"/>
              <a:gd name="connsiteX7" fmla="*/ 528320 w 5049520"/>
              <a:gd name="connsiteY7" fmla="*/ 0 h 3840480"/>
              <a:gd name="connsiteX0" fmla="*/ 528320 w 5049520"/>
              <a:gd name="connsiteY0" fmla="*/ 0 h 3840480"/>
              <a:gd name="connsiteX1" fmla="*/ 2275840 w 5049520"/>
              <a:gd name="connsiteY1" fmla="*/ 0 h 3840480"/>
              <a:gd name="connsiteX2" fmla="*/ 2275840 w 5049520"/>
              <a:gd name="connsiteY2" fmla="*/ 955040 h 3840480"/>
              <a:gd name="connsiteX3" fmla="*/ 5049520 w 5049520"/>
              <a:gd name="connsiteY3" fmla="*/ 680720 h 3840480"/>
              <a:gd name="connsiteX4" fmla="*/ 5049520 w 5049520"/>
              <a:gd name="connsiteY4" fmla="*/ 3820160 h 3840480"/>
              <a:gd name="connsiteX5" fmla="*/ 0 w 5049520"/>
              <a:gd name="connsiteY5" fmla="*/ 3840480 h 3840480"/>
              <a:gd name="connsiteX6" fmla="*/ 294640 w 5049520"/>
              <a:gd name="connsiteY6" fmla="*/ 375920 h 3840480"/>
              <a:gd name="connsiteX7" fmla="*/ 528320 w 5049520"/>
              <a:gd name="connsiteY7" fmla="*/ 0 h 3840480"/>
              <a:gd name="connsiteX0" fmla="*/ 528320 w 5049520"/>
              <a:gd name="connsiteY0" fmla="*/ 0 h 3840480"/>
              <a:gd name="connsiteX1" fmla="*/ 2275840 w 5049520"/>
              <a:gd name="connsiteY1" fmla="*/ 0 h 3840480"/>
              <a:gd name="connsiteX2" fmla="*/ 2275840 w 5049520"/>
              <a:gd name="connsiteY2" fmla="*/ 955040 h 3840480"/>
              <a:gd name="connsiteX3" fmla="*/ 5019040 w 5049520"/>
              <a:gd name="connsiteY3" fmla="*/ 782320 h 3840480"/>
              <a:gd name="connsiteX4" fmla="*/ 5049520 w 5049520"/>
              <a:gd name="connsiteY4" fmla="*/ 3820160 h 3840480"/>
              <a:gd name="connsiteX5" fmla="*/ 0 w 5049520"/>
              <a:gd name="connsiteY5" fmla="*/ 3840480 h 3840480"/>
              <a:gd name="connsiteX6" fmla="*/ 294640 w 5049520"/>
              <a:gd name="connsiteY6" fmla="*/ 375920 h 3840480"/>
              <a:gd name="connsiteX7" fmla="*/ 528320 w 5049520"/>
              <a:gd name="connsiteY7" fmla="*/ 0 h 3840480"/>
              <a:gd name="connsiteX0" fmla="*/ 528320 w 5049520"/>
              <a:gd name="connsiteY0" fmla="*/ 0 h 3840480"/>
              <a:gd name="connsiteX1" fmla="*/ 2275840 w 5049520"/>
              <a:gd name="connsiteY1" fmla="*/ 0 h 3840480"/>
              <a:gd name="connsiteX2" fmla="*/ 2275840 w 5049520"/>
              <a:gd name="connsiteY2" fmla="*/ 955040 h 3840480"/>
              <a:gd name="connsiteX3" fmla="*/ 5019040 w 5049520"/>
              <a:gd name="connsiteY3" fmla="*/ 782320 h 3840480"/>
              <a:gd name="connsiteX4" fmla="*/ 5049520 w 5049520"/>
              <a:gd name="connsiteY4" fmla="*/ 3820160 h 3840480"/>
              <a:gd name="connsiteX5" fmla="*/ 0 w 5049520"/>
              <a:gd name="connsiteY5" fmla="*/ 3840480 h 3840480"/>
              <a:gd name="connsiteX6" fmla="*/ 256923 w 5049520"/>
              <a:gd name="connsiteY6" fmla="*/ 904240 h 3840480"/>
              <a:gd name="connsiteX7" fmla="*/ 294640 w 5049520"/>
              <a:gd name="connsiteY7" fmla="*/ 375920 h 3840480"/>
              <a:gd name="connsiteX8" fmla="*/ 528320 w 5049520"/>
              <a:gd name="connsiteY8" fmla="*/ 0 h 3840480"/>
              <a:gd name="connsiteX0" fmla="*/ 1170627 w 5691827"/>
              <a:gd name="connsiteY0" fmla="*/ 0 h 3840480"/>
              <a:gd name="connsiteX1" fmla="*/ 2918147 w 5691827"/>
              <a:gd name="connsiteY1" fmla="*/ 0 h 3840480"/>
              <a:gd name="connsiteX2" fmla="*/ 2918147 w 5691827"/>
              <a:gd name="connsiteY2" fmla="*/ 955040 h 3840480"/>
              <a:gd name="connsiteX3" fmla="*/ 5661347 w 5691827"/>
              <a:gd name="connsiteY3" fmla="*/ 782320 h 3840480"/>
              <a:gd name="connsiteX4" fmla="*/ 5691827 w 5691827"/>
              <a:gd name="connsiteY4" fmla="*/ 3820160 h 3840480"/>
              <a:gd name="connsiteX5" fmla="*/ 642307 w 5691827"/>
              <a:gd name="connsiteY5" fmla="*/ 3840480 h 3840480"/>
              <a:gd name="connsiteX6" fmla="*/ 0 w 5691827"/>
              <a:gd name="connsiteY6" fmla="*/ 955040 h 3840480"/>
              <a:gd name="connsiteX7" fmla="*/ 936947 w 5691827"/>
              <a:gd name="connsiteY7" fmla="*/ 375920 h 3840480"/>
              <a:gd name="connsiteX8" fmla="*/ 1170627 w 5691827"/>
              <a:gd name="connsiteY8" fmla="*/ 0 h 3840480"/>
              <a:gd name="connsiteX0" fmla="*/ 1239799 w 5760999"/>
              <a:gd name="connsiteY0" fmla="*/ 0 h 3820160"/>
              <a:gd name="connsiteX1" fmla="*/ 2987319 w 5760999"/>
              <a:gd name="connsiteY1" fmla="*/ 0 h 3820160"/>
              <a:gd name="connsiteX2" fmla="*/ 2987319 w 5760999"/>
              <a:gd name="connsiteY2" fmla="*/ 955040 h 3820160"/>
              <a:gd name="connsiteX3" fmla="*/ 5730519 w 5760999"/>
              <a:gd name="connsiteY3" fmla="*/ 782320 h 3820160"/>
              <a:gd name="connsiteX4" fmla="*/ 5760999 w 5760999"/>
              <a:gd name="connsiteY4" fmla="*/ 3820160 h 3820160"/>
              <a:gd name="connsiteX5" fmla="*/ 0 w 5760999"/>
              <a:gd name="connsiteY5" fmla="*/ 3810000 h 3820160"/>
              <a:gd name="connsiteX6" fmla="*/ 69172 w 5760999"/>
              <a:gd name="connsiteY6" fmla="*/ 955040 h 3820160"/>
              <a:gd name="connsiteX7" fmla="*/ 1006119 w 5760999"/>
              <a:gd name="connsiteY7" fmla="*/ 375920 h 3820160"/>
              <a:gd name="connsiteX8" fmla="*/ 1239799 w 5760999"/>
              <a:gd name="connsiteY8" fmla="*/ 0 h 3820160"/>
              <a:gd name="connsiteX0" fmla="*/ 1239799 w 5760999"/>
              <a:gd name="connsiteY0" fmla="*/ 0 h 3820160"/>
              <a:gd name="connsiteX1" fmla="*/ 2987319 w 5760999"/>
              <a:gd name="connsiteY1" fmla="*/ 0 h 3820160"/>
              <a:gd name="connsiteX2" fmla="*/ 2987319 w 5760999"/>
              <a:gd name="connsiteY2" fmla="*/ 955040 h 3820160"/>
              <a:gd name="connsiteX3" fmla="*/ 5730519 w 5760999"/>
              <a:gd name="connsiteY3" fmla="*/ 782320 h 3820160"/>
              <a:gd name="connsiteX4" fmla="*/ 5760999 w 5760999"/>
              <a:gd name="connsiteY4" fmla="*/ 3820160 h 3820160"/>
              <a:gd name="connsiteX5" fmla="*/ 0 w 5760999"/>
              <a:gd name="connsiteY5" fmla="*/ 3810000 h 3820160"/>
              <a:gd name="connsiteX6" fmla="*/ 69172 w 5760999"/>
              <a:gd name="connsiteY6" fmla="*/ 955040 h 3820160"/>
              <a:gd name="connsiteX7" fmla="*/ 917184 w 5760999"/>
              <a:gd name="connsiteY7" fmla="*/ 904240 h 3820160"/>
              <a:gd name="connsiteX8" fmla="*/ 1239799 w 5760999"/>
              <a:gd name="connsiteY8" fmla="*/ 0 h 3820160"/>
              <a:gd name="connsiteX0" fmla="*/ 1239799 w 5760999"/>
              <a:gd name="connsiteY0" fmla="*/ 386080 h 4206240"/>
              <a:gd name="connsiteX1" fmla="*/ 2987319 w 5760999"/>
              <a:gd name="connsiteY1" fmla="*/ 386080 h 4206240"/>
              <a:gd name="connsiteX2" fmla="*/ 3570336 w 5760999"/>
              <a:gd name="connsiteY2" fmla="*/ 0 h 4206240"/>
              <a:gd name="connsiteX3" fmla="*/ 5730519 w 5760999"/>
              <a:gd name="connsiteY3" fmla="*/ 1168400 h 4206240"/>
              <a:gd name="connsiteX4" fmla="*/ 5760999 w 5760999"/>
              <a:gd name="connsiteY4" fmla="*/ 4206240 h 4206240"/>
              <a:gd name="connsiteX5" fmla="*/ 0 w 5760999"/>
              <a:gd name="connsiteY5" fmla="*/ 4196080 h 4206240"/>
              <a:gd name="connsiteX6" fmla="*/ 69172 w 5760999"/>
              <a:gd name="connsiteY6" fmla="*/ 1341120 h 4206240"/>
              <a:gd name="connsiteX7" fmla="*/ 917184 w 5760999"/>
              <a:gd name="connsiteY7" fmla="*/ 1290320 h 4206240"/>
              <a:gd name="connsiteX8" fmla="*/ 1239799 w 5760999"/>
              <a:gd name="connsiteY8" fmla="*/ 386080 h 4206240"/>
              <a:gd name="connsiteX0" fmla="*/ 1239799 w 5760999"/>
              <a:gd name="connsiteY0" fmla="*/ 599440 h 4419600"/>
              <a:gd name="connsiteX1" fmla="*/ 2829213 w 5760999"/>
              <a:gd name="connsiteY1" fmla="*/ 0 h 4419600"/>
              <a:gd name="connsiteX2" fmla="*/ 3570336 w 5760999"/>
              <a:gd name="connsiteY2" fmla="*/ 213360 h 4419600"/>
              <a:gd name="connsiteX3" fmla="*/ 5730519 w 5760999"/>
              <a:gd name="connsiteY3" fmla="*/ 1381760 h 4419600"/>
              <a:gd name="connsiteX4" fmla="*/ 5760999 w 5760999"/>
              <a:gd name="connsiteY4" fmla="*/ 4419600 h 4419600"/>
              <a:gd name="connsiteX5" fmla="*/ 0 w 5760999"/>
              <a:gd name="connsiteY5" fmla="*/ 4409440 h 4419600"/>
              <a:gd name="connsiteX6" fmla="*/ 69172 w 5760999"/>
              <a:gd name="connsiteY6" fmla="*/ 1554480 h 4419600"/>
              <a:gd name="connsiteX7" fmla="*/ 917184 w 5760999"/>
              <a:gd name="connsiteY7" fmla="*/ 1503680 h 4419600"/>
              <a:gd name="connsiteX8" fmla="*/ 1239799 w 5760999"/>
              <a:gd name="connsiteY8" fmla="*/ 599440 h 4419600"/>
              <a:gd name="connsiteX0" fmla="*/ 2524413 w 5760999"/>
              <a:gd name="connsiteY0" fmla="*/ 0 h 4958080"/>
              <a:gd name="connsiteX1" fmla="*/ 2829213 w 5760999"/>
              <a:gd name="connsiteY1" fmla="*/ 538480 h 4958080"/>
              <a:gd name="connsiteX2" fmla="*/ 3570336 w 5760999"/>
              <a:gd name="connsiteY2" fmla="*/ 751840 h 4958080"/>
              <a:gd name="connsiteX3" fmla="*/ 5730519 w 5760999"/>
              <a:gd name="connsiteY3" fmla="*/ 1920240 h 4958080"/>
              <a:gd name="connsiteX4" fmla="*/ 5760999 w 5760999"/>
              <a:gd name="connsiteY4" fmla="*/ 4958080 h 4958080"/>
              <a:gd name="connsiteX5" fmla="*/ 0 w 5760999"/>
              <a:gd name="connsiteY5" fmla="*/ 4947920 h 4958080"/>
              <a:gd name="connsiteX6" fmla="*/ 69172 w 5760999"/>
              <a:gd name="connsiteY6" fmla="*/ 2092960 h 4958080"/>
              <a:gd name="connsiteX7" fmla="*/ 917184 w 5760999"/>
              <a:gd name="connsiteY7" fmla="*/ 2042160 h 4958080"/>
              <a:gd name="connsiteX8" fmla="*/ 2524413 w 5760999"/>
              <a:gd name="connsiteY8" fmla="*/ 0 h 4958080"/>
              <a:gd name="connsiteX0" fmla="*/ 2524413 w 5760999"/>
              <a:gd name="connsiteY0" fmla="*/ 30480 h 4988560"/>
              <a:gd name="connsiteX1" fmla="*/ 2829213 w 5760999"/>
              <a:gd name="connsiteY1" fmla="*/ 568960 h 4988560"/>
              <a:gd name="connsiteX2" fmla="*/ 3570336 w 5760999"/>
              <a:gd name="connsiteY2" fmla="*/ 782320 h 4988560"/>
              <a:gd name="connsiteX3" fmla="*/ 5730519 w 5760999"/>
              <a:gd name="connsiteY3" fmla="*/ 1950720 h 4988560"/>
              <a:gd name="connsiteX4" fmla="*/ 5760999 w 5760999"/>
              <a:gd name="connsiteY4" fmla="*/ 4988560 h 4988560"/>
              <a:gd name="connsiteX5" fmla="*/ 0 w 5760999"/>
              <a:gd name="connsiteY5" fmla="*/ 4978400 h 4988560"/>
              <a:gd name="connsiteX6" fmla="*/ 69172 w 5760999"/>
              <a:gd name="connsiteY6" fmla="*/ 2123440 h 4988560"/>
              <a:gd name="connsiteX7" fmla="*/ 936947 w 5760999"/>
              <a:gd name="connsiteY7" fmla="*/ 0 h 4988560"/>
              <a:gd name="connsiteX8" fmla="*/ 2524413 w 5760999"/>
              <a:gd name="connsiteY8" fmla="*/ 30480 h 4988560"/>
              <a:gd name="connsiteX0" fmla="*/ 2524413 w 5760999"/>
              <a:gd name="connsiteY0" fmla="*/ 30480 h 4988560"/>
              <a:gd name="connsiteX1" fmla="*/ 2829213 w 5760999"/>
              <a:gd name="connsiteY1" fmla="*/ 568960 h 4988560"/>
              <a:gd name="connsiteX2" fmla="*/ 3570336 w 5760999"/>
              <a:gd name="connsiteY2" fmla="*/ 782320 h 4988560"/>
              <a:gd name="connsiteX3" fmla="*/ 5730519 w 5760999"/>
              <a:gd name="connsiteY3" fmla="*/ 1950720 h 4988560"/>
              <a:gd name="connsiteX4" fmla="*/ 5760999 w 5760999"/>
              <a:gd name="connsiteY4" fmla="*/ 4988560 h 4988560"/>
              <a:gd name="connsiteX5" fmla="*/ 0 w 5760999"/>
              <a:gd name="connsiteY5" fmla="*/ 4978400 h 4988560"/>
              <a:gd name="connsiteX6" fmla="*/ 138344 w 5760999"/>
              <a:gd name="connsiteY6" fmla="*/ 20320 h 4988560"/>
              <a:gd name="connsiteX7" fmla="*/ 936947 w 5760999"/>
              <a:gd name="connsiteY7" fmla="*/ 0 h 4988560"/>
              <a:gd name="connsiteX8" fmla="*/ 2524413 w 5760999"/>
              <a:gd name="connsiteY8" fmla="*/ 30480 h 4988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60999" h="4988560">
                <a:moveTo>
                  <a:pt x="2524413" y="30480"/>
                </a:moveTo>
                <a:lnTo>
                  <a:pt x="2829213" y="568960"/>
                </a:lnTo>
                <a:lnTo>
                  <a:pt x="3570336" y="782320"/>
                </a:lnTo>
                <a:lnTo>
                  <a:pt x="5730519" y="1950720"/>
                </a:lnTo>
                <a:lnTo>
                  <a:pt x="5760999" y="4988560"/>
                </a:lnTo>
                <a:lnTo>
                  <a:pt x="0" y="4978400"/>
                </a:lnTo>
                <a:lnTo>
                  <a:pt x="138344" y="20320"/>
                </a:lnTo>
                <a:lnTo>
                  <a:pt x="936947" y="0"/>
                </a:lnTo>
                <a:lnTo>
                  <a:pt x="2524413" y="3048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82" name="Rectangle 181">
            <a:extLst>
              <a:ext uri="{FF2B5EF4-FFF2-40B4-BE49-F238E27FC236}">
                <a16:creationId xmlns:a16="http://schemas.microsoft.com/office/drawing/2014/main" id="{56DAE9A3-A8D4-1F4F-87B8-95E9E01E9ED6}"/>
              </a:ext>
            </a:extLst>
          </p:cNvPr>
          <p:cNvSpPr/>
          <p:nvPr/>
        </p:nvSpPr>
        <p:spPr>
          <a:xfrm>
            <a:off x="3068320" y="3810000"/>
            <a:ext cx="3535680" cy="2712720"/>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14" name="TextBox 213">
            <a:extLst>
              <a:ext uri="{FF2B5EF4-FFF2-40B4-BE49-F238E27FC236}">
                <a16:creationId xmlns:a16="http://schemas.microsoft.com/office/drawing/2014/main" id="{6435970D-289F-5C44-88EB-0ED68EC089EF}"/>
              </a:ext>
            </a:extLst>
          </p:cNvPr>
          <p:cNvSpPr txBox="1"/>
          <p:nvPr/>
        </p:nvSpPr>
        <p:spPr>
          <a:xfrm>
            <a:off x="3180080" y="3889494"/>
            <a:ext cx="3352800" cy="338554"/>
          </a:xfrm>
          <a:prstGeom prst="rect">
            <a:avLst/>
          </a:prstGeom>
          <a:noFill/>
        </p:spPr>
        <p:txBody>
          <a:bodyPr wrap="square" rtlCol="0">
            <a:spAutoFit/>
          </a:bodyPr>
          <a:lstStyle/>
          <a:p>
            <a:pPr>
              <a:spcBef>
                <a:spcPts val="300"/>
              </a:spcBef>
            </a:pPr>
            <a:r>
              <a:rPr lang="en-US" sz="1600" dirty="0">
                <a:solidFill>
                  <a:prstClr val="black"/>
                </a:solidFill>
              </a:rPr>
              <a:t>D</a:t>
            </a:r>
            <a:r>
              <a:rPr lang="en-US" sz="1600" baseline="-25000" dirty="0">
                <a:solidFill>
                  <a:prstClr val="black"/>
                </a:solidFill>
              </a:rPr>
              <a:t>c</a:t>
            </a:r>
            <a:r>
              <a:rPr lang="en-US" sz="1600" dirty="0">
                <a:solidFill>
                  <a:prstClr val="black"/>
                </a:solidFill>
              </a:rPr>
              <a:t>(a) = min{c</a:t>
            </a:r>
            <a:r>
              <a:rPr lang="en-US" sz="1600" baseline="-25000" dirty="0">
                <a:solidFill>
                  <a:prstClr val="black"/>
                </a:solidFill>
              </a:rPr>
              <a:t>c,b</a:t>
            </a:r>
            <a:r>
              <a:rPr lang="en-US" sz="1600" dirty="0">
                <a:solidFill>
                  <a:prstClr val="black"/>
                </a:solidFill>
              </a:rPr>
              <a:t>+D</a:t>
            </a:r>
            <a:r>
              <a:rPr lang="en-US" sz="1600" baseline="-25000" dirty="0">
                <a:solidFill>
                  <a:prstClr val="black"/>
                </a:solidFill>
              </a:rPr>
              <a:t>b</a:t>
            </a:r>
            <a:r>
              <a:rPr lang="en-US" sz="1600" dirty="0">
                <a:solidFill>
                  <a:prstClr val="black"/>
                </a:solidFill>
              </a:rPr>
              <a:t>(a}} </a:t>
            </a:r>
            <a:r>
              <a:rPr lang="en-US" sz="1600" dirty="0">
                <a:solidFill>
                  <a:prstClr val="black"/>
                </a:solidFill>
                <a:cs typeface="Arial" charset="0"/>
              </a:rPr>
              <a:t>= 1 + 8 = 9 </a:t>
            </a:r>
          </a:p>
        </p:txBody>
      </p:sp>
      <p:sp>
        <p:nvSpPr>
          <p:cNvPr id="220" name="TextBox 219">
            <a:extLst>
              <a:ext uri="{FF2B5EF4-FFF2-40B4-BE49-F238E27FC236}">
                <a16:creationId xmlns:a16="http://schemas.microsoft.com/office/drawing/2014/main" id="{2915EDBD-C6AE-C34B-A2D2-6F98B54A26DF}"/>
              </a:ext>
            </a:extLst>
          </p:cNvPr>
          <p:cNvSpPr txBox="1"/>
          <p:nvPr/>
        </p:nvSpPr>
        <p:spPr>
          <a:xfrm>
            <a:off x="3180080" y="4214614"/>
            <a:ext cx="3352800" cy="338554"/>
          </a:xfrm>
          <a:prstGeom prst="rect">
            <a:avLst/>
          </a:prstGeom>
          <a:noFill/>
        </p:spPr>
        <p:txBody>
          <a:bodyPr wrap="square" rtlCol="0">
            <a:spAutoFit/>
          </a:bodyPr>
          <a:lstStyle/>
          <a:p>
            <a:pPr>
              <a:spcBef>
                <a:spcPts val="300"/>
              </a:spcBef>
            </a:pPr>
            <a:r>
              <a:rPr lang="en-US" sz="1600" dirty="0">
                <a:solidFill>
                  <a:prstClr val="black"/>
                </a:solidFill>
              </a:rPr>
              <a:t>D</a:t>
            </a:r>
            <a:r>
              <a:rPr lang="en-US" sz="1600" baseline="-25000" dirty="0">
                <a:solidFill>
                  <a:prstClr val="black"/>
                </a:solidFill>
              </a:rPr>
              <a:t>c</a:t>
            </a:r>
            <a:r>
              <a:rPr lang="en-US" sz="1600" dirty="0">
                <a:solidFill>
                  <a:prstClr val="black"/>
                </a:solidFill>
              </a:rPr>
              <a:t>(b) = min{c</a:t>
            </a:r>
            <a:r>
              <a:rPr lang="en-US" sz="1600" baseline="-25000" dirty="0">
                <a:solidFill>
                  <a:prstClr val="black"/>
                </a:solidFill>
              </a:rPr>
              <a:t>c,b</a:t>
            </a:r>
            <a:r>
              <a:rPr lang="en-US" sz="1600" dirty="0">
                <a:solidFill>
                  <a:prstClr val="black"/>
                </a:solidFill>
              </a:rPr>
              <a:t>+D</a:t>
            </a:r>
            <a:r>
              <a:rPr lang="en-US" sz="1600" baseline="-25000" dirty="0">
                <a:solidFill>
                  <a:prstClr val="black"/>
                </a:solidFill>
              </a:rPr>
              <a:t>b</a:t>
            </a:r>
            <a:r>
              <a:rPr lang="en-US" sz="1600" dirty="0">
                <a:solidFill>
                  <a:prstClr val="black"/>
                </a:solidFill>
              </a:rPr>
              <a:t>(b)} = 1 + 0 = 1</a:t>
            </a:r>
          </a:p>
        </p:txBody>
      </p:sp>
      <p:sp>
        <p:nvSpPr>
          <p:cNvPr id="227" name="TextBox 226">
            <a:extLst>
              <a:ext uri="{FF2B5EF4-FFF2-40B4-BE49-F238E27FC236}">
                <a16:creationId xmlns:a16="http://schemas.microsoft.com/office/drawing/2014/main" id="{2ACDF90F-67A6-E647-A359-36DFD3E0EAEE}"/>
              </a:ext>
            </a:extLst>
          </p:cNvPr>
          <p:cNvSpPr txBox="1"/>
          <p:nvPr/>
        </p:nvSpPr>
        <p:spPr>
          <a:xfrm>
            <a:off x="3169920" y="4539734"/>
            <a:ext cx="3444240" cy="338554"/>
          </a:xfrm>
          <a:prstGeom prst="rect">
            <a:avLst/>
          </a:prstGeom>
          <a:noFill/>
        </p:spPr>
        <p:txBody>
          <a:bodyPr wrap="square" rtlCol="0">
            <a:spAutoFit/>
          </a:bodyPr>
          <a:lstStyle/>
          <a:p>
            <a:pPr>
              <a:spcBef>
                <a:spcPts val="300"/>
              </a:spcBef>
            </a:pPr>
            <a:r>
              <a:rPr lang="en-US" sz="1600" dirty="0">
                <a:solidFill>
                  <a:prstClr val="black"/>
                </a:solidFill>
              </a:rPr>
              <a:t>D</a:t>
            </a:r>
            <a:r>
              <a:rPr lang="en-US" sz="1600" baseline="-25000" dirty="0">
                <a:solidFill>
                  <a:prstClr val="black"/>
                </a:solidFill>
              </a:rPr>
              <a:t>c</a:t>
            </a:r>
            <a:r>
              <a:rPr lang="en-US" sz="1600" dirty="0">
                <a:solidFill>
                  <a:prstClr val="black"/>
                </a:solidFill>
              </a:rPr>
              <a:t>(d) = min{c</a:t>
            </a:r>
            <a:r>
              <a:rPr lang="en-US" sz="1600" baseline="-25000" dirty="0">
                <a:solidFill>
                  <a:prstClr val="black"/>
                </a:solidFill>
              </a:rPr>
              <a:t>c,b</a:t>
            </a:r>
            <a:r>
              <a:rPr lang="en-US" sz="1600" dirty="0">
                <a:solidFill>
                  <a:prstClr val="black"/>
                </a:solidFill>
              </a:rPr>
              <a:t>+D</a:t>
            </a:r>
            <a:r>
              <a:rPr lang="en-US" sz="1600" baseline="-25000" dirty="0">
                <a:solidFill>
                  <a:prstClr val="black"/>
                </a:solidFill>
              </a:rPr>
              <a:t>b</a:t>
            </a:r>
            <a:r>
              <a:rPr lang="en-US" sz="1600" dirty="0">
                <a:solidFill>
                  <a:prstClr val="black"/>
                </a:solidFill>
              </a:rPr>
              <a:t>(d)} = 1+ </a:t>
            </a:r>
            <a:r>
              <a:rPr lang="en-US" sz="1600" dirty="0">
                <a:solidFill>
                  <a:prstClr val="black"/>
                </a:solidFill>
                <a:cs typeface="Arial" charset="0"/>
              </a:rPr>
              <a:t>∞ = ∞ </a:t>
            </a:r>
            <a:endParaRPr lang="en-US" sz="1600" dirty="0">
              <a:solidFill>
                <a:prstClr val="black"/>
              </a:solidFill>
            </a:endParaRPr>
          </a:p>
        </p:txBody>
      </p:sp>
      <p:sp>
        <p:nvSpPr>
          <p:cNvPr id="228" name="TextBox 227">
            <a:extLst>
              <a:ext uri="{FF2B5EF4-FFF2-40B4-BE49-F238E27FC236}">
                <a16:creationId xmlns:a16="http://schemas.microsoft.com/office/drawing/2014/main" id="{DD24FB0F-A16D-AD44-B13C-8FACD3AE60AA}"/>
              </a:ext>
            </a:extLst>
          </p:cNvPr>
          <p:cNvSpPr txBox="1"/>
          <p:nvPr/>
        </p:nvSpPr>
        <p:spPr>
          <a:xfrm>
            <a:off x="3180080" y="4844534"/>
            <a:ext cx="3271520" cy="338554"/>
          </a:xfrm>
          <a:prstGeom prst="rect">
            <a:avLst/>
          </a:prstGeom>
          <a:noFill/>
        </p:spPr>
        <p:txBody>
          <a:bodyPr wrap="square" rtlCol="0">
            <a:spAutoFit/>
          </a:bodyPr>
          <a:lstStyle/>
          <a:p>
            <a:pPr>
              <a:spcBef>
                <a:spcPts val="300"/>
              </a:spcBef>
            </a:pPr>
            <a:r>
              <a:rPr lang="en-US" sz="1600" dirty="0">
                <a:solidFill>
                  <a:prstClr val="black"/>
                </a:solidFill>
              </a:rPr>
              <a:t>D</a:t>
            </a:r>
            <a:r>
              <a:rPr lang="en-US" sz="1600" baseline="-25000" dirty="0">
                <a:solidFill>
                  <a:prstClr val="black"/>
                </a:solidFill>
              </a:rPr>
              <a:t>c</a:t>
            </a:r>
            <a:r>
              <a:rPr lang="en-US" sz="1600" dirty="0">
                <a:solidFill>
                  <a:prstClr val="black"/>
                </a:solidFill>
              </a:rPr>
              <a:t>(e) = min{c</a:t>
            </a:r>
            <a:r>
              <a:rPr lang="en-US" sz="1600" baseline="-25000" dirty="0">
                <a:solidFill>
                  <a:prstClr val="black"/>
                </a:solidFill>
              </a:rPr>
              <a:t>c,b</a:t>
            </a:r>
            <a:r>
              <a:rPr lang="en-US" sz="1600" dirty="0">
                <a:solidFill>
                  <a:prstClr val="black"/>
                </a:solidFill>
              </a:rPr>
              <a:t>+D</a:t>
            </a:r>
            <a:r>
              <a:rPr lang="en-US" sz="1600" baseline="-25000" dirty="0">
                <a:solidFill>
                  <a:prstClr val="black"/>
                </a:solidFill>
              </a:rPr>
              <a:t>b</a:t>
            </a:r>
            <a:r>
              <a:rPr lang="en-US" sz="1600" dirty="0">
                <a:solidFill>
                  <a:prstClr val="black"/>
                </a:solidFill>
              </a:rPr>
              <a:t>(e)} = 1 + 1 = 2</a:t>
            </a:r>
          </a:p>
        </p:txBody>
      </p:sp>
      <p:sp>
        <p:nvSpPr>
          <p:cNvPr id="229" name="TextBox 228">
            <a:extLst>
              <a:ext uri="{FF2B5EF4-FFF2-40B4-BE49-F238E27FC236}">
                <a16:creationId xmlns:a16="http://schemas.microsoft.com/office/drawing/2014/main" id="{392C7836-E2B2-3344-B33C-D0311C182CE1}"/>
              </a:ext>
            </a:extLst>
          </p:cNvPr>
          <p:cNvSpPr txBox="1"/>
          <p:nvPr/>
        </p:nvSpPr>
        <p:spPr>
          <a:xfrm>
            <a:off x="3169920" y="5169654"/>
            <a:ext cx="3362960" cy="338554"/>
          </a:xfrm>
          <a:prstGeom prst="rect">
            <a:avLst/>
          </a:prstGeom>
          <a:noFill/>
        </p:spPr>
        <p:txBody>
          <a:bodyPr wrap="square" rtlCol="0">
            <a:spAutoFit/>
          </a:bodyPr>
          <a:lstStyle/>
          <a:p>
            <a:pPr>
              <a:spcBef>
                <a:spcPts val="300"/>
              </a:spcBef>
            </a:pPr>
            <a:r>
              <a:rPr lang="en-US" sz="1600" dirty="0">
                <a:solidFill>
                  <a:prstClr val="black"/>
                </a:solidFill>
              </a:rPr>
              <a:t>D</a:t>
            </a:r>
            <a:r>
              <a:rPr lang="en-US" sz="1600" baseline="-25000" dirty="0">
                <a:solidFill>
                  <a:prstClr val="black"/>
                </a:solidFill>
              </a:rPr>
              <a:t>c</a:t>
            </a:r>
            <a:r>
              <a:rPr lang="en-US" sz="1600" dirty="0">
                <a:solidFill>
                  <a:prstClr val="black"/>
                </a:solidFill>
              </a:rPr>
              <a:t>(f) = min{c</a:t>
            </a:r>
            <a:r>
              <a:rPr lang="en-US" sz="1600" baseline="-25000" dirty="0">
                <a:solidFill>
                  <a:prstClr val="black"/>
                </a:solidFill>
              </a:rPr>
              <a:t>c,b</a:t>
            </a:r>
            <a:r>
              <a:rPr lang="en-US" sz="1600" dirty="0">
                <a:solidFill>
                  <a:prstClr val="black"/>
                </a:solidFill>
              </a:rPr>
              <a:t>+D</a:t>
            </a:r>
            <a:r>
              <a:rPr lang="en-US" sz="1600" baseline="-25000" dirty="0">
                <a:solidFill>
                  <a:prstClr val="black"/>
                </a:solidFill>
              </a:rPr>
              <a:t>b</a:t>
            </a:r>
            <a:r>
              <a:rPr lang="en-US" sz="1600" dirty="0">
                <a:solidFill>
                  <a:prstClr val="black"/>
                </a:solidFill>
              </a:rPr>
              <a:t>(f)} = 1+ </a:t>
            </a:r>
            <a:r>
              <a:rPr lang="en-US" sz="1600" dirty="0">
                <a:solidFill>
                  <a:prstClr val="black"/>
                </a:solidFill>
                <a:cs typeface="Arial" charset="0"/>
              </a:rPr>
              <a:t>∞ = ∞ </a:t>
            </a:r>
            <a:endParaRPr lang="en-US" sz="1600" dirty="0">
              <a:solidFill>
                <a:prstClr val="black"/>
              </a:solidFill>
            </a:endParaRPr>
          </a:p>
        </p:txBody>
      </p:sp>
      <p:sp>
        <p:nvSpPr>
          <p:cNvPr id="230" name="TextBox 229">
            <a:extLst>
              <a:ext uri="{FF2B5EF4-FFF2-40B4-BE49-F238E27FC236}">
                <a16:creationId xmlns:a16="http://schemas.microsoft.com/office/drawing/2014/main" id="{A4B5D70E-C9D4-A94D-83A5-723A3BC5D7B2}"/>
              </a:ext>
            </a:extLst>
          </p:cNvPr>
          <p:cNvSpPr txBox="1"/>
          <p:nvPr/>
        </p:nvSpPr>
        <p:spPr>
          <a:xfrm>
            <a:off x="3180080" y="5484614"/>
            <a:ext cx="3220720" cy="338554"/>
          </a:xfrm>
          <a:prstGeom prst="rect">
            <a:avLst/>
          </a:prstGeom>
          <a:noFill/>
        </p:spPr>
        <p:txBody>
          <a:bodyPr wrap="square" rtlCol="0">
            <a:spAutoFit/>
          </a:bodyPr>
          <a:lstStyle/>
          <a:p>
            <a:pPr>
              <a:spcBef>
                <a:spcPts val="300"/>
              </a:spcBef>
            </a:pPr>
            <a:r>
              <a:rPr lang="en-US" sz="1600" dirty="0">
                <a:solidFill>
                  <a:prstClr val="black"/>
                </a:solidFill>
              </a:rPr>
              <a:t>D</a:t>
            </a:r>
            <a:r>
              <a:rPr lang="en-US" sz="1600" baseline="-25000" dirty="0">
                <a:solidFill>
                  <a:prstClr val="black"/>
                </a:solidFill>
              </a:rPr>
              <a:t>c</a:t>
            </a:r>
            <a:r>
              <a:rPr lang="en-US" sz="1600" dirty="0">
                <a:solidFill>
                  <a:prstClr val="black"/>
                </a:solidFill>
              </a:rPr>
              <a:t>(g) = min{c</a:t>
            </a:r>
            <a:r>
              <a:rPr lang="en-US" sz="1600" baseline="-25000" dirty="0">
                <a:solidFill>
                  <a:prstClr val="black"/>
                </a:solidFill>
              </a:rPr>
              <a:t>c,b</a:t>
            </a:r>
            <a:r>
              <a:rPr lang="en-US" sz="1600" dirty="0">
                <a:solidFill>
                  <a:prstClr val="black"/>
                </a:solidFill>
              </a:rPr>
              <a:t>+D</a:t>
            </a:r>
            <a:r>
              <a:rPr lang="en-US" sz="1600" baseline="-25000" dirty="0">
                <a:solidFill>
                  <a:prstClr val="black"/>
                </a:solidFill>
              </a:rPr>
              <a:t>b</a:t>
            </a:r>
            <a:r>
              <a:rPr lang="en-US" sz="1600" dirty="0">
                <a:solidFill>
                  <a:prstClr val="black"/>
                </a:solidFill>
              </a:rPr>
              <a:t>(g)} = 1+ </a:t>
            </a:r>
            <a:r>
              <a:rPr lang="en-US" sz="1600" dirty="0">
                <a:solidFill>
                  <a:prstClr val="black"/>
                </a:solidFill>
                <a:cs typeface="Arial" charset="0"/>
              </a:rPr>
              <a:t>∞ = ∞ </a:t>
            </a:r>
            <a:endParaRPr lang="en-US" sz="1600" dirty="0">
              <a:solidFill>
                <a:prstClr val="black"/>
              </a:solidFill>
            </a:endParaRPr>
          </a:p>
        </p:txBody>
      </p:sp>
      <p:sp>
        <p:nvSpPr>
          <p:cNvPr id="231" name="TextBox 230">
            <a:extLst>
              <a:ext uri="{FF2B5EF4-FFF2-40B4-BE49-F238E27FC236}">
                <a16:creationId xmlns:a16="http://schemas.microsoft.com/office/drawing/2014/main" id="{98C46536-27F6-EA4E-8DAA-99731029B077}"/>
              </a:ext>
            </a:extLst>
          </p:cNvPr>
          <p:cNvSpPr txBox="1"/>
          <p:nvPr/>
        </p:nvSpPr>
        <p:spPr>
          <a:xfrm>
            <a:off x="3180080" y="6112748"/>
            <a:ext cx="3373120" cy="338554"/>
          </a:xfrm>
          <a:prstGeom prst="rect">
            <a:avLst/>
          </a:prstGeom>
          <a:noFill/>
        </p:spPr>
        <p:txBody>
          <a:bodyPr wrap="square" rtlCol="0">
            <a:spAutoFit/>
          </a:bodyPr>
          <a:lstStyle/>
          <a:p>
            <a:pPr>
              <a:spcBef>
                <a:spcPts val="300"/>
              </a:spcBef>
            </a:pPr>
            <a:r>
              <a:rPr lang="en-US" sz="1600" dirty="0">
                <a:solidFill>
                  <a:prstClr val="black"/>
                </a:solidFill>
              </a:rPr>
              <a:t>D</a:t>
            </a:r>
            <a:r>
              <a:rPr lang="en-US" sz="1600" baseline="-25000" dirty="0">
                <a:solidFill>
                  <a:prstClr val="black"/>
                </a:solidFill>
              </a:rPr>
              <a:t>c</a:t>
            </a:r>
            <a:r>
              <a:rPr lang="en-US" sz="1600" dirty="0">
                <a:solidFill>
                  <a:prstClr val="black"/>
                </a:solidFill>
              </a:rPr>
              <a:t>(i) = min{c</a:t>
            </a:r>
            <a:r>
              <a:rPr lang="en-US" sz="1600" baseline="-25000" dirty="0">
                <a:solidFill>
                  <a:prstClr val="black"/>
                </a:solidFill>
              </a:rPr>
              <a:t>c,b</a:t>
            </a:r>
            <a:r>
              <a:rPr lang="en-US" sz="1600" dirty="0">
                <a:solidFill>
                  <a:prstClr val="black"/>
                </a:solidFill>
              </a:rPr>
              <a:t>+D</a:t>
            </a:r>
            <a:r>
              <a:rPr lang="en-US" sz="1600" baseline="-25000" dirty="0">
                <a:solidFill>
                  <a:prstClr val="black"/>
                </a:solidFill>
              </a:rPr>
              <a:t>b</a:t>
            </a:r>
            <a:r>
              <a:rPr lang="en-US" sz="1600" dirty="0">
                <a:solidFill>
                  <a:prstClr val="black"/>
                </a:solidFill>
              </a:rPr>
              <a:t>(i)} = 1+ </a:t>
            </a:r>
            <a:r>
              <a:rPr lang="en-US" sz="1600" dirty="0">
                <a:solidFill>
                  <a:prstClr val="black"/>
                </a:solidFill>
                <a:cs typeface="Arial" charset="0"/>
              </a:rPr>
              <a:t>∞ = ∞ </a:t>
            </a:r>
            <a:endParaRPr lang="en-US" sz="1600" dirty="0">
              <a:solidFill>
                <a:prstClr val="black"/>
              </a:solidFill>
            </a:endParaRPr>
          </a:p>
        </p:txBody>
      </p:sp>
      <p:sp>
        <p:nvSpPr>
          <p:cNvPr id="232" name="TextBox 231">
            <a:extLst>
              <a:ext uri="{FF2B5EF4-FFF2-40B4-BE49-F238E27FC236}">
                <a16:creationId xmlns:a16="http://schemas.microsoft.com/office/drawing/2014/main" id="{5B587E4B-98D8-314C-AD6C-D5C59E491D12}"/>
              </a:ext>
            </a:extLst>
          </p:cNvPr>
          <p:cNvSpPr txBox="1"/>
          <p:nvPr/>
        </p:nvSpPr>
        <p:spPr>
          <a:xfrm>
            <a:off x="3169920" y="5807948"/>
            <a:ext cx="3383280" cy="338554"/>
          </a:xfrm>
          <a:prstGeom prst="rect">
            <a:avLst/>
          </a:prstGeom>
          <a:noFill/>
        </p:spPr>
        <p:txBody>
          <a:bodyPr wrap="square" rtlCol="0">
            <a:spAutoFit/>
          </a:bodyPr>
          <a:lstStyle/>
          <a:p>
            <a:pPr>
              <a:spcBef>
                <a:spcPts val="300"/>
              </a:spcBef>
            </a:pPr>
            <a:r>
              <a:rPr lang="en-US" sz="1600" dirty="0">
                <a:solidFill>
                  <a:prstClr val="black"/>
                </a:solidFill>
              </a:rPr>
              <a:t>D</a:t>
            </a:r>
            <a:r>
              <a:rPr lang="en-US" sz="1600" baseline="-25000" dirty="0">
                <a:solidFill>
                  <a:prstClr val="black"/>
                </a:solidFill>
              </a:rPr>
              <a:t>c</a:t>
            </a:r>
            <a:r>
              <a:rPr lang="en-US" sz="1600" dirty="0">
                <a:solidFill>
                  <a:prstClr val="black"/>
                </a:solidFill>
              </a:rPr>
              <a:t>(h) = min{c</a:t>
            </a:r>
            <a:r>
              <a:rPr lang="en-US" sz="1600" baseline="-25000" dirty="0">
                <a:solidFill>
                  <a:prstClr val="black"/>
                </a:solidFill>
              </a:rPr>
              <a:t>bc,b</a:t>
            </a:r>
            <a:r>
              <a:rPr lang="en-US" sz="1600" dirty="0">
                <a:solidFill>
                  <a:prstClr val="black"/>
                </a:solidFill>
              </a:rPr>
              <a:t>+D</a:t>
            </a:r>
            <a:r>
              <a:rPr lang="en-US" sz="1600" baseline="-25000" dirty="0">
                <a:solidFill>
                  <a:prstClr val="black"/>
                </a:solidFill>
              </a:rPr>
              <a:t>b</a:t>
            </a:r>
            <a:r>
              <a:rPr lang="en-US" sz="1600" dirty="0">
                <a:solidFill>
                  <a:prstClr val="black"/>
                </a:solidFill>
              </a:rPr>
              <a:t>(h)} = 1+ </a:t>
            </a:r>
            <a:r>
              <a:rPr lang="en-US" sz="1600" dirty="0">
                <a:solidFill>
                  <a:prstClr val="black"/>
                </a:solidFill>
                <a:cs typeface="Arial" charset="0"/>
              </a:rPr>
              <a:t>∞ = ∞ </a:t>
            </a:r>
            <a:endParaRPr lang="en-US" sz="1600" dirty="0">
              <a:solidFill>
                <a:prstClr val="black"/>
              </a:solidFill>
            </a:endParaRPr>
          </a:p>
        </p:txBody>
      </p:sp>
      <p:sp>
        <p:nvSpPr>
          <p:cNvPr id="238" name="Down Arrow 237">
            <a:extLst>
              <a:ext uri="{FF2B5EF4-FFF2-40B4-BE49-F238E27FC236}">
                <a16:creationId xmlns:a16="http://schemas.microsoft.com/office/drawing/2014/main" id="{1B75EA05-516F-1A42-869B-A05112D9F54E}"/>
              </a:ext>
            </a:extLst>
          </p:cNvPr>
          <p:cNvSpPr/>
          <p:nvPr/>
        </p:nvSpPr>
        <p:spPr>
          <a:xfrm rot="16200000">
            <a:off x="6704347" y="5410623"/>
            <a:ext cx="339615" cy="560629"/>
          </a:xfrm>
          <a:prstGeom prst="downArrow">
            <a:avLst/>
          </a:prstGeom>
          <a:gradFill>
            <a:gsLst>
              <a:gs pos="0">
                <a:schemeClr val="bg1"/>
              </a:gs>
              <a:gs pos="100000">
                <a:schemeClr val="accent5">
                  <a:lumMod val="40000"/>
                  <a:lumOff val="6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52" name="Group 251">
            <a:extLst>
              <a:ext uri="{FF2B5EF4-FFF2-40B4-BE49-F238E27FC236}">
                <a16:creationId xmlns:a16="http://schemas.microsoft.com/office/drawing/2014/main" id="{7E5DB8CA-DD05-F947-B8C0-C515F9C0A281}"/>
              </a:ext>
            </a:extLst>
          </p:cNvPr>
          <p:cNvGrpSpPr/>
          <p:nvPr/>
        </p:nvGrpSpPr>
        <p:grpSpPr>
          <a:xfrm>
            <a:off x="7147328" y="3969037"/>
            <a:ext cx="1149458" cy="2667397"/>
            <a:chOff x="9764348" y="1447800"/>
            <a:chExt cx="1149458" cy="2667397"/>
          </a:xfrm>
        </p:grpSpPr>
        <p:sp>
          <p:nvSpPr>
            <p:cNvPr id="253" name="Rectangle 252">
              <a:extLst>
                <a:ext uri="{FF2B5EF4-FFF2-40B4-BE49-F238E27FC236}">
                  <a16:creationId xmlns:a16="http://schemas.microsoft.com/office/drawing/2014/main" id="{90DA1C9B-D797-2940-9D9A-52DB91665546}"/>
                </a:ext>
              </a:extLst>
            </p:cNvPr>
            <p:cNvSpPr/>
            <p:nvPr/>
          </p:nvSpPr>
          <p:spPr>
            <a:xfrm>
              <a:off x="9783097" y="1447800"/>
              <a:ext cx="1130709" cy="24261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54" name="Group 253">
              <a:extLst>
                <a:ext uri="{FF2B5EF4-FFF2-40B4-BE49-F238E27FC236}">
                  <a16:creationId xmlns:a16="http://schemas.microsoft.com/office/drawing/2014/main" id="{A438FEFE-9A0E-E14F-A20C-433AD0E31E2A}"/>
                </a:ext>
              </a:extLst>
            </p:cNvPr>
            <p:cNvGrpSpPr/>
            <p:nvPr/>
          </p:nvGrpSpPr>
          <p:grpSpPr>
            <a:xfrm>
              <a:off x="9764348" y="1447800"/>
              <a:ext cx="1130291" cy="2667397"/>
              <a:chOff x="9472119" y="702026"/>
              <a:chExt cx="1130291" cy="2667397"/>
            </a:xfrm>
          </p:grpSpPr>
          <p:sp>
            <p:nvSpPr>
              <p:cNvPr id="255" name="Rectangle 254">
                <a:extLst>
                  <a:ext uri="{FF2B5EF4-FFF2-40B4-BE49-F238E27FC236}">
                    <a16:creationId xmlns:a16="http://schemas.microsoft.com/office/drawing/2014/main" id="{0DDE6AB4-1AAE-4740-BF48-DF453B07DF19}"/>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56" name="TextBox 255">
                <a:extLst>
                  <a:ext uri="{FF2B5EF4-FFF2-40B4-BE49-F238E27FC236}">
                    <a16:creationId xmlns:a16="http://schemas.microsoft.com/office/drawing/2014/main" id="{E5208DC7-BADD-0348-8188-DDEF7D011927}"/>
                  </a:ext>
                </a:extLst>
              </p:cNvPr>
              <p:cNvSpPr txBox="1"/>
              <p:nvPr/>
            </p:nvSpPr>
            <p:spPr>
              <a:xfrm>
                <a:off x="9472119" y="702026"/>
                <a:ext cx="1088020" cy="2667397"/>
              </a:xfrm>
              <a:prstGeom prst="rect">
                <a:avLst/>
              </a:prstGeom>
              <a:noFill/>
            </p:spPr>
            <p:txBody>
              <a:bodyPr wrap="square" rtlCol="0">
                <a:spAutoFit/>
              </a:bodyPr>
              <a:lstStyle/>
              <a:p>
                <a:pPr algn="ctr">
                  <a:spcAft>
                    <a:spcPts val="400"/>
                  </a:spcAft>
                </a:pPr>
                <a:r>
                  <a:rPr lang="en-US" sz="2000" dirty="0">
                    <a:solidFill>
                      <a:prstClr val="white"/>
                    </a:solidFill>
                  </a:rPr>
                  <a:t>DV in c:</a:t>
                </a: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(a) =</a:t>
                </a:r>
                <a:r>
                  <a:rPr lang="en-US" sz="1600" dirty="0">
                    <a:solidFill>
                      <a:prstClr val="black"/>
                    </a:solidFill>
                    <a:cs typeface="Arial" charset="0"/>
                  </a:rPr>
                  <a:t> 9</a:t>
                </a: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(b) =</a:t>
                </a:r>
                <a:r>
                  <a:rPr lang="en-US" sz="1600" dirty="0">
                    <a:solidFill>
                      <a:prstClr val="black"/>
                    </a:solidFill>
                    <a:cs typeface="Arial" charset="0"/>
                  </a:rPr>
                  <a:t> 1</a:t>
                </a:r>
              </a:p>
              <a:p>
                <a:pPr marL="114300" lvl="1"/>
                <a:r>
                  <a:rPr lang="en-US" sz="1600" dirty="0">
                    <a:solidFill>
                      <a:prstClr val="black"/>
                    </a:solidFill>
                    <a:cs typeface="Arial" charset="0"/>
                  </a:rPr>
                  <a:t>D</a:t>
                </a:r>
                <a:r>
                  <a:rPr lang="en-US" sz="1600" baseline="-25000" dirty="0">
                    <a:solidFill>
                      <a:prstClr val="black"/>
                    </a:solidFill>
                    <a:cs typeface="Arial" charset="0"/>
                  </a:rPr>
                  <a:t>c</a:t>
                </a:r>
                <a:r>
                  <a:rPr lang="en-US" sz="1600" dirty="0">
                    <a:solidFill>
                      <a:prstClr val="black"/>
                    </a:solidFill>
                    <a:cs typeface="Arial" charset="0"/>
                  </a:rPr>
                  <a:t>(c) = 0</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(d) =</a:t>
                </a:r>
                <a:r>
                  <a:rPr lang="en-US" sz="1600" dirty="0">
                    <a:solidFill>
                      <a:prstClr val="black"/>
                    </a:solidFill>
                    <a:cs typeface="Arial" charset="0"/>
                  </a:rPr>
                  <a:t> 2</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(e)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(f)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(g)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(h) =</a:t>
                </a:r>
                <a:r>
                  <a:rPr lang="en-US" sz="1600" dirty="0">
                    <a:solidFill>
                      <a:prstClr val="black"/>
                    </a:solidFill>
                    <a:cs typeface="Arial" charset="0"/>
                  </a:rPr>
                  <a:t> ∞</a:t>
                </a:r>
                <a:endParaRPr lang="en-US" sz="1600" dirty="0">
                  <a:solidFill>
                    <a:prstClr val="black"/>
                  </a:solidFill>
                </a:endParaRPr>
              </a:p>
              <a:p>
                <a:pPr marL="114300"/>
                <a:r>
                  <a:rPr lang="en-US" sz="1600" dirty="0">
                    <a:solidFill>
                      <a:prstClr val="black"/>
                    </a:solidFill>
                  </a:rPr>
                  <a:t>D</a:t>
                </a:r>
                <a:r>
                  <a:rPr lang="en-US" sz="1600" baseline="-25000" dirty="0">
                    <a:solidFill>
                      <a:prstClr val="black"/>
                    </a:solidFill>
                  </a:rPr>
                  <a:t>c</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cxnSp>
            <p:nvCxnSpPr>
              <p:cNvPr id="257" name="Straight Connector 256">
                <a:extLst>
                  <a:ext uri="{FF2B5EF4-FFF2-40B4-BE49-F238E27FC236}">
                    <a16:creationId xmlns:a16="http://schemas.microsoft.com/office/drawing/2014/main" id="{27A1646E-2395-DE4C-9EB7-A010C4C5AB76}"/>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58" name="Rectangle 257">
                <a:extLst>
                  <a:ext uri="{FF2B5EF4-FFF2-40B4-BE49-F238E27FC236}">
                    <a16:creationId xmlns:a16="http://schemas.microsoft.com/office/drawing/2014/main" id="{5D06E1AD-42EC-234A-8990-0D862398AAF1}"/>
                  </a:ext>
                </a:extLst>
              </p:cNvPr>
              <p:cNvSpPr/>
              <p:nvPr/>
            </p:nvSpPr>
            <p:spPr>
              <a:xfrm>
                <a:off x="9479666" y="706055"/>
                <a:ext cx="1122744" cy="262077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sp>
        <p:nvSpPr>
          <p:cNvPr id="3" name="Freeform 2">
            <a:extLst>
              <a:ext uri="{FF2B5EF4-FFF2-40B4-BE49-F238E27FC236}">
                <a16:creationId xmlns:a16="http://schemas.microsoft.com/office/drawing/2014/main" id="{49C604FF-993B-294E-A4FB-B0CD03969C40}"/>
              </a:ext>
            </a:extLst>
          </p:cNvPr>
          <p:cNvSpPr/>
          <p:nvPr/>
        </p:nvSpPr>
        <p:spPr>
          <a:xfrm>
            <a:off x="3068320" y="2194560"/>
            <a:ext cx="5598160" cy="1625600"/>
          </a:xfrm>
          <a:custGeom>
            <a:avLst/>
            <a:gdLst>
              <a:gd name="connsiteX0" fmla="*/ 5120640 w 5628640"/>
              <a:gd name="connsiteY0" fmla="*/ 0 h 1615440"/>
              <a:gd name="connsiteX1" fmla="*/ 0 w 5628640"/>
              <a:gd name="connsiteY1" fmla="*/ 1615440 h 1615440"/>
              <a:gd name="connsiteX2" fmla="*/ 3515360 w 5628640"/>
              <a:gd name="connsiteY2" fmla="*/ 1615440 h 1615440"/>
              <a:gd name="connsiteX3" fmla="*/ 5628640 w 5628640"/>
              <a:gd name="connsiteY3" fmla="*/ 10160 h 1615440"/>
              <a:gd name="connsiteX4" fmla="*/ 5120640 w 5628640"/>
              <a:gd name="connsiteY4" fmla="*/ 0 h 1615440"/>
              <a:gd name="connsiteX0" fmla="*/ 5120640 w 5628640"/>
              <a:gd name="connsiteY0" fmla="*/ 0 h 1615440"/>
              <a:gd name="connsiteX1" fmla="*/ 0 w 5628640"/>
              <a:gd name="connsiteY1" fmla="*/ 1615440 h 1615440"/>
              <a:gd name="connsiteX2" fmla="*/ 3515360 w 5628640"/>
              <a:gd name="connsiteY2" fmla="*/ 1615440 h 1615440"/>
              <a:gd name="connsiteX3" fmla="*/ 5628640 w 5628640"/>
              <a:gd name="connsiteY3" fmla="*/ 10160 h 1615440"/>
              <a:gd name="connsiteX4" fmla="*/ 5120640 w 5628640"/>
              <a:gd name="connsiteY4" fmla="*/ 0 h 1615440"/>
              <a:gd name="connsiteX0" fmla="*/ 5120640 w 5628640"/>
              <a:gd name="connsiteY0" fmla="*/ 0 h 1625600"/>
              <a:gd name="connsiteX1" fmla="*/ 0 w 5628640"/>
              <a:gd name="connsiteY1" fmla="*/ 1615440 h 1625600"/>
              <a:gd name="connsiteX2" fmla="*/ 3535680 w 5628640"/>
              <a:gd name="connsiteY2" fmla="*/ 1625600 h 1625600"/>
              <a:gd name="connsiteX3" fmla="*/ 5628640 w 5628640"/>
              <a:gd name="connsiteY3" fmla="*/ 10160 h 1625600"/>
              <a:gd name="connsiteX4" fmla="*/ 5120640 w 5628640"/>
              <a:gd name="connsiteY4" fmla="*/ 0 h 1625600"/>
              <a:gd name="connsiteX0" fmla="*/ 5120640 w 5628640"/>
              <a:gd name="connsiteY0" fmla="*/ 0 h 1625600"/>
              <a:gd name="connsiteX1" fmla="*/ 0 w 5628640"/>
              <a:gd name="connsiteY1" fmla="*/ 1615440 h 1625600"/>
              <a:gd name="connsiteX2" fmla="*/ 3535680 w 5628640"/>
              <a:gd name="connsiteY2" fmla="*/ 1625600 h 1625600"/>
              <a:gd name="connsiteX3" fmla="*/ 5628640 w 5628640"/>
              <a:gd name="connsiteY3" fmla="*/ 10160 h 1625600"/>
              <a:gd name="connsiteX4" fmla="*/ 5120640 w 5628640"/>
              <a:gd name="connsiteY4" fmla="*/ 0 h 1625600"/>
              <a:gd name="connsiteX0" fmla="*/ 5120640 w 5628640"/>
              <a:gd name="connsiteY0" fmla="*/ 0 h 1625600"/>
              <a:gd name="connsiteX1" fmla="*/ 0 w 5628640"/>
              <a:gd name="connsiteY1" fmla="*/ 1615440 h 1625600"/>
              <a:gd name="connsiteX2" fmla="*/ 3535680 w 5628640"/>
              <a:gd name="connsiteY2" fmla="*/ 1625600 h 1625600"/>
              <a:gd name="connsiteX3" fmla="*/ 5628640 w 5628640"/>
              <a:gd name="connsiteY3" fmla="*/ 10160 h 1625600"/>
              <a:gd name="connsiteX4" fmla="*/ 5120640 w 5628640"/>
              <a:gd name="connsiteY4" fmla="*/ 0 h 1625600"/>
              <a:gd name="connsiteX0" fmla="*/ 5120640 w 5628640"/>
              <a:gd name="connsiteY0" fmla="*/ 0 h 1625600"/>
              <a:gd name="connsiteX1" fmla="*/ 0 w 5628640"/>
              <a:gd name="connsiteY1" fmla="*/ 1615440 h 1625600"/>
              <a:gd name="connsiteX2" fmla="*/ 3535680 w 5628640"/>
              <a:gd name="connsiteY2" fmla="*/ 1625600 h 1625600"/>
              <a:gd name="connsiteX3" fmla="*/ 5628640 w 5628640"/>
              <a:gd name="connsiteY3" fmla="*/ 10160 h 1625600"/>
              <a:gd name="connsiteX4" fmla="*/ 5120640 w 5628640"/>
              <a:gd name="connsiteY4" fmla="*/ 0 h 1625600"/>
              <a:gd name="connsiteX0" fmla="*/ 5120640 w 5628640"/>
              <a:gd name="connsiteY0" fmla="*/ 0 h 1625600"/>
              <a:gd name="connsiteX1" fmla="*/ 0 w 5628640"/>
              <a:gd name="connsiteY1" fmla="*/ 1615440 h 1625600"/>
              <a:gd name="connsiteX2" fmla="*/ 3535680 w 5628640"/>
              <a:gd name="connsiteY2" fmla="*/ 1625600 h 1625600"/>
              <a:gd name="connsiteX3" fmla="*/ 5628640 w 5628640"/>
              <a:gd name="connsiteY3" fmla="*/ 10160 h 1625600"/>
              <a:gd name="connsiteX4" fmla="*/ 5120640 w 5628640"/>
              <a:gd name="connsiteY4" fmla="*/ 0 h 1625600"/>
              <a:gd name="connsiteX0" fmla="*/ 5120640 w 5628640"/>
              <a:gd name="connsiteY0" fmla="*/ 0 h 1625600"/>
              <a:gd name="connsiteX1" fmla="*/ 0 w 5628640"/>
              <a:gd name="connsiteY1" fmla="*/ 1615440 h 1625600"/>
              <a:gd name="connsiteX2" fmla="*/ 3535680 w 5628640"/>
              <a:gd name="connsiteY2" fmla="*/ 1625600 h 1625600"/>
              <a:gd name="connsiteX3" fmla="*/ 5628640 w 5628640"/>
              <a:gd name="connsiteY3" fmla="*/ 10160 h 1625600"/>
              <a:gd name="connsiteX4" fmla="*/ 5120640 w 5628640"/>
              <a:gd name="connsiteY4" fmla="*/ 0 h 1625600"/>
              <a:gd name="connsiteX0" fmla="*/ 5120640 w 5628640"/>
              <a:gd name="connsiteY0" fmla="*/ 0 h 1625600"/>
              <a:gd name="connsiteX1" fmla="*/ 0 w 5628640"/>
              <a:gd name="connsiteY1" fmla="*/ 1615440 h 1625600"/>
              <a:gd name="connsiteX2" fmla="*/ 3535680 w 5628640"/>
              <a:gd name="connsiteY2" fmla="*/ 1625600 h 1625600"/>
              <a:gd name="connsiteX3" fmla="*/ 5628640 w 5628640"/>
              <a:gd name="connsiteY3" fmla="*/ 10160 h 1625600"/>
              <a:gd name="connsiteX4" fmla="*/ 5120640 w 5628640"/>
              <a:gd name="connsiteY4" fmla="*/ 0 h 1625600"/>
              <a:gd name="connsiteX0" fmla="*/ 5120640 w 5598160"/>
              <a:gd name="connsiteY0" fmla="*/ 0 h 1625600"/>
              <a:gd name="connsiteX1" fmla="*/ 0 w 5598160"/>
              <a:gd name="connsiteY1" fmla="*/ 1615440 h 1625600"/>
              <a:gd name="connsiteX2" fmla="*/ 3535680 w 5598160"/>
              <a:gd name="connsiteY2" fmla="*/ 1625600 h 1625600"/>
              <a:gd name="connsiteX3" fmla="*/ 5598160 w 5598160"/>
              <a:gd name="connsiteY3" fmla="*/ 50800 h 1625600"/>
              <a:gd name="connsiteX4" fmla="*/ 5120640 w 5598160"/>
              <a:gd name="connsiteY4" fmla="*/ 0 h 1625600"/>
              <a:gd name="connsiteX0" fmla="*/ 5120640 w 5598160"/>
              <a:gd name="connsiteY0" fmla="*/ 0 h 1625600"/>
              <a:gd name="connsiteX1" fmla="*/ 0 w 5598160"/>
              <a:gd name="connsiteY1" fmla="*/ 1615440 h 1625600"/>
              <a:gd name="connsiteX2" fmla="*/ 3535680 w 5598160"/>
              <a:gd name="connsiteY2" fmla="*/ 1625600 h 1625600"/>
              <a:gd name="connsiteX3" fmla="*/ 5598160 w 5598160"/>
              <a:gd name="connsiteY3" fmla="*/ 50800 h 1625600"/>
              <a:gd name="connsiteX4" fmla="*/ 5120640 w 5598160"/>
              <a:gd name="connsiteY4" fmla="*/ 0 h 1625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98160" h="1625600">
                <a:moveTo>
                  <a:pt x="5120640" y="0"/>
                </a:moveTo>
                <a:cubicBezTo>
                  <a:pt x="3495040" y="812800"/>
                  <a:pt x="2540000" y="1127760"/>
                  <a:pt x="0" y="1615440"/>
                </a:cubicBezTo>
                <a:lnTo>
                  <a:pt x="3535680" y="1625600"/>
                </a:lnTo>
                <a:cubicBezTo>
                  <a:pt x="4087707" y="988907"/>
                  <a:pt x="4243493" y="890693"/>
                  <a:pt x="5598160" y="50800"/>
                </a:cubicBezTo>
                <a:cubicBezTo>
                  <a:pt x="5317067" y="98213"/>
                  <a:pt x="5259493" y="115147"/>
                  <a:pt x="5120640" y="0"/>
                </a:cubicBezTo>
                <a:close/>
              </a:path>
            </a:pathLst>
          </a:custGeom>
          <a:gradFill>
            <a:gsLst>
              <a:gs pos="0">
                <a:schemeClr val="bg1">
                  <a:lumMod val="100000"/>
                </a:schemeClr>
              </a:gs>
              <a:gs pos="100000">
                <a:schemeClr val="accent5">
                  <a:lumMod val="20000"/>
                  <a:lumOff val="8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33" name="Group 232">
            <a:extLst>
              <a:ext uri="{FF2B5EF4-FFF2-40B4-BE49-F238E27FC236}">
                <a16:creationId xmlns:a16="http://schemas.microsoft.com/office/drawing/2014/main" id="{A044BE68-E074-7343-AA40-5C62E04FEF33}"/>
              </a:ext>
            </a:extLst>
          </p:cNvPr>
          <p:cNvGrpSpPr/>
          <p:nvPr/>
        </p:nvGrpSpPr>
        <p:grpSpPr>
          <a:xfrm>
            <a:off x="7868428" y="1698029"/>
            <a:ext cx="1196054" cy="1022555"/>
            <a:chOff x="9655277" y="2349909"/>
            <a:chExt cx="1196054" cy="1022555"/>
          </a:xfrm>
        </p:grpSpPr>
        <p:sp>
          <p:nvSpPr>
            <p:cNvPr id="235" name="Freeform 234">
              <a:extLst>
                <a:ext uri="{FF2B5EF4-FFF2-40B4-BE49-F238E27FC236}">
                  <a16:creationId xmlns:a16="http://schemas.microsoft.com/office/drawing/2014/main" id="{C432037B-C0B1-0946-9310-8F414043AC97}"/>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36" name="TextBox 235">
              <a:extLst>
                <a:ext uri="{FF2B5EF4-FFF2-40B4-BE49-F238E27FC236}">
                  <a16:creationId xmlns:a16="http://schemas.microsoft.com/office/drawing/2014/main" id="{282C0F4B-EE5D-3F44-A552-A4006C30F736}"/>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sp>
        <p:nvSpPr>
          <p:cNvPr id="178" name="TextBox 1">
            <a:extLst>
              <a:ext uri="{FF2B5EF4-FFF2-40B4-BE49-F238E27FC236}">
                <a16:creationId xmlns:a16="http://schemas.microsoft.com/office/drawing/2014/main" id="{864085B5-CC56-654B-9AEA-E4EFBB597B8E}"/>
              </a:ext>
            </a:extLst>
          </p:cNvPr>
          <p:cNvSpPr txBox="1">
            <a:spLocks noChangeArrowheads="1"/>
          </p:cNvSpPr>
          <p:nvPr/>
        </p:nvSpPr>
        <p:spPr bwMode="auto">
          <a:xfrm>
            <a:off x="8542751" y="5433536"/>
            <a:ext cx="3544284"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dirty="0">
                <a:solidFill>
                  <a:prstClr val="black"/>
                </a:solidFill>
              </a:rPr>
              <a:t>* Check out the online interactive exercises for more examples: h</a:t>
            </a:r>
            <a:r>
              <a:rPr lang="en-US" sz="1200" dirty="0">
                <a:solidFill>
                  <a:prstClr val="black"/>
                </a:solidFill>
              </a:rPr>
              <a:t>ttp://gaia.cs.umass.edu/kurose_ross/interactive/</a:t>
            </a:r>
          </a:p>
        </p:txBody>
      </p:sp>
    </p:spTree>
    <p:extLst>
      <p:ext uri="{BB962C8B-B14F-4D97-AF65-F5344CB8AC3E}">
        <p14:creationId xmlns:p14="http://schemas.microsoft.com/office/powerpoint/2010/main" val="28123410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177"/>
                                        </p:tgtEl>
                                        <p:attrNameLst>
                                          <p:attrName>style.visibility</p:attrName>
                                        </p:attrNameLst>
                                      </p:cBhvr>
                                      <p:to>
                                        <p:strVal val="visible"/>
                                      </p:to>
                                    </p:set>
                                    <p:animEffect transition="in" filter="dissolve">
                                      <p:cBhvr>
                                        <p:cTn id="7" dur="1000"/>
                                        <p:tgtEl>
                                          <p:spTgt spid="17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wipe(up)">
                                      <p:cBhvr>
                                        <p:cTn id="12" dur="500"/>
                                        <p:tgtEl>
                                          <p:spTgt spid="3"/>
                                        </p:tgtEl>
                                      </p:cBhvr>
                                    </p:animEffect>
                                  </p:childTnLst>
                                </p:cTn>
                              </p:par>
                            </p:childTnLst>
                          </p:cTn>
                        </p:par>
                        <p:par>
                          <p:cTn id="13" fill="hold">
                            <p:stCondLst>
                              <p:cond delay="500"/>
                            </p:stCondLst>
                            <p:childTnLst>
                              <p:par>
                                <p:cTn id="14" presetID="22" presetClass="entr" presetSubtype="1" fill="hold" grpId="0" nodeType="afterEffect">
                                  <p:stCondLst>
                                    <p:cond delay="0"/>
                                  </p:stCondLst>
                                  <p:childTnLst>
                                    <p:set>
                                      <p:cBhvr>
                                        <p:cTn id="15" dur="1" fill="hold">
                                          <p:stCondLst>
                                            <p:cond delay="0"/>
                                          </p:stCondLst>
                                        </p:cTn>
                                        <p:tgtEl>
                                          <p:spTgt spid="182"/>
                                        </p:tgtEl>
                                        <p:attrNameLst>
                                          <p:attrName>style.visibility</p:attrName>
                                        </p:attrNameLst>
                                      </p:cBhvr>
                                      <p:to>
                                        <p:strVal val="visible"/>
                                      </p:to>
                                    </p:set>
                                    <p:animEffect transition="in" filter="wipe(up)">
                                      <p:cBhvr>
                                        <p:cTn id="16" dur="500"/>
                                        <p:tgtEl>
                                          <p:spTgt spid="182"/>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214"/>
                                        </p:tgtEl>
                                        <p:attrNameLst>
                                          <p:attrName>style.visibility</p:attrName>
                                        </p:attrNameLst>
                                      </p:cBhvr>
                                      <p:to>
                                        <p:strVal val="visible"/>
                                      </p:to>
                                    </p:set>
                                    <p:animEffect transition="in" filter="dissolve">
                                      <p:cBhvr>
                                        <p:cTn id="21" dur="500"/>
                                        <p:tgtEl>
                                          <p:spTgt spid="21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220"/>
                                        </p:tgtEl>
                                        <p:attrNameLst>
                                          <p:attrName>style.visibility</p:attrName>
                                        </p:attrNameLst>
                                      </p:cBhvr>
                                      <p:to>
                                        <p:strVal val="visible"/>
                                      </p:to>
                                    </p:set>
                                    <p:animEffect transition="in" filter="dissolve">
                                      <p:cBhvr>
                                        <p:cTn id="26" dur="500"/>
                                        <p:tgtEl>
                                          <p:spTgt spid="220"/>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227"/>
                                        </p:tgtEl>
                                        <p:attrNameLst>
                                          <p:attrName>style.visibility</p:attrName>
                                        </p:attrNameLst>
                                      </p:cBhvr>
                                      <p:to>
                                        <p:strVal val="visible"/>
                                      </p:to>
                                    </p:set>
                                    <p:animEffect transition="in" filter="dissolve">
                                      <p:cBhvr>
                                        <p:cTn id="31" dur="500"/>
                                        <p:tgtEl>
                                          <p:spTgt spid="227"/>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228"/>
                                        </p:tgtEl>
                                        <p:attrNameLst>
                                          <p:attrName>style.visibility</p:attrName>
                                        </p:attrNameLst>
                                      </p:cBhvr>
                                      <p:to>
                                        <p:strVal val="visible"/>
                                      </p:to>
                                    </p:set>
                                    <p:animEffect transition="in" filter="dissolve">
                                      <p:cBhvr>
                                        <p:cTn id="36" dur="500"/>
                                        <p:tgtEl>
                                          <p:spTgt spid="228"/>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grpId="0" nodeType="clickEffect">
                                  <p:stCondLst>
                                    <p:cond delay="0"/>
                                  </p:stCondLst>
                                  <p:childTnLst>
                                    <p:set>
                                      <p:cBhvr>
                                        <p:cTn id="40" dur="1" fill="hold">
                                          <p:stCondLst>
                                            <p:cond delay="0"/>
                                          </p:stCondLst>
                                        </p:cTn>
                                        <p:tgtEl>
                                          <p:spTgt spid="229"/>
                                        </p:tgtEl>
                                        <p:attrNameLst>
                                          <p:attrName>style.visibility</p:attrName>
                                        </p:attrNameLst>
                                      </p:cBhvr>
                                      <p:to>
                                        <p:strVal val="visible"/>
                                      </p:to>
                                    </p:set>
                                    <p:animEffect transition="in" filter="dissolve">
                                      <p:cBhvr>
                                        <p:cTn id="41" dur="500"/>
                                        <p:tgtEl>
                                          <p:spTgt spid="229"/>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grpId="0" nodeType="clickEffect">
                                  <p:stCondLst>
                                    <p:cond delay="0"/>
                                  </p:stCondLst>
                                  <p:childTnLst>
                                    <p:set>
                                      <p:cBhvr>
                                        <p:cTn id="45" dur="1" fill="hold">
                                          <p:stCondLst>
                                            <p:cond delay="0"/>
                                          </p:stCondLst>
                                        </p:cTn>
                                        <p:tgtEl>
                                          <p:spTgt spid="230"/>
                                        </p:tgtEl>
                                        <p:attrNameLst>
                                          <p:attrName>style.visibility</p:attrName>
                                        </p:attrNameLst>
                                      </p:cBhvr>
                                      <p:to>
                                        <p:strVal val="visible"/>
                                      </p:to>
                                    </p:set>
                                    <p:animEffect transition="in" filter="dissolve">
                                      <p:cBhvr>
                                        <p:cTn id="46" dur="500"/>
                                        <p:tgtEl>
                                          <p:spTgt spid="230"/>
                                        </p:tgtEl>
                                      </p:cBhvr>
                                    </p:animEffect>
                                  </p:childTnLst>
                                </p:cTn>
                              </p:par>
                            </p:childTnLst>
                          </p:cTn>
                        </p:par>
                      </p:childTnLst>
                    </p:cTn>
                  </p:par>
                  <p:par>
                    <p:cTn id="47" fill="hold">
                      <p:stCondLst>
                        <p:cond delay="indefinite"/>
                      </p:stCondLst>
                      <p:childTnLst>
                        <p:par>
                          <p:cTn id="48" fill="hold">
                            <p:stCondLst>
                              <p:cond delay="0"/>
                            </p:stCondLst>
                            <p:childTnLst>
                              <p:par>
                                <p:cTn id="49" presetID="9" presetClass="entr" presetSubtype="0" fill="hold" grpId="0" nodeType="clickEffect">
                                  <p:stCondLst>
                                    <p:cond delay="0"/>
                                  </p:stCondLst>
                                  <p:childTnLst>
                                    <p:set>
                                      <p:cBhvr>
                                        <p:cTn id="50" dur="1" fill="hold">
                                          <p:stCondLst>
                                            <p:cond delay="0"/>
                                          </p:stCondLst>
                                        </p:cTn>
                                        <p:tgtEl>
                                          <p:spTgt spid="232"/>
                                        </p:tgtEl>
                                        <p:attrNameLst>
                                          <p:attrName>style.visibility</p:attrName>
                                        </p:attrNameLst>
                                      </p:cBhvr>
                                      <p:to>
                                        <p:strVal val="visible"/>
                                      </p:to>
                                    </p:set>
                                    <p:animEffect transition="in" filter="dissolve">
                                      <p:cBhvr>
                                        <p:cTn id="51" dur="500"/>
                                        <p:tgtEl>
                                          <p:spTgt spid="232"/>
                                        </p:tgtEl>
                                      </p:cBhvr>
                                    </p:animEffect>
                                  </p:childTnLst>
                                </p:cTn>
                              </p:par>
                            </p:childTnLst>
                          </p:cTn>
                        </p:par>
                      </p:childTnLst>
                    </p:cTn>
                  </p:par>
                  <p:par>
                    <p:cTn id="52" fill="hold">
                      <p:stCondLst>
                        <p:cond delay="indefinite"/>
                      </p:stCondLst>
                      <p:childTnLst>
                        <p:par>
                          <p:cTn id="53" fill="hold">
                            <p:stCondLst>
                              <p:cond delay="0"/>
                            </p:stCondLst>
                            <p:childTnLst>
                              <p:par>
                                <p:cTn id="54" presetID="9" presetClass="entr" presetSubtype="0" fill="hold" grpId="0" nodeType="clickEffect">
                                  <p:stCondLst>
                                    <p:cond delay="0"/>
                                  </p:stCondLst>
                                  <p:childTnLst>
                                    <p:set>
                                      <p:cBhvr>
                                        <p:cTn id="55" dur="1" fill="hold">
                                          <p:stCondLst>
                                            <p:cond delay="0"/>
                                          </p:stCondLst>
                                        </p:cTn>
                                        <p:tgtEl>
                                          <p:spTgt spid="231"/>
                                        </p:tgtEl>
                                        <p:attrNameLst>
                                          <p:attrName>style.visibility</p:attrName>
                                        </p:attrNameLst>
                                      </p:cBhvr>
                                      <p:to>
                                        <p:strVal val="visible"/>
                                      </p:to>
                                    </p:set>
                                    <p:animEffect transition="in" filter="dissolve">
                                      <p:cBhvr>
                                        <p:cTn id="56" dur="500"/>
                                        <p:tgtEl>
                                          <p:spTgt spid="231"/>
                                        </p:tgtEl>
                                      </p:cBhvr>
                                    </p:animEffect>
                                  </p:childTnLst>
                                </p:cTn>
                              </p:par>
                            </p:childTnLst>
                          </p:cTn>
                        </p:par>
                      </p:childTnLst>
                    </p:cTn>
                  </p:par>
                  <p:par>
                    <p:cTn id="57" fill="hold">
                      <p:stCondLst>
                        <p:cond delay="indefinite"/>
                      </p:stCondLst>
                      <p:childTnLst>
                        <p:par>
                          <p:cTn id="58" fill="hold">
                            <p:stCondLst>
                              <p:cond delay="0"/>
                            </p:stCondLst>
                            <p:childTnLst>
                              <p:par>
                                <p:cTn id="59" presetID="22" presetClass="entr" presetSubtype="8" fill="hold" grpId="0" nodeType="clickEffect">
                                  <p:stCondLst>
                                    <p:cond delay="0"/>
                                  </p:stCondLst>
                                  <p:childTnLst>
                                    <p:set>
                                      <p:cBhvr>
                                        <p:cTn id="60" dur="1" fill="hold">
                                          <p:stCondLst>
                                            <p:cond delay="0"/>
                                          </p:stCondLst>
                                        </p:cTn>
                                        <p:tgtEl>
                                          <p:spTgt spid="238"/>
                                        </p:tgtEl>
                                        <p:attrNameLst>
                                          <p:attrName>style.visibility</p:attrName>
                                        </p:attrNameLst>
                                      </p:cBhvr>
                                      <p:to>
                                        <p:strVal val="visible"/>
                                      </p:to>
                                    </p:set>
                                    <p:animEffect transition="in" filter="wipe(left)">
                                      <p:cBhvr>
                                        <p:cTn id="61" dur="500"/>
                                        <p:tgtEl>
                                          <p:spTgt spid="238"/>
                                        </p:tgtEl>
                                      </p:cBhvr>
                                    </p:animEffect>
                                  </p:childTnLst>
                                </p:cTn>
                              </p:par>
                            </p:childTnLst>
                          </p:cTn>
                        </p:par>
                        <p:par>
                          <p:cTn id="62" fill="hold">
                            <p:stCondLst>
                              <p:cond delay="500"/>
                            </p:stCondLst>
                            <p:childTnLst>
                              <p:par>
                                <p:cTn id="63" presetID="22" presetClass="entr" presetSubtype="8" fill="hold" nodeType="afterEffect">
                                  <p:stCondLst>
                                    <p:cond delay="0"/>
                                  </p:stCondLst>
                                  <p:childTnLst>
                                    <p:set>
                                      <p:cBhvr>
                                        <p:cTn id="64" dur="1" fill="hold">
                                          <p:stCondLst>
                                            <p:cond delay="0"/>
                                          </p:stCondLst>
                                        </p:cTn>
                                        <p:tgtEl>
                                          <p:spTgt spid="252"/>
                                        </p:tgtEl>
                                        <p:attrNameLst>
                                          <p:attrName>style.visibility</p:attrName>
                                        </p:attrNameLst>
                                      </p:cBhvr>
                                      <p:to>
                                        <p:strVal val="visible"/>
                                      </p:to>
                                    </p:set>
                                    <p:animEffect transition="in" filter="wipe(left)">
                                      <p:cBhvr>
                                        <p:cTn id="65" dur="500"/>
                                        <p:tgtEl>
                                          <p:spTgt spid="252"/>
                                        </p:tgtEl>
                                      </p:cBhvr>
                                    </p:animEffect>
                                  </p:childTnLst>
                                </p:cTn>
                              </p:par>
                            </p:childTnLst>
                          </p:cTn>
                        </p:par>
                      </p:childTnLst>
                    </p:cTn>
                  </p:par>
                  <p:par>
                    <p:cTn id="66" fill="hold">
                      <p:stCondLst>
                        <p:cond delay="indefinite"/>
                      </p:stCondLst>
                      <p:childTnLst>
                        <p:par>
                          <p:cTn id="67" fill="hold">
                            <p:stCondLst>
                              <p:cond delay="0"/>
                            </p:stCondLst>
                            <p:childTnLst>
                              <p:par>
                                <p:cTn id="68" presetID="0" presetClass="path" presetSubtype="0" accel="50000" decel="50000" fill="hold" nodeType="clickEffect">
                                  <p:stCondLst>
                                    <p:cond delay="0"/>
                                  </p:stCondLst>
                                  <p:childTnLst>
                                    <p:animMotion origin="layout" path="M 1.25E-6 -3.7037E-7 L 0.20417 -0.54653 " pathEditMode="relative" rAng="0" ptsTypes="AA">
                                      <p:cBhvr>
                                        <p:cTn id="69" dur="2000" fill="hold"/>
                                        <p:tgtEl>
                                          <p:spTgt spid="252"/>
                                        </p:tgtEl>
                                        <p:attrNameLst>
                                          <p:attrName>ppt_x</p:attrName>
                                          <p:attrName>ppt_y</p:attrName>
                                        </p:attrNameLst>
                                      </p:cBhvr>
                                      <p:rCtr x="10039" y="-27199"/>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7" grpId="0" animBg="1"/>
      <p:bldP spid="182" grpId="0" animBg="1"/>
      <p:bldP spid="214" grpId="0"/>
      <p:bldP spid="220" grpId="0"/>
      <p:bldP spid="227" grpId="0"/>
      <p:bldP spid="228" grpId="0"/>
      <p:bldP spid="229" grpId="0"/>
      <p:bldP spid="230" grpId="0"/>
      <p:bldP spid="231" grpId="0"/>
      <p:bldP spid="232" grpId="0"/>
      <p:bldP spid="238" grpId="0" animBg="1"/>
      <p:bldP spid="3"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2B9189-7CDF-0741-9858-A79357149B7C}"/>
              </a:ext>
            </a:extLst>
          </p:cNvPr>
          <p:cNvSpPr>
            <a:spLocks noGrp="1"/>
          </p:cNvSpPr>
          <p:nvPr>
            <p:ph type="title"/>
          </p:nvPr>
        </p:nvSpPr>
        <p:spPr>
          <a:xfrm>
            <a:off x="826624" y="174028"/>
            <a:ext cx="10893427" cy="894622"/>
          </a:xfrm>
        </p:spPr>
        <p:txBody>
          <a:bodyPr/>
          <a:lstStyle/>
          <a:p>
            <a:r>
              <a:rPr lang="en-US" dirty="0"/>
              <a:t>Distance vector example: computation</a:t>
            </a:r>
          </a:p>
        </p:txBody>
      </p:sp>
      <p:sp>
        <p:nvSpPr>
          <p:cNvPr id="5" name="Slide Number Placeholder 4">
            <a:extLst>
              <a:ext uri="{FF2B5EF4-FFF2-40B4-BE49-F238E27FC236}">
                <a16:creationId xmlns:a16="http://schemas.microsoft.com/office/drawing/2014/main" id="{98E05715-B0AC-CF47-B242-18018B71339C}"/>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64</a:t>
            </a:fld>
            <a:endParaRPr lang="en-US" dirty="0">
              <a:solidFill>
                <a:prstClr val="white">
                  <a:lumMod val="50000"/>
                </a:prstClr>
              </a:solidFill>
            </a:endParaRPr>
          </a:p>
        </p:txBody>
      </p:sp>
      <p:cxnSp>
        <p:nvCxnSpPr>
          <p:cNvPr id="82" name="Straight Connector 81">
            <a:extLst>
              <a:ext uri="{FF2B5EF4-FFF2-40B4-BE49-F238E27FC236}">
                <a16:creationId xmlns:a16="http://schemas.microsoft.com/office/drawing/2014/main" id="{374B35E8-95B6-B946-8240-59B747B607B3}"/>
              </a:ext>
            </a:extLst>
          </p:cNvPr>
          <p:cNvCxnSpPr>
            <a:cxnSpLocks/>
            <a:stCxn id="76" idx="2"/>
            <a:endCxn id="76" idx="0"/>
          </p:cNvCxnSpPr>
          <p:nvPr/>
        </p:nvCxnSpPr>
        <p:spPr>
          <a:xfrm flipV="1">
            <a:off x="6530326" y="2129120"/>
            <a:ext cx="0" cy="38631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DE34EA38-AB93-704A-ACF2-764D62663226}"/>
              </a:ext>
            </a:extLst>
          </p:cNvPr>
          <p:cNvCxnSpPr>
            <a:cxnSpLocks/>
            <a:stCxn id="76" idx="1"/>
            <a:endCxn id="76" idx="3"/>
          </p:cNvCxnSpPr>
          <p:nvPr/>
        </p:nvCxnSpPr>
        <p:spPr>
          <a:xfrm>
            <a:off x="4598770" y="4060675"/>
            <a:ext cx="386311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Rectangle 75">
            <a:extLst>
              <a:ext uri="{FF2B5EF4-FFF2-40B4-BE49-F238E27FC236}">
                <a16:creationId xmlns:a16="http://schemas.microsoft.com/office/drawing/2014/main" id="{A169888C-5E10-3E40-BC1D-A5D0DB850712}"/>
              </a:ext>
            </a:extLst>
          </p:cNvPr>
          <p:cNvSpPr/>
          <p:nvPr/>
        </p:nvSpPr>
        <p:spPr>
          <a:xfrm>
            <a:off x="4598770" y="2129120"/>
            <a:ext cx="3863111" cy="3863111"/>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sp>
        <p:nvSpPr>
          <p:cNvPr id="150" name="Rectangle 149">
            <a:extLst>
              <a:ext uri="{FF2B5EF4-FFF2-40B4-BE49-F238E27FC236}">
                <a16:creationId xmlns:a16="http://schemas.microsoft.com/office/drawing/2014/main" id="{CB39BACF-E4D1-6641-8B8C-0274EDEFA113}"/>
              </a:ext>
            </a:extLst>
          </p:cNvPr>
          <p:cNvSpPr/>
          <p:nvPr/>
        </p:nvSpPr>
        <p:spPr>
          <a:xfrm>
            <a:off x="8380337" y="2200470"/>
            <a:ext cx="132508" cy="185510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prstClr val="white"/>
              </a:solidFill>
            </a:endParaRPr>
          </a:p>
        </p:txBody>
      </p:sp>
      <p:sp>
        <p:nvSpPr>
          <p:cNvPr id="215" name="TextBox 214">
            <a:extLst>
              <a:ext uri="{FF2B5EF4-FFF2-40B4-BE49-F238E27FC236}">
                <a16:creationId xmlns:a16="http://schemas.microsoft.com/office/drawing/2014/main" id="{74A89238-377F-A840-BB03-52D53CBBC3F3}"/>
              </a:ext>
            </a:extLst>
          </p:cNvPr>
          <p:cNvSpPr txBox="1"/>
          <p:nvPr/>
        </p:nvSpPr>
        <p:spPr>
          <a:xfrm>
            <a:off x="4305782" y="2870522"/>
            <a:ext cx="301686" cy="338554"/>
          </a:xfrm>
          <a:prstGeom prst="rect">
            <a:avLst/>
          </a:prstGeom>
          <a:noFill/>
        </p:spPr>
        <p:txBody>
          <a:bodyPr wrap="square" rtlCol="0">
            <a:spAutoFit/>
          </a:bodyPr>
          <a:lstStyle/>
          <a:p>
            <a:r>
              <a:rPr lang="en-US" sz="1600" dirty="0">
                <a:solidFill>
                  <a:prstClr val="black"/>
                </a:solidFill>
              </a:rPr>
              <a:t>1</a:t>
            </a:r>
          </a:p>
        </p:txBody>
      </p:sp>
      <p:sp>
        <p:nvSpPr>
          <p:cNvPr id="216" name="TextBox 215">
            <a:extLst>
              <a:ext uri="{FF2B5EF4-FFF2-40B4-BE49-F238E27FC236}">
                <a16:creationId xmlns:a16="http://schemas.microsoft.com/office/drawing/2014/main" id="{3D3F7215-9DE8-0542-8CCA-A9CEDC8717E2}"/>
              </a:ext>
            </a:extLst>
          </p:cNvPr>
          <p:cNvSpPr txBox="1"/>
          <p:nvPr/>
        </p:nvSpPr>
        <p:spPr>
          <a:xfrm>
            <a:off x="6217534" y="2860877"/>
            <a:ext cx="288862" cy="338554"/>
          </a:xfrm>
          <a:prstGeom prst="rect">
            <a:avLst/>
          </a:prstGeom>
          <a:noFill/>
        </p:spPr>
        <p:txBody>
          <a:bodyPr wrap="none" rtlCol="0">
            <a:spAutoFit/>
          </a:bodyPr>
          <a:lstStyle/>
          <a:p>
            <a:r>
              <a:rPr lang="en-US" sz="1600" dirty="0">
                <a:solidFill>
                  <a:prstClr val="black"/>
                </a:solidFill>
              </a:rPr>
              <a:t>1</a:t>
            </a:r>
          </a:p>
        </p:txBody>
      </p:sp>
      <p:sp>
        <p:nvSpPr>
          <p:cNvPr id="217" name="TextBox 216">
            <a:extLst>
              <a:ext uri="{FF2B5EF4-FFF2-40B4-BE49-F238E27FC236}">
                <a16:creationId xmlns:a16="http://schemas.microsoft.com/office/drawing/2014/main" id="{FC342D48-14A2-BA4E-A191-060C4177F678}"/>
              </a:ext>
            </a:extLst>
          </p:cNvPr>
          <p:cNvSpPr txBox="1"/>
          <p:nvPr/>
        </p:nvSpPr>
        <p:spPr>
          <a:xfrm>
            <a:off x="4296138" y="4886446"/>
            <a:ext cx="301686" cy="338554"/>
          </a:xfrm>
          <a:prstGeom prst="rect">
            <a:avLst/>
          </a:prstGeom>
          <a:noFill/>
        </p:spPr>
        <p:txBody>
          <a:bodyPr wrap="square" rtlCol="0">
            <a:spAutoFit/>
          </a:bodyPr>
          <a:lstStyle/>
          <a:p>
            <a:r>
              <a:rPr lang="en-US" sz="1600" dirty="0">
                <a:solidFill>
                  <a:prstClr val="black"/>
                </a:solidFill>
              </a:rPr>
              <a:t>1</a:t>
            </a:r>
          </a:p>
        </p:txBody>
      </p:sp>
      <p:sp>
        <p:nvSpPr>
          <p:cNvPr id="218" name="TextBox 217">
            <a:extLst>
              <a:ext uri="{FF2B5EF4-FFF2-40B4-BE49-F238E27FC236}">
                <a16:creationId xmlns:a16="http://schemas.microsoft.com/office/drawing/2014/main" id="{C9336A94-9BC9-8F41-95A7-69E18360DF3D}"/>
              </a:ext>
            </a:extLst>
          </p:cNvPr>
          <p:cNvSpPr txBox="1"/>
          <p:nvPr/>
        </p:nvSpPr>
        <p:spPr>
          <a:xfrm>
            <a:off x="6231040" y="4888376"/>
            <a:ext cx="288862" cy="338554"/>
          </a:xfrm>
          <a:prstGeom prst="rect">
            <a:avLst/>
          </a:prstGeom>
          <a:noFill/>
        </p:spPr>
        <p:txBody>
          <a:bodyPr wrap="none" rtlCol="0">
            <a:spAutoFit/>
          </a:bodyPr>
          <a:lstStyle/>
          <a:p>
            <a:r>
              <a:rPr lang="en-US" sz="1600" dirty="0">
                <a:solidFill>
                  <a:prstClr val="black"/>
                </a:solidFill>
              </a:rPr>
              <a:t>1</a:t>
            </a:r>
          </a:p>
        </p:txBody>
      </p:sp>
      <p:sp>
        <p:nvSpPr>
          <p:cNvPr id="219" name="TextBox 218">
            <a:extLst>
              <a:ext uri="{FF2B5EF4-FFF2-40B4-BE49-F238E27FC236}">
                <a16:creationId xmlns:a16="http://schemas.microsoft.com/office/drawing/2014/main" id="{E11EFAA3-3025-6E40-9F7B-8AEC8E44C52D}"/>
              </a:ext>
            </a:extLst>
          </p:cNvPr>
          <p:cNvSpPr txBox="1"/>
          <p:nvPr/>
        </p:nvSpPr>
        <p:spPr>
          <a:xfrm>
            <a:off x="8154365" y="4890306"/>
            <a:ext cx="288862" cy="338554"/>
          </a:xfrm>
          <a:prstGeom prst="rect">
            <a:avLst/>
          </a:prstGeom>
          <a:noFill/>
        </p:spPr>
        <p:txBody>
          <a:bodyPr wrap="none" rtlCol="0">
            <a:spAutoFit/>
          </a:bodyPr>
          <a:lstStyle/>
          <a:p>
            <a:r>
              <a:rPr lang="en-US" sz="1600" dirty="0">
                <a:solidFill>
                  <a:prstClr val="black"/>
                </a:solidFill>
              </a:rPr>
              <a:t>1</a:t>
            </a:r>
          </a:p>
        </p:txBody>
      </p:sp>
      <p:sp>
        <p:nvSpPr>
          <p:cNvPr id="221" name="TextBox 220">
            <a:extLst>
              <a:ext uri="{FF2B5EF4-FFF2-40B4-BE49-F238E27FC236}">
                <a16:creationId xmlns:a16="http://schemas.microsoft.com/office/drawing/2014/main" id="{EECDCBF1-5ACC-CF43-B981-907337945BA2}"/>
              </a:ext>
            </a:extLst>
          </p:cNvPr>
          <p:cNvSpPr txBox="1"/>
          <p:nvPr/>
        </p:nvSpPr>
        <p:spPr>
          <a:xfrm>
            <a:off x="5442030" y="4029920"/>
            <a:ext cx="301686" cy="338554"/>
          </a:xfrm>
          <a:prstGeom prst="rect">
            <a:avLst/>
          </a:prstGeom>
          <a:noFill/>
        </p:spPr>
        <p:txBody>
          <a:bodyPr wrap="square" rtlCol="0">
            <a:spAutoFit/>
          </a:bodyPr>
          <a:lstStyle/>
          <a:p>
            <a:r>
              <a:rPr lang="en-US" sz="1600" dirty="0">
                <a:solidFill>
                  <a:prstClr val="black"/>
                </a:solidFill>
              </a:rPr>
              <a:t>1</a:t>
            </a:r>
          </a:p>
        </p:txBody>
      </p:sp>
      <p:sp>
        <p:nvSpPr>
          <p:cNvPr id="222" name="TextBox 221">
            <a:extLst>
              <a:ext uri="{FF2B5EF4-FFF2-40B4-BE49-F238E27FC236}">
                <a16:creationId xmlns:a16="http://schemas.microsoft.com/office/drawing/2014/main" id="{2DD32315-0DAF-354B-ADE2-76F406D6A871}"/>
              </a:ext>
            </a:extLst>
          </p:cNvPr>
          <p:cNvSpPr txBox="1"/>
          <p:nvPr/>
        </p:nvSpPr>
        <p:spPr>
          <a:xfrm>
            <a:off x="7353782" y="4020275"/>
            <a:ext cx="288862" cy="338554"/>
          </a:xfrm>
          <a:prstGeom prst="rect">
            <a:avLst/>
          </a:prstGeom>
          <a:noFill/>
        </p:spPr>
        <p:txBody>
          <a:bodyPr wrap="none" rtlCol="0">
            <a:spAutoFit/>
          </a:bodyPr>
          <a:lstStyle/>
          <a:p>
            <a:r>
              <a:rPr lang="en-US" sz="1600" dirty="0">
                <a:solidFill>
                  <a:prstClr val="black"/>
                </a:solidFill>
              </a:rPr>
              <a:t>1</a:t>
            </a:r>
          </a:p>
        </p:txBody>
      </p:sp>
      <p:sp>
        <p:nvSpPr>
          <p:cNvPr id="223" name="TextBox 222">
            <a:extLst>
              <a:ext uri="{FF2B5EF4-FFF2-40B4-BE49-F238E27FC236}">
                <a16:creationId xmlns:a16="http://schemas.microsoft.com/office/drawing/2014/main" id="{25B3E8DA-82E1-B746-9524-A8B47546C7B7}"/>
              </a:ext>
            </a:extLst>
          </p:cNvPr>
          <p:cNvSpPr txBox="1"/>
          <p:nvPr/>
        </p:nvSpPr>
        <p:spPr>
          <a:xfrm>
            <a:off x="5443958" y="5953247"/>
            <a:ext cx="301686" cy="338554"/>
          </a:xfrm>
          <a:prstGeom prst="rect">
            <a:avLst/>
          </a:prstGeom>
          <a:noFill/>
        </p:spPr>
        <p:txBody>
          <a:bodyPr wrap="square" rtlCol="0">
            <a:spAutoFit/>
          </a:bodyPr>
          <a:lstStyle/>
          <a:p>
            <a:r>
              <a:rPr lang="en-US" sz="1600" dirty="0">
                <a:solidFill>
                  <a:prstClr val="black"/>
                </a:solidFill>
              </a:rPr>
              <a:t>1</a:t>
            </a:r>
          </a:p>
        </p:txBody>
      </p:sp>
      <p:sp>
        <p:nvSpPr>
          <p:cNvPr id="224" name="TextBox 223">
            <a:extLst>
              <a:ext uri="{FF2B5EF4-FFF2-40B4-BE49-F238E27FC236}">
                <a16:creationId xmlns:a16="http://schemas.microsoft.com/office/drawing/2014/main" id="{51516E14-40A2-B34F-B880-05B80B68D6FC}"/>
              </a:ext>
            </a:extLst>
          </p:cNvPr>
          <p:cNvSpPr txBox="1"/>
          <p:nvPr/>
        </p:nvSpPr>
        <p:spPr>
          <a:xfrm>
            <a:off x="7355710" y="5943602"/>
            <a:ext cx="288862" cy="338554"/>
          </a:xfrm>
          <a:prstGeom prst="rect">
            <a:avLst/>
          </a:prstGeom>
          <a:noFill/>
        </p:spPr>
        <p:txBody>
          <a:bodyPr wrap="none" rtlCol="0">
            <a:spAutoFit/>
          </a:bodyPr>
          <a:lstStyle/>
          <a:p>
            <a:r>
              <a:rPr lang="en-US" sz="1600" dirty="0">
                <a:solidFill>
                  <a:prstClr val="black"/>
                </a:solidFill>
              </a:rPr>
              <a:t>1</a:t>
            </a:r>
          </a:p>
        </p:txBody>
      </p:sp>
      <p:sp>
        <p:nvSpPr>
          <p:cNvPr id="225" name="TextBox 224">
            <a:extLst>
              <a:ext uri="{FF2B5EF4-FFF2-40B4-BE49-F238E27FC236}">
                <a16:creationId xmlns:a16="http://schemas.microsoft.com/office/drawing/2014/main" id="{9174059A-E895-E740-9A26-AA7943E4A64F}"/>
              </a:ext>
            </a:extLst>
          </p:cNvPr>
          <p:cNvSpPr txBox="1"/>
          <p:nvPr/>
        </p:nvSpPr>
        <p:spPr>
          <a:xfrm>
            <a:off x="5445886" y="2123956"/>
            <a:ext cx="301686" cy="338554"/>
          </a:xfrm>
          <a:prstGeom prst="rect">
            <a:avLst/>
          </a:prstGeom>
          <a:noFill/>
        </p:spPr>
        <p:txBody>
          <a:bodyPr wrap="square" rtlCol="0">
            <a:spAutoFit/>
          </a:bodyPr>
          <a:lstStyle/>
          <a:p>
            <a:r>
              <a:rPr lang="en-US" sz="1600" dirty="0">
                <a:solidFill>
                  <a:prstClr val="black"/>
                </a:solidFill>
              </a:rPr>
              <a:t>8</a:t>
            </a:r>
          </a:p>
        </p:txBody>
      </p:sp>
      <p:sp>
        <p:nvSpPr>
          <p:cNvPr id="226" name="TextBox 225">
            <a:extLst>
              <a:ext uri="{FF2B5EF4-FFF2-40B4-BE49-F238E27FC236}">
                <a16:creationId xmlns:a16="http://schemas.microsoft.com/office/drawing/2014/main" id="{F7510488-7C59-7449-A4EE-C5A32BFCB3A5}"/>
              </a:ext>
            </a:extLst>
          </p:cNvPr>
          <p:cNvSpPr txBox="1"/>
          <p:nvPr/>
        </p:nvSpPr>
        <p:spPr>
          <a:xfrm>
            <a:off x="7357638" y="2114311"/>
            <a:ext cx="288862" cy="338554"/>
          </a:xfrm>
          <a:prstGeom prst="rect">
            <a:avLst/>
          </a:prstGeom>
          <a:noFill/>
        </p:spPr>
        <p:txBody>
          <a:bodyPr wrap="none" rtlCol="0">
            <a:spAutoFit/>
          </a:bodyPr>
          <a:lstStyle/>
          <a:p>
            <a:r>
              <a:rPr lang="en-US" sz="1600" dirty="0">
                <a:solidFill>
                  <a:prstClr val="black"/>
                </a:solidFill>
              </a:rPr>
              <a:t>1</a:t>
            </a:r>
          </a:p>
        </p:txBody>
      </p:sp>
      <p:grpSp>
        <p:nvGrpSpPr>
          <p:cNvPr id="159" name="Group 158">
            <a:extLst>
              <a:ext uri="{FF2B5EF4-FFF2-40B4-BE49-F238E27FC236}">
                <a16:creationId xmlns:a16="http://schemas.microsoft.com/office/drawing/2014/main" id="{4AAED925-F16C-8F45-B5D7-47EABDB0B993}"/>
              </a:ext>
            </a:extLst>
          </p:cNvPr>
          <p:cNvGrpSpPr/>
          <p:nvPr/>
        </p:nvGrpSpPr>
        <p:grpSpPr>
          <a:xfrm>
            <a:off x="584365" y="1859143"/>
            <a:ext cx="736099" cy="1229581"/>
            <a:chOff x="10030307" y="3444875"/>
            <a:chExt cx="736099" cy="1229581"/>
          </a:xfrm>
        </p:grpSpPr>
        <p:sp>
          <p:nvSpPr>
            <p:cNvPr id="160" name="TextBox 159">
              <a:extLst>
                <a:ext uri="{FF2B5EF4-FFF2-40B4-BE49-F238E27FC236}">
                  <a16:creationId xmlns:a16="http://schemas.microsoft.com/office/drawing/2014/main" id="{6655EB12-A2B9-9D4A-A0A9-F9958BDB0106}"/>
                </a:ext>
              </a:extLst>
            </p:cNvPr>
            <p:cNvSpPr txBox="1"/>
            <p:nvPr/>
          </p:nvSpPr>
          <p:spPr>
            <a:xfrm>
              <a:off x="10030307" y="4089681"/>
              <a:ext cx="736099" cy="584775"/>
            </a:xfrm>
            <a:prstGeom prst="rect">
              <a:avLst/>
            </a:prstGeom>
            <a:noFill/>
          </p:spPr>
          <p:txBody>
            <a:bodyPr wrap="none" rtlCol="0">
              <a:spAutoFit/>
            </a:bodyPr>
            <a:lstStyle/>
            <a:p>
              <a:r>
                <a:rPr lang="en-US" sz="3200" dirty="0">
                  <a:solidFill>
                    <a:prstClr val="black"/>
                  </a:solidFill>
                </a:rPr>
                <a:t>t=1</a:t>
              </a:r>
            </a:p>
          </p:txBody>
        </p:sp>
        <p:grpSp>
          <p:nvGrpSpPr>
            <p:cNvPr id="161" name="Group 160">
              <a:extLst>
                <a:ext uri="{FF2B5EF4-FFF2-40B4-BE49-F238E27FC236}">
                  <a16:creationId xmlns:a16="http://schemas.microsoft.com/office/drawing/2014/main" id="{0523D739-F413-264B-A745-A38C62E06D3B}"/>
                </a:ext>
              </a:extLst>
            </p:cNvPr>
            <p:cNvGrpSpPr/>
            <p:nvPr/>
          </p:nvGrpSpPr>
          <p:grpSpPr>
            <a:xfrm>
              <a:off x="10034588" y="3444875"/>
              <a:ext cx="682627" cy="682625"/>
              <a:chOff x="10034588" y="3444875"/>
              <a:chExt cx="682627" cy="682625"/>
            </a:xfrm>
          </p:grpSpPr>
          <p:sp>
            <p:nvSpPr>
              <p:cNvPr id="162" name="Oval 161">
                <a:extLst>
                  <a:ext uri="{FF2B5EF4-FFF2-40B4-BE49-F238E27FC236}">
                    <a16:creationId xmlns:a16="http://schemas.microsoft.com/office/drawing/2014/main" id="{CB814881-01DB-0E43-BA2F-B64D7EA26896}"/>
                  </a:ext>
                </a:extLst>
              </p:cNvPr>
              <p:cNvSpPr/>
              <p:nvPr/>
            </p:nvSpPr>
            <p:spPr>
              <a:xfrm>
                <a:off x="10039551" y="3449256"/>
                <a:ext cx="671332" cy="671332"/>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163" name="Straight Connector 162">
                <a:extLst>
                  <a:ext uri="{FF2B5EF4-FFF2-40B4-BE49-F238E27FC236}">
                    <a16:creationId xmlns:a16="http://schemas.microsoft.com/office/drawing/2014/main" id="{08775389-41CA-4740-B083-4D54E5FAECED}"/>
                  </a:ext>
                </a:extLst>
              </p:cNvPr>
              <p:cNvCxnSpPr/>
              <p:nvPr/>
            </p:nvCxnSpPr>
            <p:spPr>
              <a:xfrm>
                <a:off x="10372725" y="34448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3E6B6CB9-512E-6343-AD8B-BBAB6CE819A4}"/>
                  </a:ext>
                </a:extLst>
              </p:cNvPr>
              <p:cNvCxnSpPr/>
              <p:nvPr/>
            </p:nvCxnSpPr>
            <p:spPr>
              <a:xfrm>
                <a:off x="10372725" y="40671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6B84002D-08B3-2041-9EB9-DE4D7AA96DC7}"/>
                  </a:ext>
                </a:extLst>
              </p:cNvPr>
              <p:cNvCxnSpPr>
                <a:cxnSpLocks/>
              </p:cNvCxnSpPr>
              <p:nvPr/>
            </p:nvCxnSpPr>
            <p:spPr>
              <a:xfrm rot="16200000">
                <a:off x="10064751"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10AF67D-3C60-074D-85D9-BB7F3C22BA6E}"/>
                  </a:ext>
                </a:extLst>
              </p:cNvPr>
              <p:cNvCxnSpPr>
                <a:cxnSpLocks/>
              </p:cNvCxnSpPr>
              <p:nvPr/>
            </p:nvCxnSpPr>
            <p:spPr>
              <a:xfrm rot="16200000">
                <a:off x="10687053"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D7001C9A-A249-5941-879B-C26FFA2151F7}"/>
                  </a:ext>
                </a:extLst>
              </p:cNvPr>
              <p:cNvCxnSpPr>
                <a:cxnSpLocks/>
              </p:cNvCxnSpPr>
              <p:nvPr/>
            </p:nvCxnSpPr>
            <p:spPr>
              <a:xfrm>
                <a:off x="10523542" y="40370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F6CFD6FA-4D66-9F4F-9565-82515FD78B17}"/>
                  </a:ext>
                </a:extLst>
              </p:cNvPr>
              <p:cNvCxnSpPr>
                <a:cxnSpLocks/>
              </p:cNvCxnSpPr>
              <p:nvPr/>
            </p:nvCxnSpPr>
            <p:spPr>
              <a:xfrm>
                <a:off x="10202867" y="34909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3AF8B4F1-6823-4E49-BDC2-8B3DFF75FC97}"/>
                  </a:ext>
                </a:extLst>
              </p:cNvPr>
              <p:cNvCxnSpPr>
                <a:cxnSpLocks/>
              </p:cNvCxnSpPr>
              <p:nvPr/>
            </p:nvCxnSpPr>
            <p:spPr>
              <a:xfrm flipH="1">
                <a:off x="10196517" y="40338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A8A30E75-242F-B744-AD86-D5121CF798F7}"/>
                  </a:ext>
                </a:extLst>
              </p:cNvPr>
              <p:cNvCxnSpPr>
                <a:cxnSpLocks/>
              </p:cNvCxnSpPr>
              <p:nvPr/>
            </p:nvCxnSpPr>
            <p:spPr>
              <a:xfrm flipH="1">
                <a:off x="10517192" y="34877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CA6C8979-7ABA-2548-A690-DBB79A1510E8}"/>
                  </a:ext>
                </a:extLst>
              </p:cNvPr>
              <p:cNvCxnSpPr>
                <a:cxnSpLocks/>
              </p:cNvCxnSpPr>
              <p:nvPr/>
            </p:nvCxnSpPr>
            <p:spPr>
              <a:xfrm flipH="1">
                <a:off x="10631493" y="36115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9D0B68AA-F684-FE43-A969-18E51C1C177F}"/>
                  </a:ext>
                </a:extLst>
              </p:cNvPr>
              <p:cNvCxnSpPr>
                <a:cxnSpLocks/>
              </p:cNvCxnSpPr>
              <p:nvPr/>
            </p:nvCxnSpPr>
            <p:spPr>
              <a:xfrm flipH="1">
                <a:off x="10085393" y="39290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5419F84A-0D3B-EF47-949B-02A63FAFFC86}"/>
                  </a:ext>
                </a:extLst>
              </p:cNvPr>
              <p:cNvCxnSpPr>
                <a:cxnSpLocks/>
              </p:cNvCxnSpPr>
              <p:nvPr/>
            </p:nvCxnSpPr>
            <p:spPr>
              <a:xfrm flipH="1" flipV="1">
                <a:off x="10094918" y="36147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FDC9525E-B8EE-704E-94A9-DA434054CDB0}"/>
                  </a:ext>
                </a:extLst>
              </p:cNvPr>
              <p:cNvCxnSpPr>
                <a:cxnSpLocks/>
              </p:cNvCxnSpPr>
              <p:nvPr/>
            </p:nvCxnSpPr>
            <p:spPr>
              <a:xfrm flipH="1" flipV="1">
                <a:off x="10631493" y="39322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175" name="Oval 174">
                <a:extLst>
                  <a:ext uri="{FF2B5EF4-FFF2-40B4-BE49-F238E27FC236}">
                    <a16:creationId xmlns:a16="http://schemas.microsoft.com/office/drawing/2014/main" id="{1326D6D5-4368-3242-940E-7E5978F1247E}"/>
                  </a:ext>
                </a:extLst>
              </p:cNvPr>
              <p:cNvSpPr/>
              <p:nvPr/>
            </p:nvSpPr>
            <p:spPr>
              <a:xfrm>
                <a:off x="10331450" y="3743325"/>
                <a:ext cx="82550" cy="87136"/>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cxnSp>
        <p:nvCxnSpPr>
          <p:cNvPr id="153" name="Straight Connector 152">
            <a:extLst>
              <a:ext uri="{FF2B5EF4-FFF2-40B4-BE49-F238E27FC236}">
                <a16:creationId xmlns:a16="http://schemas.microsoft.com/office/drawing/2014/main" id="{1BDF6761-A298-0649-AD22-E32D353E085B}"/>
              </a:ext>
            </a:extLst>
          </p:cNvPr>
          <p:cNvCxnSpPr>
            <a:cxnSpLocks/>
          </p:cNvCxnSpPr>
          <p:nvPr/>
        </p:nvCxnSpPr>
        <p:spPr>
          <a:xfrm>
            <a:off x="919556" y="1995948"/>
            <a:ext cx="0" cy="196031"/>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sp>
        <p:nvSpPr>
          <p:cNvPr id="154" name="Rectangle 153">
            <a:extLst>
              <a:ext uri="{FF2B5EF4-FFF2-40B4-BE49-F238E27FC236}">
                <a16:creationId xmlns:a16="http://schemas.microsoft.com/office/drawing/2014/main" id="{6E805ECD-DD10-C845-94C0-375A905AFE6F}"/>
              </a:ext>
            </a:extLst>
          </p:cNvPr>
          <p:cNvSpPr/>
          <p:nvPr/>
        </p:nvSpPr>
        <p:spPr>
          <a:xfrm>
            <a:off x="6626942" y="275303"/>
            <a:ext cx="3038168" cy="62926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41" name="Group 240">
            <a:extLst>
              <a:ext uri="{FF2B5EF4-FFF2-40B4-BE49-F238E27FC236}">
                <a16:creationId xmlns:a16="http://schemas.microsoft.com/office/drawing/2014/main" id="{C0DE6387-1D17-B74C-B49C-337140026F6C}"/>
              </a:ext>
            </a:extLst>
          </p:cNvPr>
          <p:cNvGrpSpPr/>
          <p:nvPr/>
        </p:nvGrpSpPr>
        <p:grpSpPr>
          <a:xfrm>
            <a:off x="6656438" y="235974"/>
            <a:ext cx="2493133" cy="1917291"/>
            <a:chOff x="7010400" y="108155"/>
            <a:chExt cx="2493133" cy="1917291"/>
          </a:xfrm>
        </p:grpSpPr>
        <p:sp>
          <p:nvSpPr>
            <p:cNvPr id="242" name="Freeform 241">
              <a:extLst>
                <a:ext uri="{FF2B5EF4-FFF2-40B4-BE49-F238E27FC236}">
                  <a16:creationId xmlns:a16="http://schemas.microsoft.com/office/drawing/2014/main" id="{AAB1A5DE-415B-F14B-A28A-363ED94665BF}"/>
                </a:ext>
              </a:extLst>
            </p:cNvPr>
            <p:cNvSpPr/>
            <p:nvPr/>
          </p:nvSpPr>
          <p:spPr>
            <a:xfrm>
              <a:off x="7010400" y="176982"/>
              <a:ext cx="2340077" cy="1848464"/>
            </a:xfrm>
            <a:custGeom>
              <a:avLst/>
              <a:gdLst>
                <a:gd name="connsiteX0" fmla="*/ 0 w 2340077"/>
                <a:gd name="connsiteY0" fmla="*/ 304800 h 432619"/>
                <a:gd name="connsiteX1" fmla="*/ 393290 w 2340077"/>
                <a:gd name="connsiteY1" fmla="*/ 0 h 432619"/>
                <a:gd name="connsiteX2" fmla="*/ 2340077 w 2340077"/>
                <a:gd name="connsiteY2" fmla="*/ 0 h 432619"/>
                <a:gd name="connsiteX3" fmla="*/ 147484 w 2340077"/>
                <a:gd name="connsiteY3" fmla="*/ 432619 h 432619"/>
                <a:gd name="connsiteX4" fmla="*/ 0 w 2340077"/>
                <a:gd name="connsiteY4" fmla="*/ 304800 h 432619"/>
                <a:gd name="connsiteX0" fmla="*/ 0 w 2340077"/>
                <a:gd name="connsiteY0" fmla="*/ 1691148 h 1818967"/>
                <a:gd name="connsiteX1" fmla="*/ 383458 w 2340077"/>
                <a:gd name="connsiteY1" fmla="*/ 0 h 1818967"/>
                <a:gd name="connsiteX2" fmla="*/ 2340077 w 2340077"/>
                <a:gd name="connsiteY2" fmla="*/ 1386348 h 1818967"/>
                <a:gd name="connsiteX3" fmla="*/ 147484 w 2340077"/>
                <a:gd name="connsiteY3" fmla="*/ 1818967 h 1818967"/>
                <a:gd name="connsiteX4" fmla="*/ 0 w 2340077"/>
                <a:gd name="connsiteY4" fmla="*/ 1691148 h 1818967"/>
                <a:gd name="connsiteX0" fmla="*/ 0 w 2340077"/>
                <a:gd name="connsiteY0" fmla="*/ 1691148 h 1818967"/>
                <a:gd name="connsiteX1" fmla="*/ 383458 w 2340077"/>
                <a:gd name="connsiteY1" fmla="*/ 0 h 1818967"/>
                <a:gd name="connsiteX2" fmla="*/ 2340077 w 2340077"/>
                <a:gd name="connsiteY2" fmla="*/ 1386348 h 1818967"/>
                <a:gd name="connsiteX3" fmla="*/ 147484 w 2340077"/>
                <a:gd name="connsiteY3" fmla="*/ 1818967 h 1818967"/>
                <a:gd name="connsiteX4" fmla="*/ 0 w 2340077"/>
                <a:gd name="connsiteY4" fmla="*/ 1691148 h 1818967"/>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48464"/>
                <a:gd name="connsiteX1" fmla="*/ 383458 w 2340077"/>
                <a:gd name="connsiteY1" fmla="*/ 0 h 1848464"/>
                <a:gd name="connsiteX2" fmla="*/ 2340077 w 2340077"/>
                <a:gd name="connsiteY2" fmla="*/ 1386348 h 1848464"/>
                <a:gd name="connsiteX3" fmla="*/ 137651 w 2340077"/>
                <a:gd name="connsiteY3" fmla="*/ 1848464 h 1848464"/>
                <a:gd name="connsiteX4" fmla="*/ 0 w 2340077"/>
                <a:gd name="connsiteY4" fmla="*/ 1691148 h 18484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0077" h="1848464">
                  <a:moveTo>
                    <a:pt x="0" y="1691148"/>
                  </a:moveTo>
                  <a:cubicBezTo>
                    <a:pt x="167148" y="1304412"/>
                    <a:pt x="285136" y="770193"/>
                    <a:pt x="383458" y="0"/>
                  </a:cubicBezTo>
                  <a:lnTo>
                    <a:pt x="2340077" y="1386348"/>
                  </a:lnTo>
                  <a:cubicBezTo>
                    <a:pt x="871794" y="1579716"/>
                    <a:pt x="740695" y="1645264"/>
                    <a:pt x="137651" y="1848464"/>
                  </a:cubicBezTo>
                  <a:lnTo>
                    <a:pt x="0" y="1691148"/>
                  </a:ln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43" name="Group 242">
              <a:extLst>
                <a:ext uri="{FF2B5EF4-FFF2-40B4-BE49-F238E27FC236}">
                  <a16:creationId xmlns:a16="http://schemas.microsoft.com/office/drawing/2014/main" id="{937CC7FC-FB1E-3F44-8360-192E93D54F76}"/>
                </a:ext>
              </a:extLst>
            </p:cNvPr>
            <p:cNvGrpSpPr/>
            <p:nvPr/>
          </p:nvGrpSpPr>
          <p:grpSpPr>
            <a:xfrm>
              <a:off x="7323884" y="108155"/>
              <a:ext cx="2179649" cy="1445342"/>
              <a:chOff x="7323884" y="108155"/>
              <a:chExt cx="2179649" cy="1445342"/>
            </a:xfrm>
          </p:grpSpPr>
          <p:sp>
            <p:nvSpPr>
              <p:cNvPr id="244" name="Rectangle 243">
                <a:extLst>
                  <a:ext uri="{FF2B5EF4-FFF2-40B4-BE49-F238E27FC236}">
                    <a16:creationId xmlns:a16="http://schemas.microsoft.com/office/drawing/2014/main" id="{4491BF2B-1B3B-CC46-9290-459EE74E54A2}"/>
                  </a:ext>
                </a:extLst>
              </p:cNvPr>
              <p:cNvSpPr/>
              <p:nvPr/>
            </p:nvSpPr>
            <p:spPr>
              <a:xfrm>
                <a:off x="7413523" y="108155"/>
                <a:ext cx="1936954" cy="14355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45" name="Group 244">
                <a:extLst>
                  <a:ext uri="{FF2B5EF4-FFF2-40B4-BE49-F238E27FC236}">
                    <a16:creationId xmlns:a16="http://schemas.microsoft.com/office/drawing/2014/main" id="{FCF8DCB2-D709-AF40-B84B-C341D1A769CD}"/>
                  </a:ext>
                </a:extLst>
              </p:cNvPr>
              <p:cNvGrpSpPr/>
              <p:nvPr/>
            </p:nvGrpSpPr>
            <p:grpSpPr>
              <a:xfrm>
                <a:off x="7323884" y="120836"/>
                <a:ext cx="2179649" cy="1432661"/>
                <a:chOff x="7323884" y="120836"/>
                <a:chExt cx="2179649" cy="1432661"/>
              </a:xfrm>
            </p:grpSpPr>
            <p:sp>
              <p:nvSpPr>
                <p:cNvPr id="246" name="Rectangle 245">
                  <a:extLst>
                    <a:ext uri="{FF2B5EF4-FFF2-40B4-BE49-F238E27FC236}">
                      <a16:creationId xmlns:a16="http://schemas.microsoft.com/office/drawing/2014/main" id="{AAB1F5FE-4DFF-8942-96D2-1BF59A9B8ED7}"/>
                    </a:ext>
                  </a:extLst>
                </p:cNvPr>
                <p:cNvSpPr/>
                <p:nvPr/>
              </p:nvSpPr>
              <p:spPr>
                <a:xfrm>
                  <a:off x="7409951" y="124866"/>
                  <a:ext cx="1940525"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47" name="TextBox 246">
                  <a:extLst>
                    <a:ext uri="{FF2B5EF4-FFF2-40B4-BE49-F238E27FC236}">
                      <a16:creationId xmlns:a16="http://schemas.microsoft.com/office/drawing/2014/main" id="{02C346E9-CF40-A846-ACD9-F72DFBB9E805}"/>
                    </a:ext>
                  </a:extLst>
                </p:cNvPr>
                <p:cNvSpPr txBox="1"/>
                <p:nvPr/>
              </p:nvSpPr>
              <p:spPr>
                <a:xfrm>
                  <a:off x="7799764" y="120836"/>
                  <a:ext cx="1117197" cy="400110"/>
                </a:xfrm>
                <a:prstGeom prst="rect">
                  <a:avLst/>
                </a:prstGeom>
                <a:noFill/>
              </p:spPr>
              <p:txBody>
                <a:bodyPr wrap="square" rtlCol="0">
                  <a:spAutoFit/>
                </a:bodyPr>
                <a:lstStyle/>
                <a:p>
                  <a:pPr algn="ctr">
                    <a:spcAft>
                      <a:spcPts val="400"/>
                    </a:spcAft>
                  </a:pPr>
                  <a:r>
                    <a:rPr lang="en-US" sz="2000" dirty="0">
                      <a:solidFill>
                        <a:prstClr val="white"/>
                      </a:solidFill>
                    </a:rPr>
                    <a:t>DV in b:</a:t>
                  </a:r>
                </a:p>
              </p:txBody>
            </p:sp>
            <p:cxnSp>
              <p:nvCxnSpPr>
                <p:cNvPr id="248" name="Straight Connector 247">
                  <a:extLst>
                    <a:ext uri="{FF2B5EF4-FFF2-40B4-BE49-F238E27FC236}">
                      <a16:creationId xmlns:a16="http://schemas.microsoft.com/office/drawing/2014/main" id="{322E19FC-BD9D-FC41-8AF9-4540EB9B5BC4}"/>
                    </a:ext>
                  </a:extLst>
                </p:cNvPr>
                <p:cNvCxnSpPr>
                  <a:cxnSpLocks/>
                </p:cNvCxnSpPr>
                <p:nvPr/>
              </p:nvCxnSpPr>
              <p:spPr>
                <a:xfrm>
                  <a:off x="7401895" y="49525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49" name="Rectangle 248">
                  <a:extLst>
                    <a:ext uri="{FF2B5EF4-FFF2-40B4-BE49-F238E27FC236}">
                      <a16:creationId xmlns:a16="http://schemas.microsoft.com/office/drawing/2014/main" id="{14EC7CB6-196B-5E44-AD24-302ACAC213D8}"/>
                    </a:ext>
                  </a:extLst>
                </p:cNvPr>
                <p:cNvSpPr/>
                <p:nvPr/>
              </p:nvSpPr>
              <p:spPr>
                <a:xfrm>
                  <a:off x="7404189" y="124866"/>
                  <a:ext cx="1936455" cy="142863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50" name="TextBox 249">
                  <a:extLst>
                    <a:ext uri="{FF2B5EF4-FFF2-40B4-BE49-F238E27FC236}">
                      <a16:creationId xmlns:a16="http://schemas.microsoft.com/office/drawing/2014/main" id="{15AACE12-C210-0141-824B-658545F2E1EB}"/>
                    </a:ext>
                  </a:extLst>
                </p:cNvPr>
                <p:cNvSpPr txBox="1"/>
                <p:nvPr/>
              </p:nvSpPr>
              <p:spPr>
                <a:xfrm>
                  <a:off x="8392488" y="560500"/>
                  <a:ext cx="1111045" cy="978729"/>
                </a:xfrm>
                <a:prstGeom prst="rect">
                  <a:avLst/>
                </a:prstGeom>
                <a:noFill/>
              </p:spPr>
              <p:txBody>
                <a:bodyPr wrap="square" rtlCol="0">
                  <a:spAutoFit/>
                </a:bodyPr>
                <a:lstStyle/>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(f) =</a:t>
                  </a:r>
                  <a:r>
                    <a:rPr lang="en-US" sz="1600" dirty="0">
                      <a:solidFill>
                        <a:prstClr val="black"/>
                      </a:solidFill>
                      <a:cs typeface="Arial" charset="0"/>
                    </a:rPr>
                    <a:t> ∞</a:t>
                  </a:r>
                </a:p>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(g) =</a:t>
                  </a:r>
                  <a:r>
                    <a:rPr lang="en-US" sz="1600" dirty="0">
                      <a:solidFill>
                        <a:prstClr val="black"/>
                      </a:solidFill>
                      <a:cs typeface="Arial" charset="0"/>
                    </a:rPr>
                    <a:t> ∞</a:t>
                  </a:r>
                </a:p>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(h) =</a:t>
                  </a:r>
                  <a:r>
                    <a:rPr lang="en-US" sz="1600" dirty="0">
                      <a:solidFill>
                        <a:prstClr val="black"/>
                      </a:solidFill>
                      <a:cs typeface="Arial" charset="0"/>
                    </a:rPr>
                    <a:t> ∞</a:t>
                  </a:r>
                </a:p>
                <a:p>
                  <a:pPr>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sp>
              <p:nvSpPr>
                <p:cNvPr id="251" name="TextBox 250">
                  <a:extLst>
                    <a:ext uri="{FF2B5EF4-FFF2-40B4-BE49-F238E27FC236}">
                      <a16:creationId xmlns:a16="http://schemas.microsoft.com/office/drawing/2014/main" id="{8FBBD149-E4A4-7649-964F-57535C719AD2}"/>
                    </a:ext>
                  </a:extLst>
                </p:cNvPr>
                <p:cNvSpPr txBox="1"/>
                <p:nvPr/>
              </p:nvSpPr>
              <p:spPr>
                <a:xfrm>
                  <a:off x="7323884" y="557387"/>
                  <a:ext cx="1117197" cy="978729"/>
                </a:xfrm>
                <a:prstGeom prst="rect">
                  <a:avLst/>
                </a:prstGeom>
                <a:noFill/>
              </p:spPr>
              <p:txBody>
                <a:bodyPr wrap="square" rtlCol="0">
                  <a:spAutoFit/>
                </a:bodyPr>
                <a:lstStyle/>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(a) = 8</a:t>
                  </a:r>
                  <a:endParaRPr lang="en-US" sz="1600" dirty="0">
                    <a:solidFill>
                      <a:prstClr val="black"/>
                    </a:solidFill>
                    <a:cs typeface="Arial" charset="0"/>
                  </a:endParaRPr>
                </a:p>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(c) =</a:t>
                  </a:r>
                  <a:r>
                    <a:rPr lang="en-US" sz="1600" dirty="0">
                      <a:solidFill>
                        <a:prstClr val="black"/>
                      </a:solidFill>
                      <a:cs typeface="Arial" charset="0"/>
                    </a:rPr>
                    <a:t> 1</a:t>
                  </a:r>
                  <a:endParaRPr lang="en-US" sz="1600" dirty="0">
                    <a:solidFill>
                      <a:prstClr val="black"/>
                    </a:solidFill>
                  </a:endParaRPr>
                </a:p>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(d) =</a:t>
                  </a:r>
                  <a:r>
                    <a:rPr lang="en-US" sz="1600" dirty="0">
                      <a:solidFill>
                        <a:prstClr val="black"/>
                      </a:solidFill>
                      <a:cs typeface="Arial" charset="0"/>
                    </a:rPr>
                    <a:t> ∞</a:t>
                  </a:r>
                  <a:endParaRPr lang="en-US" sz="1600" dirty="0">
                    <a:solidFill>
                      <a:prstClr val="black"/>
                    </a:solidFill>
                  </a:endParaRPr>
                </a:p>
                <a:p>
                  <a:pPr marL="114300" lvl="1">
                    <a:lnSpc>
                      <a:spcPct val="90000"/>
                    </a:lnSpc>
                  </a:pPr>
                  <a:r>
                    <a:rPr lang="en-US" sz="1600" dirty="0">
                      <a:solidFill>
                        <a:prstClr val="black"/>
                      </a:solidFill>
                    </a:rPr>
                    <a:t>D</a:t>
                  </a:r>
                  <a:r>
                    <a:rPr lang="en-US" sz="1600" baseline="-25000" dirty="0">
                      <a:solidFill>
                        <a:prstClr val="black"/>
                      </a:solidFill>
                    </a:rPr>
                    <a:t>b</a:t>
                  </a:r>
                  <a:r>
                    <a:rPr lang="en-US" sz="1600" dirty="0">
                      <a:solidFill>
                        <a:prstClr val="black"/>
                      </a:solidFill>
                    </a:rPr>
                    <a:t>(e) =</a:t>
                  </a:r>
                  <a:r>
                    <a:rPr lang="en-US" sz="1600" dirty="0">
                      <a:solidFill>
                        <a:prstClr val="black"/>
                      </a:solidFill>
                      <a:cs typeface="Arial" charset="0"/>
                    </a:rPr>
                    <a:t> 1</a:t>
                  </a:r>
                  <a:endParaRPr lang="en-US" sz="1600" dirty="0">
                    <a:solidFill>
                      <a:prstClr val="black"/>
                    </a:solidFill>
                  </a:endParaRPr>
                </a:p>
              </p:txBody>
            </p:sp>
          </p:grpSp>
        </p:grpSp>
      </p:grpSp>
      <p:sp>
        <p:nvSpPr>
          <p:cNvPr id="281" name="TextBox 280">
            <a:extLst>
              <a:ext uri="{FF2B5EF4-FFF2-40B4-BE49-F238E27FC236}">
                <a16:creationId xmlns:a16="http://schemas.microsoft.com/office/drawing/2014/main" id="{9547E6FC-ED98-A842-83E6-5B393D42D482}"/>
              </a:ext>
            </a:extLst>
          </p:cNvPr>
          <p:cNvSpPr txBox="1"/>
          <p:nvPr/>
        </p:nvSpPr>
        <p:spPr>
          <a:xfrm flipH="1">
            <a:off x="348626" y="3078991"/>
            <a:ext cx="2195814" cy="590931"/>
          </a:xfrm>
          <a:prstGeom prst="rect">
            <a:avLst/>
          </a:prstGeom>
          <a:noFill/>
        </p:spPr>
        <p:txBody>
          <a:bodyPr wrap="square" rtlCol="0">
            <a:spAutoFit/>
          </a:bodyPr>
          <a:lstStyle/>
          <a:p>
            <a:pPr marL="285750" indent="-285750">
              <a:lnSpc>
                <a:spcPct val="90000"/>
              </a:lnSpc>
              <a:buClr>
                <a:srgbClr val="0000A8"/>
              </a:buClr>
              <a:buFont typeface="Wingdings" pitchFamily="2" charset="2"/>
              <a:buChar char="§"/>
            </a:pPr>
            <a:r>
              <a:rPr lang="en-US" dirty="0">
                <a:solidFill>
                  <a:prstClr val="black"/>
                </a:solidFill>
              </a:rPr>
              <a:t>e receives DVs from b, d, f, h</a:t>
            </a:r>
          </a:p>
        </p:txBody>
      </p:sp>
      <p:grpSp>
        <p:nvGrpSpPr>
          <p:cNvPr id="314" name="Group 313">
            <a:extLst>
              <a:ext uri="{FF2B5EF4-FFF2-40B4-BE49-F238E27FC236}">
                <a16:creationId xmlns:a16="http://schemas.microsoft.com/office/drawing/2014/main" id="{917871C2-1731-FE43-944D-6364CCE85DA9}"/>
              </a:ext>
            </a:extLst>
          </p:cNvPr>
          <p:cNvGrpSpPr/>
          <p:nvPr/>
        </p:nvGrpSpPr>
        <p:grpSpPr>
          <a:xfrm>
            <a:off x="4333785" y="1906063"/>
            <a:ext cx="4395351" cy="404576"/>
            <a:chOff x="4333785" y="5772213"/>
            <a:chExt cx="4395351" cy="404576"/>
          </a:xfrm>
        </p:grpSpPr>
        <p:grpSp>
          <p:nvGrpSpPr>
            <p:cNvPr id="315" name="Group 314">
              <a:extLst>
                <a:ext uri="{FF2B5EF4-FFF2-40B4-BE49-F238E27FC236}">
                  <a16:creationId xmlns:a16="http://schemas.microsoft.com/office/drawing/2014/main" id="{68E7B419-D4D3-3A4B-86E1-D40C76B2BB2C}"/>
                </a:ext>
              </a:extLst>
            </p:cNvPr>
            <p:cNvGrpSpPr/>
            <p:nvPr/>
          </p:nvGrpSpPr>
          <p:grpSpPr>
            <a:xfrm>
              <a:off x="4333785" y="5772213"/>
              <a:ext cx="531821" cy="369069"/>
              <a:chOff x="1348328" y="2475647"/>
              <a:chExt cx="603916" cy="419100"/>
            </a:xfrm>
          </p:grpSpPr>
          <p:grpSp>
            <p:nvGrpSpPr>
              <p:cNvPr id="336" name="Group 335">
                <a:extLst>
                  <a:ext uri="{FF2B5EF4-FFF2-40B4-BE49-F238E27FC236}">
                    <a16:creationId xmlns:a16="http://schemas.microsoft.com/office/drawing/2014/main" id="{93705575-DDBD-3D44-B843-C77E28CEAAD2}"/>
                  </a:ext>
                </a:extLst>
              </p:cNvPr>
              <p:cNvGrpSpPr/>
              <p:nvPr/>
            </p:nvGrpSpPr>
            <p:grpSpPr>
              <a:xfrm>
                <a:off x="1348328" y="2555748"/>
                <a:ext cx="603916" cy="308999"/>
                <a:chOff x="5278570" y="2983486"/>
                <a:chExt cx="501650" cy="233363"/>
              </a:xfrm>
            </p:grpSpPr>
            <p:sp>
              <p:nvSpPr>
                <p:cNvPr id="340" name="Oval 5">
                  <a:extLst>
                    <a:ext uri="{FF2B5EF4-FFF2-40B4-BE49-F238E27FC236}">
                      <a16:creationId xmlns:a16="http://schemas.microsoft.com/office/drawing/2014/main" id="{AF888CEF-6837-CD45-809F-91550C92C80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1" name="Line 6">
                  <a:extLst>
                    <a:ext uri="{FF2B5EF4-FFF2-40B4-BE49-F238E27FC236}">
                      <a16:creationId xmlns:a16="http://schemas.microsoft.com/office/drawing/2014/main" id="{4535759C-A65E-D84B-9508-03E1DC0B824C}"/>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2" name="Line 7">
                  <a:extLst>
                    <a:ext uri="{FF2B5EF4-FFF2-40B4-BE49-F238E27FC236}">
                      <a16:creationId xmlns:a16="http://schemas.microsoft.com/office/drawing/2014/main" id="{FFA7BAB7-E53C-EC41-ACE7-66FCD862969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43" name="Rectangle 8">
                  <a:extLst>
                    <a:ext uri="{FF2B5EF4-FFF2-40B4-BE49-F238E27FC236}">
                      <a16:creationId xmlns:a16="http://schemas.microsoft.com/office/drawing/2014/main" id="{69E05203-3EC0-6447-8988-D4F7C2150FA6}"/>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44" name="Oval 9">
                  <a:extLst>
                    <a:ext uri="{FF2B5EF4-FFF2-40B4-BE49-F238E27FC236}">
                      <a16:creationId xmlns:a16="http://schemas.microsoft.com/office/drawing/2014/main" id="{D9043B05-A159-7D41-90D4-718D621EA02B}"/>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37" name="Group 44">
                <a:extLst>
                  <a:ext uri="{FF2B5EF4-FFF2-40B4-BE49-F238E27FC236}">
                    <a16:creationId xmlns:a16="http://schemas.microsoft.com/office/drawing/2014/main" id="{230264F8-C92F-C344-8341-A92C3D105F2A}"/>
                  </a:ext>
                </a:extLst>
              </p:cNvPr>
              <p:cNvGrpSpPr>
                <a:grpSpLocks/>
              </p:cNvGrpSpPr>
              <p:nvPr/>
            </p:nvGrpSpPr>
            <p:grpSpPr bwMode="auto">
              <a:xfrm>
                <a:off x="1456374" y="2475647"/>
                <a:ext cx="355165" cy="419100"/>
                <a:chOff x="2944" y="2405"/>
                <a:chExt cx="227" cy="264"/>
              </a:xfrm>
            </p:grpSpPr>
            <p:sp>
              <p:nvSpPr>
                <p:cNvPr id="338" name="Rectangle 45">
                  <a:extLst>
                    <a:ext uri="{FF2B5EF4-FFF2-40B4-BE49-F238E27FC236}">
                      <a16:creationId xmlns:a16="http://schemas.microsoft.com/office/drawing/2014/main" id="{F2B81453-DE5E-984D-B97A-6884B0BDD35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9" name="Text Box 46">
                  <a:extLst>
                    <a:ext uri="{FF2B5EF4-FFF2-40B4-BE49-F238E27FC236}">
                      <a16:creationId xmlns:a16="http://schemas.microsoft.com/office/drawing/2014/main" id="{35E945F9-D699-744B-ACB7-587B2AA668D3}"/>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a</a:t>
                  </a:r>
                  <a:endParaRPr lang="en-US" sz="2000" kern="0" dirty="0">
                    <a:solidFill>
                      <a:srgbClr val="000000"/>
                    </a:solidFill>
                  </a:endParaRPr>
                </a:p>
              </p:txBody>
            </p:sp>
          </p:grpSp>
        </p:grpSp>
        <p:grpSp>
          <p:nvGrpSpPr>
            <p:cNvPr id="316" name="Group 315">
              <a:extLst>
                <a:ext uri="{FF2B5EF4-FFF2-40B4-BE49-F238E27FC236}">
                  <a16:creationId xmlns:a16="http://schemas.microsoft.com/office/drawing/2014/main" id="{1CE7BA36-0E22-4F41-B503-121F0E8FF751}"/>
                </a:ext>
              </a:extLst>
            </p:cNvPr>
            <p:cNvGrpSpPr/>
            <p:nvPr/>
          </p:nvGrpSpPr>
          <p:grpSpPr>
            <a:xfrm>
              <a:off x="6263949" y="5807720"/>
              <a:ext cx="531821" cy="369069"/>
              <a:chOff x="1348328" y="2507397"/>
              <a:chExt cx="603916" cy="419100"/>
            </a:xfrm>
          </p:grpSpPr>
          <p:grpSp>
            <p:nvGrpSpPr>
              <p:cNvPr id="327" name="Group 326">
                <a:extLst>
                  <a:ext uri="{FF2B5EF4-FFF2-40B4-BE49-F238E27FC236}">
                    <a16:creationId xmlns:a16="http://schemas.microsoft.com/office/drawing/2014/main" id="{ABA31A37-F3CD-1746-9C86-0557D36C5404}"/>
                  </a:ext>
                </a:extLst>
              </p:cNvPr>
              <p:cNvGrpSpPr/>
              <p:nvPr/>
            </p:nvGrpSpPr>
            <p:grpSpPr>
              <a:xfrm>
                <a:off x="1348328" y="2555748"/>
                <a:ext cx="603916" cy="308999"/>
                <a:chOff x="5278570" y="2983486"/>
                <a:chExt cx="501650" cy="233363"/>
              </a:xfrm>
            </p:grpSpPr>
            <p:sp>
              <p:nvSpPr>
                <p:cNvPr id="331" name="Oval 5">
                  <a:extLst>
                    <a:ext uri="{FF2B5EF4-FFF2-40B4-BE49-F238E27FC236}">
                      <a16:creationId xmlns:a16="http://schemas.microsoft.com/office/drawing/2014/main" id="{39C9919B-E459-6946-BAB3-A266303D27E7}"/>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2" name="Line 6">
                  <a:extLst>
                    <a:ext uri="{FF2B5EF4-FFF2-40B4-BE49-F238E27FC236}">
                      <a16:creationId xmlns:a16="http://schemas.microsoft.com/office/drawing/2014/main" id="{61A62C09-3017-A541-9429-460C1A7F6B50}"/>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3" name="Line 7">
                  <a:extLst>
                    <a:ext uri="{FF2B5EF4-FFF2-40B4-BE49-F238E27FC236}">
                      <a16:creationId xmlns:a16="http://schemas.microsoft.com/office/drawing/2014/main" id="{86063EB7-D2C3-3447-B2FD-57FC1E74D327}"/>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4" name="Rectangle 8">
                  <a:extLst>
                    <a:ext uri="{FF2B5EF4-FFF2-40B4-BE49-F238E27FC236}">
                      <a16:creationId xmlns:a16="http://schemas.microsoft.com/office/drawing/2014/main" id="{BD5BCC42-3550-DF4A-BB55-F643AEBFD9AD}"/>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35" name="Oval 9">
                  <a:extLst>
                    <a:ext uri="{FF2B5EF4-FFF2-40B4-BE49-F238E27FC236}">
                      <a16:creationId xmlns:a16="http://schemas.microsoft.com/office/drawing/2014/main" id="{74611398-E647-494F-A7BD-186BB5CB5454}"/>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28" name="Group 44">
                <a:extLst>
                  <a:ext uri="{FF2B5EF4-FFF2-40B4-BE49-F238E27FC236}">
                    <a16:creationId xmlns:a16="http://schemas.microsoft.com/office/drawing/2014/main" id="{B57BC638-F090-114B-B8BF-7E2F4A6CC8F0}"/>
                  </a:ext>
                </a:extLst>
              </p:cNvPr>
              <p:cNvGrpSpPr>
                <a:grpSpLocks/>
              </p:cNvGrpSpPr>
              <p:nvPr/>
            </p:nvGrpSpPr>
            <p:grpSpPr bwMode="auto">
              <a:xfrm>
                <a:off x="1456374" y="2507397"/>
                <a:ext cx="355165" cy="419100"/>
                <a:chOff x="2944" y="2425"/>
                <a:chExt cx="227" cy="264"/>
              </a:xfrm>
            </p:grpSpPr>
            <p:sp>
              <p:nvSpPr>
                <p:cNvPr id="329" name="Rectangle 45">
                  <a:extLst>
                    <a:ext uri="{FF2B5EF4-FFF2-40B4-BE49-F238E27FC236}">
                      <a16:creationId xmlns:a16="http://schemas.microsoft.com/office/drawing/2014/main" id="{0F91A427-A1B7-A54C-8320-A92F425DFC7E}"/>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30" name="Text Box 46">
                  <a:extLst>
                    <a:ext uri="{FF2B5EF4-FFF2-40B4-BE49-F238E27FC236}">
                      <a16:creationId xmlns:a16="http://schemas.microsoft.com/office/drawing/2014/main" id="{E600E15A-04DE-4F44-AD3B-D284039393AF}"/>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b</a:t>
                  </a:r>
                  <a:endParaRPr lang="en-US" sz="2000" kern="0" dirty="0">
                    <a:solidFill>
                      <a:srgbClr val="000000"/>
                    </a:solidFill>
                  </a:endParaRPr>
                </a:p>
              </p:txBody>
            </p:sp>
          </p:grpSp>
        </p:grpSp>
        <p:grpSp>
          <p:nvGrpSpPr>
            <p:cNvPr id="317" name="Group 316">
              <a:extLst>
                <a:ext uri="{FF2B5EF4-FFF2-40B4-BE49-F238E27FC236}">
                  <a16:creationId xmlns:a16="http://schemas.microsoft.com/office/drawing/2014/main" id="{2EB87748-B820-0349-A8AC-FE8BBD55B257}"/>
                </a:ext>
              </a:extLst>
            </p:cNvPr>
            <p:cNvGrpSpPr/>
            <p:nvPr/>
          </p:nvGrpSpPr>
          <p:grpSpPr>
            <a:xfrm>
              <a:off x="8197315" y="5805271"/>
              <a:ext cx="531821" cy="369069"/>
              <a:chOff x="1348328" y="2507397"/>
              <a:chExt cx="603916" cy="419100"/>
            </a:xfrm>
          </p:grpSpPr>
          <p:grpSp>
            <p:nvGrpSpPr>
              <p:cNvPr id="318" name="Group 317">
                <a:extLst>
                  <a:ext uri="{FF2B5EF4-FFF2-40B4-BE49-F238E27FC236}">
                    <a16:creationId xmlns:a16="http://schemas.microsoft.com/office/drawing/2014/main" id="{EB6E4C7D-CDAA-7F47-A797-1E5FB2A80494}"/>
                  </a:ext>
                </a:extLst>
              </p:cNvPr>
              <p:cNvGrpSpPr/>
              <p:nvPr/>
            </p:nvGrpSpPr>
            <p:grpSpPr>
              <a:xfrm>
                <a:off x="1348328" y="2555748"/>
                <a:ext cx="603916" cy="308999"/>
                <a:chOff x="5278570" y="2983486"/>
                <a:chExt cx="501650" cy="233363"/>
              </a:xfrm>
            </p:grpSpPr>
            <p:sp>
              <p:nvSpPr>
                <p:cNvPr id="322" name="Oval 5">
                  <a:extLst>
                    <a:ext uri="{FF2B5EF4-FFF2-40B4-BE49-F238E27FC236}">
                      <a16:creationId xmlns:a16="http://schemas.microsoft.com/office/drawing/2014/main" id="{F9943B67-FB21-3647-869F-669BE6A721C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3" name="Line 6">
                  <a:extLst>
                    <a:ext uri="{FF2B5EF4-FFF2-40B4-BE49-F238E27FC236}">
                      <a16:creationId xmlns:a16="http://schemas.microsoft.com/office/drawing/2014/main" id="{57CCD935-17C4-B04B-B482-9A946E848EC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4" name="Line 7">
                  <a:extLst>
                    <a:ext uri="{FF2B5EF4-FFF2-40B4-BE49-F238E27FC236}">
                      <a16:creationId xmlns:a16="http://schemas.microsoft.com/office/drawing/2014/main" id="{2FE8EAFF-CC53-364C-974F-2F913B960D6B}"/>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5" name="Rectangle 8">
                  <a:extLst>
                    <a:ext uri="{FF2B5EF4-FFF2-40B4-BE49-F238E27FC236}">
                      <a16:creationId xmlns:a16="http://schemas.microsoft.com/office/drawing/2014/main" id="{B25B691E-9E1D-1E4F-9419-9156013814CE}"/>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26" name="Oval 9">
                  <a:extLst>
                    <a:ext uri="{FF2B5EF4-FFF2-40B4-BE49-F238E27FC236}">
                      <a16:creationId xmlns:a16="http://schemas.microsoft.com/office/drawing/2014/main" id="{9CB3B73F-9E39-EC4E-83F7-FBE10697408E}"/>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19" name="Group 44">
                <a:extLst>
                  <a:ext uri="{FF2B5EF4-FFF2-40B4-BE49-F238E27FC236}">
                    <a16:creationId xmlns:a16="http://schemas.microsoft.com/office/drawing/2014/main" id="{0F42679C-ED56-BC45-8C82-597609DBD4D2}"/>
                  </a:ext>
                </a:extLst>
              </p:cNvPr>
              <p:cNvGrpSpPr>
                <a:grpSpLocks/>
              </p:cNvGrpSpPr>
              <p:nvPr/>
            </p:nvGrpSpPr>
            <p:grpSpPr bwMode="auto">
              <a:xfrm>
                <a:off x="1464216" y="2507397"/>
                <a:ext cx="341085" cy="419100"/>
                <a:chOff x="2949" y="2425"/>
                <a:chExt cx="218" cy="264"/>
              </a:xfrm>
            </p:grpSpPr>
            <p:sp>
              <p:nvSpPr>
                <p:cNvPr id="320" name="Rectangle 45">
                  <a:extLst>
                    <a:ext uri="{FF2B5EF4-FFF2-40B4-BE49-F238E27FC236}">
                      <a16:creationId xmlns:a16="http://schemas.microsoft.com/office/drawing/2014/main" id="{CF557465-1C6C-1245-9762-D6D2D9F891F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21" name="Text Box 46">
                  <a:extLst>
                    <a:ext uri="{FF2B5EF4-FFF2-40B4-BE49-F238E27FC236}">
                      <a16:creationId xmlns:a16="http://schemas.microsoft.com/office/drawing/2014/main" id="{CEEF1658-9381-E84D-81A0-1A501484FB8A}"/>
                    </a:ext>
                  </a:extLst>
                </p:cNvPr>
                <p:cNvSpPr txBox="1">
                  <a:spLocks noChangeArrowheads="1"/>
                </p:cNvSpPr>
                <p:nvPr/>
              </p:nvSpPr>
              <p:spPr bwMode="auto">
                <a:xfrm>
                  <a:off x="2949" y="2425"/>
                  <a:ext cx="218"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c</a:t>
                  </a:r>
                  <a:endParaRPr lang="en-US" sz="2000" kern="0" dirty="0">
                    <a:solidFill>
                      <a:srgbClr val="000000"/>
                    </a:solidFill>
                  </a:endParaRPr>
                </a:p>
              </p:txBody>
            </p:sp>
          </p:grpSp>
        </p:grpSp>
      </p:grpSp>
      <p:sp>
        <p:nvSpPr>
          <p:cNvPr id="183" name="Freeform 182">
            <a:extLst>
              <a:ext uri="{FF2B5EF4-FFF2-40B4-BE49-F238E27FC236}">
                <a16:creationId xmlns:a16="http://schemas.microsoft.com/office/drawing/2014/main" id="{2593EFCC-23E2-4043-94E6-A9E17FCC79C5}"/>
              </a:ext>
            </a:extLst>
          </p:cNvPr>
          <p:cNvSpPr/>
          <p:nvPr/>
        </p:nvSpPr>
        <p:spPr>
          <a:xfrm>
            <a:off x="6774755" y="1106458"/>
            <a:ext cx="2967758" cy="3014570"/>
          </a:xfrm>
          <a:custGeom>
            <a:avLst/>
            <a:gdLst>
              <a:gd name="connsiteX0" fmla="*/ 0 w 2615381"/>
              <a:gd name="connsiteY0" fmla="*/ 0 h 2615381"/>
              <a:gd name="connsiteX1" fmla="*/ 2595716 w 2615381"/>
              <a:gd name="connsiteY1" fmla="*/ 235975 h 2615381"/>
              <a:gd name="connsiteX2" fmla="*/ 2615381 w 2615381"/>
              <a:gd name="connsiteY2" fmla="*/ 2615381 h 2615381"/>
              <a:gd name="connsiteX3" fmla="*/ 9832 w 2615381"/>
              <a:gd name="connsiteY3" fmla="*/ 167149 h 2615381"/>
              <a:gd name="connsiteX4" fmla="*/ 0 w 2615381"/>
              <a:gd name="connsiteY4" fmla="*/ 0 h 2615381"/>
              <a:gd name="connsiteX0" fmla="*/ 0 w 2654709"/>
              <a:gd name="connsiteY0" fmla="*/ 0 h 2615381"/>
              <a:gd name="connsiteX1" fmla="*/ 2654709 w 2654709"/>
              <a:gd name="connsiteY1" fmla="*/ 255639 h 2615381"/>
              <a:gd name="connsiteX2" fmla="*/ 2615381 w 2654709"/>
              <a:gd name="connsiteY2" fmla="*/ 2615381 h 2615381"/>
              <a:gd name="connsiteX3" fmla="*/ 9832 w 2654709"/>
              <a:gd name="connsiteY3" fmla="*/ 167149 h 2615381"/>
              <a:gd name="connsiteX4" fmla="*/ 0 w 2654709"/>
              <a:gd name="connsiteY4" fmla="*/ 0 h 2615381"/>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29497 w 2684207"/>
              <a:gd name="connsiteY0" fmla="*/ 0 h 2605549"/>
              <a:gd name="connsiteX1" fmla="*/ 2684206 w 2684207"/>
              <a:gd name="connsiteY1" fmla="*/ 255639 h 2605549"/>
              <a:gd name="connsiteX2" fmla="*/ 2684207 w 2684207"/>
              <a:gd name="connsiteY2" fmla="*/ 2605549 h 2605549"/>
              <a:gd name="connsiteX3" fmla="*/ 0 w 2684207"/>
              <a:gd name="connsiteY3" fmla="*/ 176981 h 2605549"/>
              <a:gd name="connsiteX4" fmla="*/ 29497 w 2684207"/>
              <a:gd name="connsiteY4" fmla="*/ 0 h 2605549"/>
              <a:gd name="connsiteX0" fmla="*/ 29497 w 2684207"/>
              <a:gd name="connsiteY0" fmla="*/ 0 h 2605549"/>
              <a:gd name="connsiteX1" fmla="*/ 2684206 w 2684207"/>
              <a:gd name="connsiteY1" fmla="*/ 255639 h 2605549"/>
              <a:gd name="connsiteX2" fmla="*/ 2684207 w 2684207"/>
              <a:gd name="connsiteY2" fmla="*/ 2605549 h 2605549"/>
              <a:gd name="connsiteX3" fmla="*/ 0 w 2684207"/>
              <a:gd name="connsiteY3" fmla="*/ 176981 h 2605549"/>
              <a:gd name="connsiteX4" fmla="*/ 29497 w 2684207"/>
              <a:gd name="connsiteY4" fmla="*/ 0 h 2605549"/>
              <a:gd name="connsiteX0" fmla="*/ 226143 w 2880853"/>
              <a:gd name="connsiteY0" fmla="*/ 0 h 2605549"/>
              <a:gd name="connsiteX1" fmla="*/ 2880852 w 2880853"/>
              <a:gd name="connsiteY1" fmla="*/ 255639 h 2605549"/>
              <a:gd name="connsiteX2" fmla="*/ 2880853 w 2880853"/>
              <a:gd name="connsiteY2" fmla="*/ 2605549 h 2605549"/>
              <a:gd name="connsiteX3" fmla="*/ 0 w 2880853"/>
              <a:gd name="connsiteY3" fmla="*/ 1543665 h 2605549"/>
              <a:gd name="connsiteX4" fmla="*/ 226143 w 2880853"/>
              <a:gd name="connsiteY4" fmla="*/ 0 h 2605549"/>
              <a:gd name="connsiteX0" fmla="*/ 226143 w 2880853"/>
              <a:gd name="connsiteY0" fmla="*/ 0 h 2605549"/>
              <a:gd name="connsiteX1" fmla="*/ 2880852 w 2880853"/>
              <a:gd name="connsiteY1" fmla="*/ 255639 h 2605549"/>
              <a:gd name="connsiteX2" fmla="*/ 2880853 w 2880853"/>
              <a:gd name="connsiteY2" fmla="*/ 2605549 h 2605549"/>
              <a:gd name="connsiteX3" fmla="*/ 0 w 2880853"/>
              <a:gd name="connsiteY3" fmla="*/ 1543665 h 2605549"/>
              <a:gd name="connsiteX4" fmla="*/ 226143 w 2880853"/>
              <a:gd name="connsiteY4" fmla="*/ 0 h 2605549"/>
              <a:gd name="connsiteX0" fmla="*/ 226143 w 2880853"/>
              <a:gd name="connsiteY0" fmla="*/ 0 h 2605549"/>
              <a:gd name="connsiteX1" fmla="*/ 2880852 w 2880853"/>
              <a:gd name="connsiteY1" fmla="*/ 255639 h 2605549"/>
              <a:gd name="connsiteX2" fmla="*/ 2880853 w 2880853"/>
              <a:gd name="connsiteY2" fmla="*/ 2605549 h 2605549"/>
              <a:gd name="connsiteX3" fmla="*/ 0 w 2880853"/>
              <a:gd name="connsiteY3" fmla="*/ 1543665 h 2605549"/>
              <a:gd name="connsiteX4" fmla="*/ 226143 w 2880853"/>
              <a:gd name="connsiteY4" fmla="*/ 0 h 2605549"/>
              <a:gd name="connsiteX0" fmla="*/ 0 w 2939845"/>
              <a:gd name="connsiteY0" fmla="*/ 1140541 h 2349910"/>
              <a:gd name="connsiteX1" fmla="*/ 2939844 w 2939845"/>
              <a:gd name="connsiteY1" fmla="*/ 0 h 2349910"/>
              <a:gd name="connsiteX2" fmla="*/ 2939845 w 2939845"/>
              <a:gd name="connsiteY2" fmla="*/ 2349910 h 2349910"/>
              <a:gd name="connsiteX3" fmla="*/ 58992 w 2939845"/>
              <a:gd name="connsiteY3" fmla="*/ 1288026 h 2349910"/>
              <a:gd name="connsiteX4" fmla="*/ 0 w 2939845"/>
              <a:gd name="connsiteY4" fmla="*/ 1140541 h 2349910"/>
              <a:gd name="connsiteX0" fmla="*/ 0 w 2939845"/>
              <a:gd name="connsiteY0" fmla="*/ 1140541 h 2349910"/>
              <a:gd name="connsiteX1" fmla="*/ 2939844 w 2939845"/>
              <a:gd name="connsiteY1" fmla="*/ 0 h 2349910"/>
              <a:gd name="connsiteX2" fmla="*/ 2939845 w 2939845"/>
              <a:gd name="connsiteY2" fmla="*/ 2349910 h 2349910"/>
              <a:gd name="connsiteX3" fmla="*/ 58992 w 2939845"/>
              <a:gd name="connsiteY3" fmla="*/ 1288026 h 2349910"/>
              <a:gd name="connsiteX4" fmla="*/ 0 w 2939845"/>
              <a:gd name="connsiteY4" fmla="*/ 1140541 h 2349910"/>
              <a:gd name="connsiteX0" fmla="*/ 0 w 2939845"/>
              <a:gd name="connsiteY0" fmla="*/ 1140541 h 2349910"/>
              <a:gd name="connsiteX1" fmla="*/ 2939844 w 2939845"/>
              <a:gd name="connsiteY1" fmla="*/ 0 h 2349910"/>
              <a:gd name="connsiteX2" fmla="*/ 2939845 w 2939845"/>
              <a:gd name="connsiteY2" fmla="*/ 2349910 h 2349910"/>
              <a:gd name="connsiteX3" fmla="*/ 58992 w 2939845"/>
              <a:gd name="connsiteY3" fmla="*/ 1288026 h 2349910"/>
              <a:gd name="connsiteX4" fmla="*/ 0 w 2939845"/>
              <a:gd name="connsiteY4" fmla="*/ 1140541 h 2349910"/>
              <a:gd name="connsiteX0" fmla="*/ 0 w 2939845"/>
              <a:gd name="connsiteY0" fmla="*/ 1140541 h 2349910"/>
              <a:gd name="connsiteX1" fmla="*/ 2939844 w 2939845"/>
              <a:gd name="connsiteY1" fmla="*/ 0 h 2349910"/>
              <a:gd name="connsiteX2" fmla="*/ 2939845 w 2939845"/>
              <a:gd name="connsiteY2" fmla="*/ 2349910 h 2349910"/>
              <a:gd name="connsiteX3" fmla="*/ 19663 w 2939845"/>
              <a:gd name="connsiteY3" fmla="*/ 1307690 h 2349910"/>
              <a:gd name="connsiteX4" fmla="*/ 0 w 2939845"/>
              <a:gd name="connsiteY4" fmla="*/ 1140541 h 2349910"/>
              <a:gd name="connsiteX0" fmla="*/ 0 w 2939844"/>
              <a:gd name="connsiteY0" fmla="*/ 1140541 h 2878230"/>
              <a:gd name="connsiteX1" fmla="*/ 2939844 w 2939844"/>
              <a:gd name="connsiteY1" fmla="*/ 0 h 2878230"/>
              <a:gd name="connsiteX2" fmla="*/ 2919525 w 2939844"/>
              <a:gd name="connsiteY2" fmla="*/ 2878230 h 2878230"/>
              <a:gd name="connsiteX3" fmla="*/ 19663 w 2939844"/>
              <a:gd name="connsiteY3" fmla="*/ 1307690 h 2878230"/>
              <a:gd name="connsiteX4" fmla="*/ 0 w 2939844"/>
              <a:gd name="connsiteY4" fmla="*/ 1140541 h 2878230"/>
              <a:gd name="connsiteX0" fmla="*/ 0 w 2939844"/>
              <a:gd name="connsiteY0" fmla="*/ 1140541 h 2878230"/>
              <a:gd name="connsiteX1" fmla="*/ 2939844 w 2939844"/>
              <a:gd name="connsiteY1" fmla="*/ 0 h 2878230"/>
              <a:gd name="connsiteX2" fmla="*/ 2919525 w 2939844"/>
              <a:gd name="connsiteY2" fmla="*/ 2878230 h 2878230"/>
              <a:gd name="connsiteX3" fmla="*/ 19663 w 2939844"/>
              <a:gd name="connsiteY3" fmla="*/ 1307690 h 2878230"/>
              <a:gd name="connsiteX4" fmla="*/ 0 w 2939844"/>
              <a:gd name="connsiteY4" fmla="*/ 1140541 h 2878230"/>
              <a:gd name="connsiteX0" fmla="*/ 0 w 2919525"/>
              <a:gd name="connsiteY0" fmla="*/ 896701 h 2634390"/>
              <a:gd name="connsiteX1" fmla="*/ 2899204 w 2919525"/>
              <a:gd name="connsiteY1" fmla="*/ 0 h 2634390"/>
              <a:gd name="connsiteX2" fmla="*/ 2919525 w 2919525"/>
              <a:gd name="connsiteY2" fmla="*/ 2634390 h 2634390"/>
              <a:gd name="connsiteX3" fmla="*/ 19663 w 2919525"/>
              <a:gd name="connsiteY3" fmla="*/ 1063850 h 2634390"/>
              <a:gd name="connsiteX4" fmla="*/ 0 w 2919525"/>
              <a:gd name="connsiteY4" fmla="*/ 896701 h 2634390"/>
              <a:gd name="connsiteX0" fmla="*/ 0 w 2919525"/>
              <a:gd name="connsiteY0" fmla="*/ 896701 h 2634390"/>
              <a:gd name="connsiteX1" fmla="*/ 2899204 w 2919525"/>
              <a:gd name="connsiteY1" fmla="*/ 0 h 2634390"/>
              <a:gd name="connsiteX2" fmla="*/ 2919525 w 2919525"/>
              <a:gd name="connsiteY2" fmla="*/ 2634390 h 2634390"/>
              <a:gd name="connsiteX3" fmla="*/ 19663 w 2919525"/>
              <a:gd name="connsiteY3" fmla="*/ 1063850 h 2634390"/>
              <a:gd name="connsiteX4" fmla="*/ 0 w 2919525"/>
              <a:gd name="connsiteY4" fmla="*/ 896701 h 2634390"/>
              <a:gd name="connsiteX0" fmla="*/ 0 w 2919525"/>
              <a:gd name="connsiteY0" fmla="*/ 896701 h 2634390"/>
              <a:gd name="connsiteX1" fmla="*/ 2899204 w 2919525"/>
              <a:gd name="connsiteY1" fmla="*/ 0 h 2634390"/>
              <a:gd name="connsiteX2" fmla="*/ 2919525 w 2919525"/>
              <a:gd name="connsiteY2" fmla="*/ 2634390 h 2634390"/>
              <a:gd name="connsiteX3" fmla="*/ 29823 w 2919525"/>
              <a:gd name="connsiteY3" fmla="*/ 1094330 h 2634390"/>
              <a:gd name="connsiteX4" fmla="*/ 0 w 2919525"/>
              <a:gd name="connsiteY4" fmla="*/ 896701 h 2634390"/>
              <a:gd name="connsiteX0" fmla="*/ 0 w 2919525"/>
              <a:gd name="connsiteY0" fmla="*/ 896701 h 2634390"/>
              <a:gd name="connsiteX1" fmla="*/ 2899204 w 2919525"/>
              <a:gd name="connsiteY1" fmla="*/ 0 h 2634390"/>
              <a:gd name="connsiteX2" fmla="*/ 2919525 w 2919525"/>
              <a:gd name="connsiteY2" fmla="*/ 2634390 h 2634390"/>
              <a:gd name="connsiteX3" fmla="*/ 29823 w 2919525"/>
              <a:gd name="connsiteY3" fmla="*/ 1094330 h 2634390"/>
              <a:gd name="connsiteX4" fmla="*/ 0 w 2919525"/>
              <a:gd name="connsiteY4" fmla="*/ 896701 h 2634390"/>
              <a:gd name="connsiteX0" fmla="*/ 10817 w 2889702"/>
              <a:gd name="connsiteY0" fmla="*/ 896701 h 2634390"/>
              <a:gd name="connsiteX1" fmla="*/ 2869381 w 2889702"/>
              <a:gd name="connsiteY1" fmla="*/ 0 h 2634390"/>
              <a:gd name="connsiteX2" fmla="*/ 2889702 w 2889702"/>
              <a:gd name="connsiteY2" fmla="*/ 2634390 h 2634390"/>
              <a:gd name="connsiteX3" fmla="*/ 0 w 2889702"/>
              <a:gd name="connsiteY3" fmla="*/ 1094330 h 2634390"/>
              <a:gd name="connsiteX4" fmla="*/ 10817 w 2889702"/>
              <a:gd name="connsiteY4" fmla="*/ 896701 h 2634390"/>
              <a:gd name="connsiteX0" fmla="*/ 10817 w 2889702"/>
              <a:gd name="connsiteY0" fmla="*/ 896701 h 2634390"/>
              <a:gd name="connsiteX1" fmla="*/ 2869381 w 2889702"/>
              <a:gd name="connsiteY1" fmla="*/ 0 h 2634390"/>
              <a:gd name="connsiteX2" fmla="*/ 2889702 w 2889702"/>
              <a:gd name="connsiteY2" fmla="*/ 2634390 h 2634390"/>
              <a:gd name="connsiteX3" fmla="*/ 0 w 2889702"/>
              <a:gd name="connsiteY3" fmla="*/ 1094330 h 2634390"/>
              <a:gd name="connsiteX4" fmla="*/ 10817 w 2889702"/>
              <a:gd name="connsiteY4" fmla="*/ 896701 h 2634390"/>
              <a:gd name="connsiteX0" fmla="*/ 10817 w 2991301"/>
              <a:gd name="connsiteY0" fmla="*/ 2319101 h 4056790"/>
              <a:gd name="connsiteX1" fmla="*/ 2991301 w 2991301"/>
              <a:gd name="connsiteY1" fmla="*/ 0 h 4056790"/>
              <a:gd name="connsiteX2" fmla="*/ 2889702 w 2991301"/>
              <a:gd name="connsiteY2" fmla="*/ 4056790 h 4056790"/>
              <a:gd name="connsiteX3" fmla="*/ 0 w 2991301"/>
              <a:gd name="connsiteY3" fmla="*/ 2516730 h 4056790"/>
              <a:gd name="connsiteX4" fmla="*/ 10817 w 2991301"/>
              <a:gd name="connsiteY4" fmla="*/ 2319101 h 4056790"/>
              <a:gd name="connsiteX0" fmla="*/ 10817 w 2991301"/>
              <a:gd name="connsiteY0" fmla="*/ 2319101 h 4056790"/>
              <a:gd name="connsiteX1" fmla="*/ 2991301 w 2991301"/>
              <a:gd name="connsiteY1" fmla="*/ 0 h 4056790"/>
              <a:gd name="connsiteX2" fmla="*/ 2889702 w 2991301"/>
              <a:gd name="connsiteY2" fmla="*/ 4056790 h 4056790"/>
              <a:gd name="connsiteX3" fmla="*/ 0 w 2991301"/>
              <a:gd name="connsiteY3" fmla="*/ 2516730 h 4056790"/>
              <a:gd name="connsiteX4" fmla="*/ 10817 w 2991301"/>
              <a:gd name="connsiteY4" fmla="*/ 2319101 h 4056790"/>
              <a:gd name="connsiteX0" fmla="*/ 10817 w 2991301"/>
              <a:gd name="connsiteY0" fmla="*/ 2319101 h 2614070"/>
              <a:gd name="connsiteX1" fmla="*/ 2991301 w 2991301"/>
              <a:gd name="connsiteY1" fmla="*/ 0 h 2614070"/>
              <a:gd name="connsiteX2" fmla="*/ 2930342 w 2991301"/>
              <a:gd name="connsiteY2" fmla="*/ 2614070 h 2614070"/>
              <a:gd name="connsiteX3" fmla="*/ 0 w 2991301"/>
              <a:gd name="connsiteY3" fmla="*/ 2516730 h 2614070"/>
              <a:gd name="connsiteX4" fmla="*/ 10817 w 2991301"/>
              <a:gd name="connsiteY4" fmla="*/ 2319101 h 2614070"/>
              <a:gd name="connsiteX0" fmla="*/ 10817 w 2991301"/>
              <a:gd name="connsiteY0" fmla="*/ 2319101 h 2614070"/>
              <a:gd name="connsiteX1" fmla="*/ 2991301 w 2991301"/>
              <a:gd name="connsiteY1" fmla="*/ 0 h 2614070"/>
              <a:gd name="connsiteX2" fmla="*/ 2930342 w 2991301"/>
              <a:gd name="connsiteY2" fmla="*/ 2614070 h 2614070"/>
              <a:gd name="connsiteX3" fmla="*/ 0 w 2991301"/>
              <a:gd name="connsiteY3" fmla="*/ 2516730 h 2614070"/>
              <a:gd name="connsiteX4" fmla="*/ 10817 w 2991301"/>
              <a:gd name="connsiteY4" fmla="*/ 2319101 h 2614070"/>
              <a:gd name="connsiteX0" fmla="*/ 0 w 2980484"/>
              <a:gd name="connsiteY0" fmla="*/ 2319101 h 2614070"/>
              <a:gd name="connsiteX1" fmla="*/ 2980484 w 2980484"/>
              <a:gd name="connsiteY1" fmla="*/ 0 h 2614070"/>
              <a:gd name="connsiteX2" fmla="*/ 2919525 w 2980484"/>
              <a:gd name="connsiteY2" fmla="*/ 2614070 h 2614070"/>
              <a:gd name="connsiteX3" fmla="*/ 50143 w 2980484"/>
              <a:gd name="connsiteY3" fmla="*/ 2506570 h 2614070"/>
              <a:gd name="connsiteX4" fmla="*/ 0 w 2980484"/>
              <a:gd name="connsiteY4" fmla="*/ 2319101 h 2614070"/>
              <a:gd name="connsiteX0" fmla="*/ 0 w 2980484"/>
              <a:gd name="connsiteY0" fmla="*/ 2319101 h 2614070"/>
              <a:gd name="connsiteX1" fmla="*/ 2980484 w 2980484"/>
              <a:gd name="connsiteY1" fmla="*/ 0 h 2614070"/>
              <a:gd name="connsiteX2" fmla="*/ 2919525 w 2980484"/>
              <a:gd name="connsiteY2" fmla="*/ 2614070 h 2614070"/>
              <a:gd name="connsiteX3" fmla="*/ 50143 w 2980484"/>
              <a:gd name="connsiteY3" fmla="*/ 2506570 h 2614070"/>
              <a:gd name="connsiteX4" fmla="*/ 0 w 2980484"/>
              <a:gd name="connsiteY4" fmla="*/ 2319101 h 2614070"/>
              <a:gd name="connsiteX0" fmla="*/ 0 w 2980484"/>
              <a:gd name="connsiteY0" fmla="*/ 2319101 h 2614070"/>
              <a:gd name="connsiteX1" fmla="*/ 2980484 w 2980484"/>
              <a:gd name="connsiteY1" fmla="*/ 0 h 2614070"/>
              <a:gd name="connsiteX2" fmla="*/ 2919525 w 2980484"/>
              <a:gd name="connsiteY2" fmla="*/ 2614070 h 2614070"/>
              <a:gd name="connsiteX3" fmla="*/ 50143 w 2980484"/>
              <a:gd name="connsiteY3" fmla="*/ 2506570 h 2614070"/>
              <a:gd name="connsiteX4" fmla="*/ 0 w 2980484"/>
              <a:gd name="connsiteY4" fmla="*/ 2319101 h 2614070"/>
              <a:gd name="connsiteX0" fmla="*/ 0 w 2980484"/>
              <a:gd name="connsiteY0" fmla="*/ 2319101 h 2614070"/>
              <a:gd name="connsiteX1" fmla="*/ 2980484 w 2980484"/>
              <a:gd name="connsiteY1" fmla="*/ 0 h 2614070"/>
              <a:gd name="connsiteX2" fmla="*/ 2919525 w 2980484"/>
              <a:gd name="connsiteY2" fmla="*/ 2614070 h 2614070"/>
              <a:gd name="connsiteX3" fmla="*/ 50143 w 2980484"/>
              <a:gd name="connsiteY3" fmla="*/ 2506570 h 2614070"/>
              <a:gd name="connsiteX4" fmla="*/ 0 w 2980484"/>
              <a:gd name="connsiteY4" fmla="*/ 2319101 h 2614070"/>
              <a:gd name="connsiteX0" fmla="*/ 0 w 2980484"/>
              <a:gd name="connsiteY0" fmla="*/ 2319101 h 2614070"/>
              <a:gd name="connsiteX1" fmla="*/ 2980484 w 2980484"/>
              <a:gd name="connsiteY1" fmla="*/ 0 h 2614070"/>
              <a:gd name="connsiteX2" fmla="*/ 2919525 w 2980484"/>
              <a:gd name="connsiteY2" fmla="*/ 2614070 h 2614070"/>
              <a:gd name="connsiteX3" fmla="*/ 50143 w 2980484"/>
              <a:gd name="connsiteY3" fmla="*/ 2506570 h 2614070"/>
              <a:gd name="connsiteX4" fmla="*/ 0 w 2980484"/>
              <a:gd name="connsiteY4" fmla="*/ 2319101 h 2614070"/>
              <a:gd name="connsiteX0" fmla="*/ 0 w 2987119"/>
              <a:gd name="connsiteY0" fmla="*/ 2319101 h 2593750"/>
              <a:gd name="connsiteX1" fmla="*/ 2980484 w 2987119"/>
              <a:gd name="connsiteY1" fmla="*/ 0 h 2593750"/>
              <a:gd name="connsiteX2" fmla="*/ 2970325 w 2987119"/>
              <a:gd name="connsiteY2" fmla="*/ 2593750 h 2593750"/>
              <a:gd name="connsiteX3" fmla="*/ 50143 w 2987119"/>
              <a:gd name="connsiteY3" fmla="*/ 2506570 h 2593750"/>
              <a:gd name="connsiteX4" fmla="*/ 0 w 2987119"/>
              <a:gd name="connsiteY4" fmla="*/ 2319101 h 2593750"/>
              <a:gd name="connsiteX0" fmla="*/ 0 w 2987119"/>
              <a:gd name="connsiteY0" fmla="*/ 2319101 h 2593750"/>
              <a:gd name="connsiteX1" fmla="*/ 2980484 w 2987119"/>
              <a:gd name="connsiteY1" fmla="*/ 0 h 2593750"/>
              <a:gd name="connsiteX2" fmla="*/ 2970325 w 2987119"/>
              <a:gd name="connsiteY2" fmla="*/ 2593750 h 2593750"/>
              <a:gd name="connsiteX3" fmla="*/ 50143 w 2987119"/>
              <a:gd name="connsiteY3" fmla="*/ 2506570 h 2593750"/>
              <a:gd name="connsiteX4" fmla="*/ 0 w 2987119"/>
              <a:gd name="connsiteY4" fmla="*/ 2319101 h 2593750"/>
              <a:gd name="connsiteX0" fmla="*/ 0 w 2987119"/>
              <a:gd name="connsiteY0" fmla="*/ 2319101 h 2593750"/>
              <a:gd name="connsiteX1" fmla="*/ 2980484 w 2987119"/>
              <a:gd name="connsiteY1" fmla="*/ 0 h 2593750"/>
              <a:gd name="connsiteX2" fmla="*/ 2970325 w 2987119"/>
              <a:gd name="connsiteY2" fmla="*/ 2593750 h 2593750"/>
              <a:gd name="connsiteX3" fmla="*/ 19663 w 2987119"/>
              <a:gd name="connsiteY3" fmla="*/ 2526890 h 2593750"/>
              <a:gd name="connsiteX4" fmla="*/ 0 w 2987119"/>
              <a:gd name="connsiteY4" fmla="*/ 2319101 h 2593750"/>
              <a:gd name="connsiteX0" fmla="*/ 0 w 3017599"/>
              <a:gd name="connsiteY0" fmla="*/ 2390221 h 2593750"/>
              <a:gd name="connsiteX1" fmla="*/ 3010964 w 3017599"/>
              <a:gd name="connsiteY1" fmla="*/ 0 h 2593750"/>
              <a:gd name="connsiteX2" fmla="*/ 3000805 w 3017599"/>
              <a:gd name="connsiteY2" fmla="*/ 2593750 h 2593750"/>
              <a:gd name="connsiteX3" fmla="*/ 50143 w 3017599"/>
              <a:gd name="connsiteY3" fmla="*/ 2526890 h 2593750"/>
              <a:gd name="connsiteX4" fmla="*/ 0 w 3017599"/>
              <a:gd name="connsiteY4" fmla="*/ 2390221 h 2593750"/>
              <a:gd name="connsiteX0" fmla="*/ 0 w 3010964"/>
              <a:gd name="connsiteY0" fmla="*/ 2390221 h 2526890"/>
              <a:gd name="connsiteX1" fmla="*/ 3010964 w 3010964"/>
              <a:gd name="connsiteY1" fmla="*/ 0 h 2526890"/>
              <a:gd name="connsiteX2" fmla="*/ 2960165 w 3010964"/>
              <a:gd name="connsiteY2" fmla="*/ 2095910 h 2526890"/>
              <a:gd name="connsiteX3" fmla="*/ 50143 w 3010964"/>
              <a:gd name="connsiteY3" fmla="*/ 2526890 h 2526890"/>
              <a:gd name="connsiteX4" fmla="*/ 0 w 3010964"/>
              <a:gd name="connsiteY4" fmla="*/ 2390221 h 2526890"/>
              <a:gd name="connsiteX0" fmla="*/ 0 w 3010964"/>
              <a:gd name="connsiteY0" fmla="*/ 2390221 h 2526890"/>
              <a:gd name="connsiteX1" fmla="*/ 3010964 w 3010964"/>
              <a:gd name="connsiteY1" fmla="*/ 0 h 2526890"/>
              <a:gd name="connsiteX2" fmla="*/ 2960165 w 3010964"/>
              <a:gd name="connsiteY2" fmla="*/ 2095910 h 2526890"/>
              <a:gd name="connsiteX3" fmla="*/ 50143 w 3010964"/>
              <a:gd name="connsiteY3" fmla="*/ 2526890 h 2526890"/>
              <a:gd name="connsiteX4" fmla="*/ 0 w 3010964"/>
              <a:gd name="connsiteY4" fmla="*/ 2390221 h 2526890"/>
              <a:gd name="connsiteX0" fmla="*/ 0 w 3010964"/>
              <a:gd name="connsiteY0" fmla="*/ 2390221 h 2526890"/>
              <a:gd name="connsiteX1" fmla="*/ 3010964 w 3010964"/>
              <a:gd name="connsiteY1" fmla="*/ 0 h 2526890"/>
              <a:gd name="connsiteX2" fmla="*/ 2960165 w 3010964"/>
              <a:gd name="connsiteY2" fmla="*/ 2095910 h 2526890"/>
              <a:gd name="connsiteX3" fmla="*/ 50143 w 3010964"/>
              <a:gd name="connsiteY3" fmla="*/ 2526890 h 2526890"/>
              <a:gd name="connsiteX4" fmla="*/ 0 w 3010964"/>
              <a:gd name="connsiteY4" fmla="*/ 2390221 h 2526890"/>
              <a:gd name="connsiteX0" fmla="*/ 0 w 2967758"/>
              <a:gd name="connsiteY0" fmla="*/ 2877901 h 3014570"/>
              <a:gd name="connsiteX1" fmla="*/ 2919524 w 2967758"/>
              <a:gd name="connsiteY1" fmla="*/ 0 h 3014570"/>
              <a:gd name="connsiteX2" fmla="*/ 2960165 w 2967758"/>
              <a:gd name="connsiteY2" fmla="*/ 2583590 h 3014570"/>
              <a:gd name="connsiteX3" fmla="*/ 50143 w 2967758"/>
              <a:gd name="connsiteY3" fmla="*/ 3014570 h 3014570"/>
              <a:gd name="connsiteX4" fmla="*/ 0 w 2967758"/>
              <a:gd name="connsiteY4" fmla="*/ 2877901 h 3014570"/>
              <a:gd name="connsiteX0" fmla="*/ 0 w 2967758"/>
              <a:gd name="connsiteY0" fmla="*/ 2877901 h 3014570"/>
              <a:gd name="connsiteX1" fmla="*/ 2919524 w 2967758"/>
              <a:gd name="connsiteY1" fmla="*/ 0 h 3014570"/>
              <a:gd name="connsiteX2" fmla="*/ 2960165 w 2967758"/>
              <a:gd name="connsiteY2" fmla="*/ 2583590 h 3014570"/>
              <a:gd name="connsiteX3" fmla="*/ 50143 w 2967758"/>
              <a:gd name="connsiteY3" fmla="*/ 3014570 h 3014570"/>
              <a:gd name="connsiteX4" fmla="*/ 0 w 2967758"/>
              <a:gd name="connsiteY4" fmla="*/ 2877901 h 301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7758" h="3014570">
                <a:moveTo>
                  <a:pt x="0" y="2877901"/>
                </a:moveTo>
                <a:cubicBezTo>
                  <a:pt x="1740309" y="2497721"/>
                  <a:pt x="2305008" y="1488604"/>
                  <a:pt x="2919524" y="0"/>
                </a:cubicBezTo>
                <a:cubicBezTo>
                  <a:pt x="2919524" y="783303"/>
                  <a:pt x="2990645" y="1719007"/>
                  <a:pt x="2960165" y="2583590"/>
                </a:cubicBezTo>
                <a:cubicBezTo>
                  <a:pt x="2152608" y="2386944"/>
                  <a:pt x="1676726" y="2623574"/>
                  <a:pt x="50143" y="3014570"/>
                </a:cubicBezTo>
                <a:lnTo>
                  <a:pt x="0" y="2877901"/>
                </a:ln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78" name="Freeform 177">
            <a:extLst>
              <a:ext uri="{FF2B5EF4-FFF2-40B4-BE49-F238E27FC236}">
                <a16:creationId xmlns:a16="http://schemas.microsoft.com/office/drawing/2014/main" id="{871D2208-E245-1F4C-95E8-E69A25614938}"/>
              </a:ext>
            </a:extLst>
          </p:cNvPr>
          <p:cNvSpPr/>
          <p:nvPr/>
        </p:nvSpPr>
        <p:spPr>
          <a:xfrm>
            <a:off x="8446236" y="3874156"/>
            <a:ext cx="1239192" cy="2428567"/>
          </a:xfrm>
          <a:custGeom>
            <a:avLst/>
            <a:gdLst>
              <a:gd name="connsiteX0" fmla="*/ 9833 w 786581"/>
              <a:gd name="connsiteY0" fmla="*/ 501445 h 2458064"/>
              <a:gd name="connsiteX1" fmla="*/ 747252 w 786581"/>
              <a:gd name="connsiteY1" fmla="*/ 0 h 2458064"/>
              <a:gd name="connsiteX2" fmla="*/ 786581 w 786581"/>
              <a:gd name="connsiteY2" fmla="*/ 2458064 h 2458064"/>
              <a:gd name="connsiteX3" fmla="*/ 0 w 786581"/>
              <a:gd name="connsiteY3" fmla="*/ 668593 h 2458064"/>
              <a:gd name="connsiteX4" fmla="*/ 9833 w 786581"/>
              <a:gd name="connsiteY4" fmla="*/ 501445 h 2458064"/>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1 w 1170039"/>
              <a:gd name="connsiteY0" fmla="*/ 1809135 h 2428567"/>
              <a:gd name="connsiteX1" fmla="*/ 1160207 w 1170039"/>
              <a:gd name="connsiteY1" fmla="*/ 0 h 2428567"/>
              <a:gd name="connsiteX2" fmla="*/ 1170039 w 1170039"/>
              <a:gd name="connsiteY2" fmla="*/ 2428567 h 2428567"/>
              <a:gd name="connsiteX3" fmla="*/ 0 w 1170039"/>
              <a:gd name="connsiteY3" fmla="*/ 1946786 h 2428567"/>
              <a:gd name="connsiteX4" fmla="*/ 1 w 1170039"/>
              <a:gd name="connsiteY4" fmla="*/ 1809135 h 2428567"/>
              <a:gd name="connsiteX0" fmla="*/ 1 w 1170039"/>
              <a:gd name="connsiteY0" fmla="*/ 1809135 h 2428567"/>
              <a:gd name="connsiteX1" fmla="*/ 1160207 w 1170039"/>
              <a:gd name="connsiteY1" fmla="*/ 0 h 2428567"/>
              <a:gd name="connsiteX2" fmla="*/ 1170039 w 1170039"/>
              <a:gd name="connsiteY2" fmla="*/ 2428567 h 2428567"/>
              <a:gd name="connsiteX3" fmla="*/ 0 w 1170039"/>
              <a:gd name="connsiteY3" fmla="*/ 1946786 h 2428567"/>
              <a:gd name="connsiteX4" fmla="*/ 1 w 1170039"/>
              <a:gd name="connsiteY4" fmla="*/ 1809135 h 2428567"/>
              <a:gd name="connsiteX0" fmla="*/ 0 w 1208624"/>
              <a:gd name="connsiteY0" fmla="*/ 224175 h 2428567"/>
              <a:gd name="connsiteX1" fmla="*/ 1198792 w 1208624"/>
              <a:gd name="connsiteY1" fmla="*/ 0 h 2428567"/>
              <a:gd name="connsiteX2" fmla="*/ 1208624 w 1208624"/>
              <a:gd name="connsiteY2" fmla="*/ 2428567 h 2428567"/>
              <a:gd name="connsiteX3" fmla="*/ 38585 w 1208624"/>
              <a:gd name="connsiteY3" fmla="*/ 1946786 h 2428567"/>
              <a:gd name="connsiteX4" fmla="*/ 0 w 1208624"/>
              <a:gd name="connsiteY4" fmla="*/ 224175 h 2428567"/>
              <a:gd name="connsiteX0" fmla="*/ 0 w 1208624"/>
              <a:gd name="connsiteY0" fmla="*/ 224175 h 2428567"/>
              <a:gd name="connsiteX1" fmla="*/ 1198792 w 1208624"/>
              <a:gd name="connsiteY1" fmla="*/ 0 h 2428567"/>
              <a:gd name="connsiteX2" fmla="*/ 1208624 w 1208624"/>
              <a:gd name="connsiteY2" fmla="*/ 2428567 h 2428567"/>
              <a:gd name="connsiteX3" fmla="*/ 38585 w 1208624"/>
              <a:gd name="connsiteY3" fmla="*/ 1946786 h 2428567"/>
              <a:gd name="connsiteX4" fmla="*/ 0 w 1208624"/>
              <a:gd name="connsiteY4" fmla="*/ 224175 h 2428567"/>
              <a:gd name="connsiteX0" fmla="*/ 0 w 1208624"/>
              <a:gd name="connsiteY0" fmla="*/ 224175 h 2428567"/>
              <a:gd name="connsiteX1" fmla="*/ 1198792 w 1208624"/>
              <a:gd name="connsiteY1" fmla="*/ 0 h 2428567"/>
              <a:gd name="connsiteX2" fmla="*/ 1208624 w 1208624"/>
              <a:gd name="connsiteY2" fmla="*/ 2428567 h 2428567"/>
              <a:gd name="connsiteX3" fmla="*/ 38585 w 1208624"/>
              <a:gd name="connsiteY3" fmla="*/ 1946786 h 2428567"/>
              <a:gd name="connsiteX4" fmla="*/ 0 w 1208624"/>
              <a:gd name="connsiteY4" fmla="*/ 224175 h 2428567"/>
              <a:gd name="connsiteX0" fmla="*/ 0 w 1208624"/>
              <a:gd name="connsiteY0" fmla="*/ 224175 h 2428567"/>
              <a:gd name="connsiteX1" fmla="*/ 1198792 w 1208624"/>
              <a:gd name="connsiteY1" fmla="*/ 0 h 2428567"/>
              <a:gd name="connsiteX2" fmla="*/ 1208624 w 1208624"/>
              <a:gd name="connsiteY2" fmla="*/ 2428567 h 2428567"/>
              <a:gd name="connsiteX3" fmla="*/ 38585 w 1208624"/>
              <a:gd name="connsiteY3" fmla="*/ 1946786 h 2428567"/>
              <a:gd name="connsiteX4" fmla="*/ 0 w 1208624"/>
              <a:gd name="connsiteY4" fmla="*/ 224175 h 2428567"/>
              <a:gd name="connsiteX0" fmla="*/ 360141 w 1568765"/>
              <a:gd name="connsiteY0" fmla="*/ 224175 h 2428567"/>
              <a:gd name="connsiteX1" fmla="*/ 1558933 w 1568765"/>
              <a:gd name="connsiteY1" fmla="*/ 0 h 2428567"/>
              <a:gd name="connsiteX2" fmla="*/ 1568765 w 1568765"/>
              <a:gd name="connsiteY2" fmla="*/ 2428567 h 2428567"/>
              <a:gd name="connsiteX3" fmla="*/ 0 w 1568765"/>
              <a:gd name="connsiteY3" fmla="*/ 341506 h 2428567"/>
              <a:gd name="connsiteX4" fmla="*/ 360141 w 1568765"/>
              <a:gd name="connsiteY4" fmla="*/ 224175 h 2428567"/>
              <a:gd name="connsiteX0" fmla="*/ 360141 w 1568765"/>
              <a:gd name="connsiteY0" fmla="*/ 224175 h 2428567"/>
              <a:gd name="connsiteX1" fmla="*/ 1558933 w 1568765"/>
              <a:gd name="connsiteY1" fmla="*/ 0 h 2428567"/>
              <a:gd name="connsiteX2" fmla="*/ 1568765 w 1568765"/>
              <a:gd name="connsiteY2" fmla="*/ 2428567 h 2428567"/>
              <a:gd name="connsiteX3" fmla="*/ 0 w 1568765"/>
              <a:gd name="connsiteY3" fmla="*/ 341506 h 2428567"/>
              <a:gd name="connsiteX4" fmla="*/ 360141 w 1568765"/>
              <a:gd name="connsiteY4" fmla="*/ 224175 h 2428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8765" h="2428567">
                <a:moveTo>
                  <a:pt x="360141" y="224175"/>
                </a:moveTo>
                <a:cubicBezTo>
                  <a:pt x="978394" y="281530"/>
                  <a:pt x="1236509" y="288085"/>
                  <a:pt x="1558933" y="0"/>
                </a:cubicBezTo>
                <a:cubicBezTo>
                  <a:pt x="1562210" y="809522"/>
                  <a:pt x="1565488" y="1619045"/>
                  <a:pt x="1568765" y="2428567"/>
                </a:cubicBezTo>
                <a:cubicBezTo>
                  <a:pt x="1218082" y="2058219"/>
                  <a:pt x="714478" y="485712"/>
                  <a:pt x="0" y="341506"/>
                </a:cubicBezTo>
                <a:cubicBezTo>
                  <a:pt x="0" y="295622"/>
                  <a:pt x="360141" y="270059"/>
                  <a:pt x="360141" y="224175"/>
                </a:cubicBez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179" name="Group 178">
            <a:extLst>
              <a:ext uri="{FF2B5EF4-FFF2-40B4-BE49-F238E27FC236}">
                <a16:creationId xmlns:a16="http://schemas.microsoft.com/office/drawing/2014/main" id="{10DDEBD4-7353-9541-B72F-43E36357B966}"/>
              </a:ext>
            </a:extLst>
          </p:cNvPr>
          <p:cNvGrpSpPr/>
          <p:nvPr/>
        </p:nvGrpSpPr>
        <p:grpSpPr>
          <a:xfrm>
            <a:off x="9656848" y="3847117"/>
            <a:ext cx="1149458" cy="2667397"/>
            <a:chOff x="9764348" y="1447800"/>
            <a:chExt cx="1149458" cy="2667397"/>
          </a:xfrm>
        </p:grpSpPr>
        <p:sp>
          <p:nvSpPr>
            <p:cNvPr id="180" name="Rectangle 179">
              <a:extLst>
                <a:ext uri="{FF2B5EF4-FFF2-40B4-BE49-F238E27FC236}">
                  <a16:creationId xmlns:a16="http://schemas.microsoft.com/office/drawing/2014/main" id="{E0ED8B3F-2D0A-3B4F-8597-6D523A519ACE}"/>
                </a:ext>
              </a:extLst>
            </p:cNvPr>
            <p:cNvSpPr/>
            <p:nvPr/>
          </p:nvSpPr>
          <p:spPr>
            <a:xfrm>
              <a:off x="9783097" y="1447800"/>
              <a:ext cx="1130709" cy="24261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181" name="Group 180">
              <a:extLst>
                <a:ext uri="{FF2B5EF4-FFF2-40B4-BE49-F238E27FC236}">
                  <a16:creationId xmlns:a16="http://schemas.microsoft.com/office/drawing/2014/main" id="{FCC75114-1E36-B840-9A29-0C23BD09F41B}"/>
                </a:ext>
              </a:extLst>
            </p:cNvPr>
            <p:cNvGrpSpPr/>
            <p:nvPr/>
          </p:nvGrpSpPr>
          <p:grpSpPr>
            <a:xfrm>
              <a:off x="9764348" y="1447800"/>
              <a:ext cx="1130291" cy="2667397"/>
              <a:chOff x="9472119" y="702026"/>
              <a:chExt cx="1130291" cy="2667397"/>
            </a:xfrm>
          </p:grpSpPr>
          <p:sp>
            <p:nvSpPr>
              <p:cNvPr id="182" name="Rectangle 181">
                <a:extLst>
                  <a:ext uri="{FF2B5EF4-FFF2-40B4-BE49-F238E27FC236}">
                    <a16:creationId xmlns:a16="http://schemas.microsoft.com/office/drawing/2014/main" id="{263C8C73-22EE-D041-BE86-2A0A330003BA}"/>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14" name="TextBox 213">
                <a:extLst>
                  <a:ext uri="{FF2B5EF4-FFF2-40B4-BE49-F238E27FC236}">
                    <a16:creationId xmlns:a16="http://schemas.microsoft.com/office/drawing/2014/main" id="{1D4B225B-56A4-C54E-B06D-75AF9FB2D768}"/>
                  </a:ext>
                </a:extLst>
              </p:cNvPr>
              <p:cNvSpPr txBox="1"/>
              <p:nvPr/>
            </p:nvSpPr>
            <p:spPr>
              <a:xfrm>
                <a:off x="9472119" y="702026"/>
                <a:ext cx="1088020" cy="2667397"/>
              </a:xfrm>
              <a:prstGeom prst="rect">
                <a:avLst/>
              </a:prstGeom>
              <a:noFill/>
            </p:spPr>
            <p:txBody>
              <a:bodyPr wrap="square" rtlCol="0">
                <a:spAutoFit/>
              </a:bodyPr>
              <a:lstStyle/>
              <a:p>
                <a:pPr algn="ctr">
                  <a:spcAft>
                    <a:spcPts val="400"/>
                  </a:spcAft>
                </a:pPr>
                <a:r>
                  <a:rPr lang="en-US" sz="2000" dirty="0">
                    <a:solidFill>
                      <a:prstClr val="white"/>
                    </a:solidFill>
                  </a:rPr>
                  <a:t>DV in f:</a:t>
                </a: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(a) =</a:t>
                </a:r>
                <a:r>
                  <a:rPr lang="en-US" sz="1600" dirty="0">
                    <a:solidFill>
                      <a:prstClr val="black"/>
                    </a:solidFill>
                    <a:cs typeface="Arial" charset="0"/>
                  </a:rPr>
                  <a:t> ∞</a:t>
                </a: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(b)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cs typeface="Arial" charset="0"/>
                  </a:rPr>
                  <a:t>D</a:t>
                </a:r>
                <a:r>
                  <a:rPr lang="en-US" sz="1600" baseline="-25000" dirty="0">
                    <a:solidFill>
                      <a:prstClr val="black"/>
                    </a:solidFill>
                    <a:cs typeface="Arial" charset="0"/>
                  </a:rPr>
                  <a:t>c</a:t>
                </a:r>
                <a:r>
                  <a:rPr lang="en-US" sz="1600" dirty="0">
                    <a:solidFill>
                      <a:prstClr val="black"/>
                    </a:solidFill>
                    <a:cs typeface="Arial" charset="0"/>
                  </a:rPr>
                  <a:t>(c) =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(d)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(e) =</a:t>
                </a:r>
                <a:r>
                  <a:rPr lang="en-US" sz="1600" dirty="0">
                    <a:solidFill>
                      <a:prstClr val="black"/>
                    </a:solidFill>
                    <a:cs typeface="Arial" charset="0"/>
                  </a:rPr>
                  <a:t> 1</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(f) =</a:t>
                </a:r>
                <a:r>
                  <a:rPr lang="en-US" sz="1600" dirty="0">
                    <a:solidFill>
                      <a:prstClr val="black"/>
                    </a:solidFill>
                    <a:cs typeface="Arial" charset="0"/>
                  </a:rPr>
                  <a:t> 0</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(g)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(h) =</a:t>
                </a:r>
                <a:r>
                  <a:rPr lang="en-US" sz="1600" dirty="0">
                    <a:solidFill>
                      <a:prstClr val="black"/>
                    </a:solidFill>
                    <a:cs typeface="Arial" charset="0"/>
                  </a:rPr>
                  <a:t> ∞</a:t>
                </a:r>
                <a:endParaRPr lang="en-US" sz="1600" dirty="0">
                  <a:solidFill>
                    <a:prstClr val="black"/>
                  </a:solidFill>
                </a:endParaRPr>
              </a:p>
              <a:p>
                <a:pPr marL="114300"/>
                <a:r>
                  <a:rPr lang="en-US" sz="1600" dirty="0">
                    <a:solidFill>
                      <a:prstClr val="black"/>
                    </a:solidFill>
                  </a:rPr>
                  <a:t>D</a:t>
                </a:r>
                <a:r>
                  <a:rPr lang="en-US" sz="1600" baseline="-25000" dirty="0">
                    <a:solidFill>
                      <a:prstClr val="black"/>
                    </a:solidFill>
                  </a:rPr>
                  <a:t>c</a:t>
                </a:r>
                <a:r>
                  <a:rPr lang="en-US" sz="1600" dirty="0">
                    <a:solidFill>
                      <a:prstClr val="black"/>
                    </a:solidFill>
                  </a:rPr>
                  <a:t>(i) =</a:t>
                </a:r>
                <a:r>
                  <a:rPr lang="en-US" sz="1600" dirty="0">
                    <a:solidFill>
                      <a:prstClr val="black"/>
                    </a:solidFill>
                    <a:cs typeface="Arial" charset="0"/>
                  </a:rPr>
                  <a:t> 1</a:t>
                </a:r>
                <a:endParaRPr lang="en-US" sz="1600" dirty="0">
                  <a:solidFill>
                    <a:prstClr val="black"/>
                  </a:solidFill>
                </a:endParaRPr>
              </a:p>
            </p:txBody>
          </p:sp>
          <p:cxnSp>
            <p:nvCxnSpPr>
              <p:cNvPr id="220" name="Straight Connector 219">
                <a:extLst>
                  <a:ext uri="{FF2B5EF4-FFF2-40B4-BE49-F238E27FC236}">
                    <a16:creationId xmlns:a16="http://schemas.microsoft.com/office/drawing/2014/main" id="{E590C634-B576-E54C-94F8-7B2EAD859BC3}"/>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27" name="Rectangle 226">
                <a:extLst>
                  <a:ext uri="{FF2B5EF4-FFF2-40B4-BE49-F238E27FC236}">
                    <a16:creationId xmlns:a16="http://schemas.microsoft.com/office/drawing/2014/main" id="{03080151-68AE-D642-A727-713A5B002CA3}"/>
                  </a:ext>
                </a:extLst>
              </p:cNvPr>
              <p:cNvSpPr/>
              <p:nvPr/>
            </p:nvSpPr>
            <p:spPr>
              <a:xfrm>
                <a:off x="9479666" y="706055"/>
                <a:ext cx="1122744" cy="262077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grpSp>
        <p:nvGrpSpPr>
          <p:cNvPr id="8" name="Group 7">
            <a:extLst>
              <a:ext uri="{FF2B5EF4-FFF2-40B4-BE49-F238E27FC236}">
                <a16:creationId xmlns:a16="http://schemas.microsoft.com/office/drawing/2014/main" id="{06A226F5-E1A0-0745-A702-A2A97BFBFCD7}"/>
              </a:ext>
            </a:extLst>
          </p:cNvPr>
          <p:cNvGrpSpPr/>
          <p:nvPr/>
        </p:nvGrpSpPr>
        <p:grpSpPr>
          <a:xfrm>
            <a:off x="9685117" y="1067456"/>
            <a:ext cx="1155603" cy="2672477"/>
            <a:chOff x="10325197" y="813456"/>
            <a:chExt cx="1155603" cy="2672477"/>
          </a:xfrm>
        </p:grpSpPr>
        <p:sp>
          <p:nvSpPr>
            <p:cNvPr id="366" name="Rectangle 365">
              <a:extLst>
                <a:ext uri="{FF2B5EF4-FFF2-40B4-BE49-F238E27FC236}">
                  <a16:creationId xmlns:a16="http://schemas.microsoft.com/office/drawing/2014/main" id="{E11C6EC6-4F28-CD44-B5B6-0143F1CD0CD3}"/>
                </a:ext>
              </a:extLst>
            </p:cNvPr>
            <p:cNvSpPr/>
            <p:nvPr/>
          </p:nvSpPr>
          <p:spPr>
            <a:xfrm>
              <a:off x="10355334" y="813456"/>
              <a:ext cx="1125466" cy="263078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68" name="Rectangle 367">
              <a:extLst>
                <a:ext uri="{FF2B5EF4-FFF2-40B4-BE49-F238E27FC236}">
                  <a16:creationId xmlns:a16="http://schemas.microsoft.com/office/drawing/2014/main" id="{F6C3876C-103E-634C-8619-285D4D96A9C8}"/>
                </a:ext>
              </a:extLst>
            </p:cNvPr>
            <p:cNvSpPr/>
            <p:nvPr/>
          </p:nvSpPr>
          <p:spPr>
            <a:xfrm>
              <a:off x="10338507" y="825123"/>
              <a:ext cx="1141582" cy="40783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369" name="TextBox 368">
              <a:extLst>
                <a:ext uri="{FF2B5EF4-FFF2-40B4-BE49-F238E27FC236}">
                  <a16:creationId xmlns:a16="http://schemas.microsoft.com/office/drawing/2014/main" id="{7C7420E3-75DE-FB4C-B805-F6E92683D068}"/>
                </a:ext>
              </a:extLst>
            </p:cNvPr>
            <p:cNvSpPr txBox="1"/>
            <p:nvPr/>
          </p:nvSpPr>
          <p:spPr>
            <a:xfrm>
              <a:off x="10325197" y="821098"/>
              <a:ext cx="1117197" cy="2664835"/>
            </a:xfrm>
            <a:prstGeom prst="rect">
              <a:avLst/>
            </a:prstGeom>
            <a:noFill/>
          </p:spPr>
          <p:txBody>
            <a:bodyPr wrap="square" rtlCol="0">
              <a:spAutoFit/>
            </a:bodyPr>
            <a:lstStyle/>
            <a:p>
              <a:pPr algn="ctr">
                <a:spcAft>
                  <a:spcPts val="400"/>
                </a:spcAft>
              </a:pPr>
              <a:r>
                <a:rPr lang="en-US" sz="2000" dirty="0">
                  <a:solidFill>
                    <a:prstClr val="white"/>
                  </a:solidFill>
                </a:rPr>
                <a:t>DV in e:</a:t>
              </a: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(a) =</a:t>
              </a:r>
              <a:r>
                <a:rPr lang="en-US" sz="1600" dirty="0">
                  <a:solidFill>
                    <a:prstClr val="black"/>
                  </a:solidFill>
                  <a:cs typeface="Arial" charset="0"/>
                </a:rPr>
                <a:t> ∞</a:t>
              </a: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(b) =</a:t>
              </a:r>
              <a:r>
                <a:rPr lang="en-US" sz="1600" dirty="0">
                  <a:solidFill>
                    <a:prstClr val="black"/>
                  </a:solidFill>
                  <a:cs typeface="Arial" charset="0"/>
                </a:rPr>
                <a:t> 1</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(c)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(d) =</a:t>
              </a:r>
              <a:r>
                <a:rPr lang="en-US" sz="1600" dirty="0">
                  <a:solidFill>
                    <a:prstClr val="black"/>
                  </a:solidFill>
                  <a:cs typeface="Arial" charset="0"/>
                </a:rPr>
                <a:t> 1</a:t>
              </a:r>
            </a:p>
            <a:p>
              <a:pPr marL="114300" lvl="1"/>
              <a:r>
                <a:rPr lang="en-US" sz="1600" dirty="0">
                  <a:solidFill>
                    <a:prstClr val="black"/>
                  </a:solidFill>
                  <a:cs typeface="Arial" charset="0"/>
                </a:rPr>
                <a:t>D</a:t>
              </a:r>
              <a:r>
                <a:rPr lang="en-US" sz="1600" baseline="-25000" dirty="0">
                  <a:solidFill>
                    <a:prstClr val="black"/>
                  </a:solidFill>
                  <a:cs typeface="Arial" charset="0"/>
                </a:rPr>
                <a:t>e</a:t>
              </a:r>
              <a:r>
                <a:rPr lang="en-US" sz="1600" dirty="0">
                  <a:solidFill>
                    <a:prstClr val="black"/>
                  </a:solidFill>
                  <a:cs typeface="Arial" charset="0"/>
                </a:rPr>
                <a:t>(e) = 0</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(f) =</a:t>
              </a:r>
              <a:r>
                <a:rPr lang="en-US" sz="1600" dirty="0">
                  <a:solidFill>
                    <a:prstClr val="black"/>
                  </a:solidFill>
                  <a:cs typeface="Arial" charset="0"/>
                </a:rPr>
                <a:t> 1</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(g)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e</a:t>
              </a:r>
              <a:r>
                <a:rPr lang="en-US" sz="1600" dirty="0">
                  <a:solidFill>
                    <a:prstClr val="black"/>
                  </a:solidFill>
                </a:rPr>
                <a:t>(h) =</a:t>
              </a:r>
              <a:r>
                <a:rPr lang="en-US" sz="1600" dirty="0">
                  <a:solidFill>
                    <a:prstClr val="black"/>
                  </a:solidFill>
                  <a:cs typeface="Arial" charset="0"/>
                </a:rPr>
                <a:t> 1</a:t>
              </a:r>
              <a:endParaRPr lang="en-US" sz="1600" dirty="0">
                <a:solidFill>
                  <a:prstClr val="black"/>
                </a:solidFill>
              </a:endParaRPr>
            </a:p>
            <a:p>
              <a:pPr marL="114300"/>
              <a:r>
                <a:rPr lang="en-US" sz="1600" dirty="0">
                  <a:solidFill>
                    <a:prstClr val="black"/>
                  </a:solidFill>
                </a:rPr>
                <a:t>D</a:t>
              </a:r>
              <a:r>
                <a:rPr lang="en-US" sz="1600" baseline="-25000" dirty="0">
                  <a:solidFill>
                    <a:prstClr val="black"/>
                  </a:solidFill>
                </a:rPr>
                <a:t>e</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cxnSp>
          <p:nvCxnSpPr>
            <p:cNvPr id="370" name="Straight Connector 369">
              <a:extLst>
                <a:ext uri="{FF2B5EF4-FFF2-40B4-BE49-F238E27FC236}">
                  <a16:creationId xmlns:a16="http://schemas.microsoft.com/office/drawing/2014/main" id="{1DC7A48D-E2F6-C84C-A00F-2E0AAD581115}"/>
                </a:ext>
              </a:extLst>
            </p:cNvPr>
            <p:cNvCxnSpPr>
              <a:cxnSpLocks/>
            </p:cNvCxnSpPr>
            <p:nvPr/>
          </p:nvCxnSpPr>
          <p:spPr>
            <a:xfrm>
              <a:off x="10330450" y="1225636"/>
              <a:ext cx="114861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1" name="Rectangle 370">
              <a:extLst>
                <a:ext uri="{FF2B5EF4-FFF2-40B4-BE49-F238E27FC236}">
                  <a16:creationId xmlns:a16="http://schemas.microsoft.com/office/drawing/2014/main" id="{D7FCACB9-7EBD-6042-B148-4018CD65A0BC}"/>
                </a:ext>
              </a:extLst>
            </p:cNvPr>
            <p:cNvSpPr/>
            <p:nvPr/>
          </p:nvSpPr>
          <p:spPr>
            <a:xfrm>
              <a:off x="10332745" y="825123"/>
              <a:ext cx="1122744" cy="261659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nvGrpSpPr>
          <p:cNvPr id="228" name="Group 227">
            <a:extLst>
              <a:ext uri="{FF2B5EF4-FFF2-40B4-BE49-F238E27FC236}">
                <a16:creationId xmlns:a16="http://schemas.microsoft.com/office/drawing/2014/main" id="{9413BF4D-A39A-5642-A43D-A3C2CE1A0D9F}"/>
              </a:ext>
            </a:extLst>
          </p:cNvPr>
          <p:cNvGrpSpPr/>
          <p:nvPr/>
        </p:nvGrpSpPr>
        <p:grpSpPr>
          <a:xfrm>
            <a:off x="2595648" y="4070637"/>
            <a:ext cx="1149458" cy="2667397"/>
            <a:chOff x="9764348" y="1447800"/>
            <a:chExt cx="1149458" cy="2667397"/>
          </a:xfrm>
        </p:grpSpPr>
        <p:sp>
          <p:nvSpPr>
            <p:cNvPr id="229" name="Rectangle 228">
              <a:extLst>
                <a:ext uri="{FF2B5EF4-FFF2-40B4-BE49-F238E27FC236}">
                  <a16:creationId xmlns:a16="http://schemas.microsoft.com/office/drawing/2014/main" id="{9ADF260B-6661-034F-A0B1-9434C10CB6EA}"/>
                </a:ext>
              </a:extLst>
            </p:cNvPr>
            <p:cNvSpPr/>
            <p:nvPr/>
          </p:nvSpPr>
          <p:spPr>
            <a:xfrm>
              <a:off x="9783097" y="1447800"/>
              <a:ext cx="1130709" cy="24261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30" name="Group 229">
              <a:extLst>
                <a:ext uri="{FF2B5EF4-FFF2-40B4-BE49-F238E27FC236}">
                  <a16:creationId xmlns:a16="http://schemas.microsoft.com/office/drawing/2014/main" id="{A0F6E678-018D-9043-9B9E-520CE9425B4F}"/>
                </a:ext>
              </a:extLst>
            </p:cNvPr>
            <p:cNvGrpSpPr/>
            <p:nvPr/>
          </p:nvGrpSpPr>
          <p:grpSpPr>
            <a:xfrm>
              <a:off x="9764348" y="1447800"/>
              <a:ext cx="1130291" cy="2667397"/>
              <a:chOff x="9472119" y="702026"/>
              <a:chExt cx="1130291" cy="2667397"/>
            </a:xfrm>
          </p:grpSpPr>
          <p:sp>
            <p:nvSpPr>
              <p:cNvPr id="231" name="Rectangle 230">
                <a:extLst>
                  <a:ext uri="{FF2B5EF4-FFF2-40B4-BE49-F238E27FC236}">
                    <a16:creationId xmlns:a16="http://schemas.microsoft.com/office/drawing/2014/main" id="{3C54479A-6447-6C41-A65D-8CDF02997F4D}"/>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32" name="TextBox 231">
                <a:extLst>
                  <a:ext uri="{FF2B5EF4-FFF2-40B4-BE49-F238E27FC236}">
                    <a16:creationId xmlns:a16="http://schemas.microsoft.com/office/drawing/2014/main" id="{EAB40A06-F7FC-E544-9A35-C1EB6AB93171}"/>
                  </a:ext>
                </a:extLst>
              </p:cNvPr>
              <p:cNvSpPr txBox="1"/>
              <p:nvPr/>
            </p:nvSpPr>
            <p:spPr>
              <a:xfrm>
                <a:off x="9472119" y="702026"/>
                <a:ext cx="1088020" cy="2667397"/>
              </a:xfrm>
              <a:prstGeom prst="rect">
                <a:avLst/>
              </a:prstGeom>
              <a:noFill/>
            </p:spPr>
            <p:txBody>
              <a:bodyPr wrap="square" rtlCol="0">
                <a:spAutoFit/>
              </a:bodyPr>
              <a:lstStyle/>
              <a:p>
                <a:pPr algn="ctr">
                  <a:spcAft>
                    <a:spcPts val="400"/>
                  </a:spcAft>
                </a:pPr>
                <a:r>
                  <a:rPr lang="en-US" sz="2000" dirty="0">
                    <a:solidFill>
                      <a:prstClr val="white"/>
                    </a:solidFill>
                  </a:rPr>
                  <a:t>DV in h:</a:t>
                </a: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(a) =</a:t>
                </a:r>
                <a:r>
                  <a:rPr lang="en-US" sz="1600" dirty="0">
                    <a:solidFill>
                      <a:prstClr val="black"/>
                    </a:solidFill>
                    <a:cs typeface="Arial" charset="0"/>
                  </a:rPr>
                  <a:t> ∞</a:t>
                </a: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(b)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cs typeface="Arial" charset="0"/>
                  </a:rPr>
                  <a:t>D</a:t>
                </a:r>
                <a:r>
                  <a:rPr lang="en-US" sz="1600" baseline="-25000" dirty="0">
                    <a:solidFill>
                      <a:prstClr val="black"/>
                    </a:solidFill>
                    <a:cs typeface="Arial" charset="0"/>
                  </a:rPr>
                  <a:t>c</a:t>
                </a:r>
                <a:r>
                  <a:rPr lang="en-US" sz="1600" dirty="0">
                    <a:solidFill>
                      <a:prstClr val="black"/>
                    </a:solidFill>
                    <a:cs typeface="Arial" charset="0"/>
                  </a:rPr>
                  <a:t>(c) =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(d)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(e) =</a:t>
                </a:r>
                <a:r>
                  <a:rPr lang="en-US" sz="1600" dirty="0">
                    <a:solidFill>
                      <a:prstClr val="black"/>
                    </a:solidFill>
                    <a:cs typeface="Arial" charset="0"/>
                  </a:rPr>
                  <a:t> 1</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(f)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(g) =</a:t>
                </a:r>
                <a:r>
                  <a:rPr lang="en-US" sz="1600" dirty="0">
                    <a:solidFill>
                      <a:prstClr val="black"/>
                    </a:solidFill>
                    <a:cs typeface="Arial" charset="0"/>
                  </a:rPr>
                  <a:t> 1</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(h) =</a:t>
                </a:r>
                <a:r>
                  <a:rPr lang="en-US" sz="1600" dirty="0">
                    <a:solidFill>
                      <a:prstClr val="black"/>
                    </a:solidFill>
                    <a:cs typeface="Arial" charset="0"/>
                  </a:rPr>
                  <a:t> 0</a:t>
                </a:r>
                <a:endParaRPr lang="en-US" sz="1600" dirty="0">
                  <a:solidFill>
                    <a:prstClr val="black"/>
                  </a:solidFill>
                </a:endParaRPr>
              </a:p>
              <a:p>
                <a:pPr marL="114300"/>
                <a:r>
                  <a:rPr lang="en-US" sz="1600" dirty="0">
                    <a:solidFill>
                      <a:prstClr val="black"/>
                    </a:solidFill>
                  </a:rPr>
                  <a:t>D</a:t>
                </a:r>
                <a:r>
                  <a:rPr lang="en-US" sz="1600" baseline="-25000" dirty="0">
                    <a:solidFill>
                      <a:prstClr val="black"/>
                    </a:solidFill>
                  </a:rPr>
                  <a:t>c</a:t>
                </a:r>
                <a:r>
                  <a:rPr lang="en-US" sz="1600" dirty="0">
                    <a:solidFill>
                      <a:prstClr val="black"/>
                    </a:solidFill>
                  </a:rPr>
                  <a:t>(i) =</a:t>
                </a:r>
                <a:r>
                  <a:rPr lang="en-US" sz="1600" dirty="0">
                    <a:solidFill>
                      <a:prstClr val="black"/>
                    </a:solidFill>
                    <a:cs typeface="Arial" charset="0"/>
                  </a:rPr>
                  <a:t> 1</a:t>
                </a:r>
                <a:endParaRPr lang="en-US" sz="1600" dirty="0">
                  <a:solidFill>
                    <a:prstClr val="black"/>
                  </a:solidFill>
                </a:endParaRPr>
              </a:p>
            </p:txBody>
          </p:sp>
          <p:cxnSp>
            <p:nvCxnSpPr>
              <p:cNvPr id="233" name="Straight Connector 232">
                <a:extLst>
                  <a:ext uri="{FF2B5EF4-FFF2-40B4-BE49-F238E27FC236}">
                    <a16:creationId xmlns:a16="http://schemas.microsoft.com/office/drawing/2014/main" id="{4EE88B9D-48AE-3C41-ACEF-AB953A3DC369}"/>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35" name="Rectangle 234">
                <a:extLst>
                  <a:ext uri="{FF2B5EF4-FFF2-40B4-BE49-F238E27FC236}">
                    <a16:creationId xmlns:a16="http://schemas.microsoft.com/office/drawing/2014/main" id="{B0D4837F-C7E1-464E-AE20-E7BA24E30BAB}"/>
                  </a:ext>
                </a:extLst>
              </p:cNvPr>
              <p:cNvSpPr/>
              <p:nvPr/>
            </p:nvSpPr>
            <p:spPr>
              <a:xfrm>
                <a:off x="9479666" y="706055"/>
                <a:ext cx="1122744" cy="262077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grpSp>
        <p:nvGrpSpPr>
          <p:cNvPr id="236" name="Group 235">
            <a:extLst>
              <a:ext uri="{FF2B5EF4-FFF2-40B4-BE49-F238E27FC236}">
                <a16:creationId xmlns:a16="http://schemas.microsoft.com/office/drawing/2014/main" id="{E5D1DC4A-8FFB-BC47-A0A1-C5FDF0C7BB15}"/>
              </a:ext>
            </a:extLst>
          </p:cNvPr>
          <p:cNvGrpSpPr/>
          <p:nvPr/>
        </p:nvGrpSpPr>
        <p:grpSpPr>
          <a:xfrm>
            <a:off x="2544848" y="1246157"/>
            <a:ext cx="1149458" cy="2667397"/>
            <a:chOff x="9764348" y="1447800"/>
            <a:chExt cx="1149458" cy="2667397"/>
          </a:xfrm>
        </p:grpSpPr>
        <p:sp>
          <p:nvSpPr>
            <p:cNvPr id="237" name="Rectangle 236">
              <a:extLst>
                <a:ext uri="{FF2B5EF4-FFF2-40B4-BE49-F238E27FC236}">
                  <a16:creationId xmlns:a16="http://schemas.microsoft.com/office/drawing/2014/main" id="{C5D97005-6275-0E40-AC90-33504E6F88D3}"/>
                </a:ext>
              </a:extLst>
            </p:cNvPr>
            <p:cNvSpPr/>
            <p:nvPr/>
          </p:nvSpPr>
          <p:spPr>
            <a:xfrm>
              <a:off x="9783097" y="1447800"/>
              <a:ext cx="1130709" cy="24261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38" name="Group 237">
              <a:extLst>
                <a:ext uri="{FF2B5EF4-FFF2-40B4-BE49-F238E27FC236}">
                  <a16:creationId xmlns:a16="http://schemas.microsoft.com/office/drawing/2014/main" id="{F0F5EFAC-DD71-6445-A54E-E854D4BF79CB}"/>
                </a:ext>
              </a:extLst>
            </p:cNvPr>
            <p:cNvGrpSpPr/>
            <p:nvPr/>
          </p:nvGrpSpPr>
          <p:grpSpPr>
            <a:xfrm>
              <a:off x="9764348" y="1447800"/>
              <a:ext cx="1130291" cy="2667397"/>
              <a:chOff x="9472119" y="702026"/>
              <a:chExt cx="1130291" cy="2667397"/>
            </a:xfrm>
          </p:grpSpPr>
          <p:sp>
            <p:nvSpPr>
              <p:cNvPr id="239" name="Rectangle 238">
                <a:extLst>
                  <a:ext uri="{FF2B5EF4-FFF2-40B4-BE49-F238E27FC236}">
                    <a16:creationId xmlns:a16="http://schemas.microsoft.com/office/drawing/2014/main" id="{96962042-8A2E-A64D-8876-1FD7A84833E5}"/>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40" name="TextBox 239">
                <a:extLst>
                  <a:ext uri="{FF2B5EF4-FFF2-40B4-BE49-F238E27FC236}">
                    <a16:creationId xmlns:a16="http://schemas.microsoft.com/office/drawing/2014/main" id="{940904E2-A3C0-D842-9DA2-FE7E9C839DC9}"/>
                  </a:ext>
                </a:extLst>
              </p:cNvPr>
              <p:cNvSpPr txBox="1"/>
              <p:nvPr/>
            </p:nvSpPr>
            <p:spPr>
              <a:xfrm>
                <a:off x="9472119" y="702026"/>
                <a:ext cx="1088020" cy="2667397"/>
              </a:xfrm>
              <a:prstGeom prst="rect">
                <a:avLst/>
              </a:prstGeom>
              <a:noFill/>
            </p:spPr>
            <p:txBody>
              <a:bodyPr wrap="square" rtlCol="0">
                <a:spAutoFit/>
              </a:bodyPr>
              <a:lstStyle/>
              <a:p>
                <a:pPr algn="ctr">
                  <a:spcAft>
                    <a:spcPts val="400"/>
                  </a:spcAft>
                </a:pPr>
                <a:r>
                  <a:rPr lang="en-US" sz="2000" dirty="0">
                    <a:solidFill>
                      <a:prstClr val="white"/>
                    </a:solidFill>
                  </a:rPr>
                  <a:t>DV in d:</a:t>
                </a: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(a) =</a:t>
                </a:r>
                <a:r>
                  <a:rPr lang="en-US" sz="1600" dirty="0">
                    <a:solidFill>
                      <a:prstClr val="black"/>
                    </a:solidFill>
                    <a:cs typeface="Arial" charset="0"/>
                  </a:rPr>
                  <a:t> 1</a:t>
                </a: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(b) =</a:t>
                </a:r>
                <a:r>
                  <a:rPr lang="en-US" sz="1600" dirty="0">
                    <a:solidFill>
                      <a:prstClr val="black"/>
                    </a:solidFill>
                    <a:cs typeface="Arial" charset="0"/>
                  </a:rPr>
                  <a:t> ∞</a:t>
                </a:r>
                <a:endParaRPr lang="en-US" sz="1600" dirty="0">
                  <a:solidFill>
                    <a:prstClr val="black"/>
                  </a:solidFill>
                </a:endParaRPr>
              </a:p>
              <a:p>
                <a:pPr marL="114300" lvl="1"/>
                <a:r>
                  <a:rPr lang="en-US" sz="1600" dirty="0">
                    <a:solidFill>
                      <a:prstClr val="black"/>
                    </a:solidFill>
                    <a:cs typeface="Arial" charset="0"/>
                  </a:rPr>
                  <a:t>D</a:t>
                </a:r>
                <a:r>
                  <a:rPr lang="en-US" sz="1600" baseline="-25000" dirty="0">
                    <a:solidFill>
                      <a:prstClr val="black"/>
                    </a:solidFill>
                    <a:cs typeface="Arial" charset="0"/>
                  </a:rPr>
                  <a:t>c</a:t>
                </a:r>
                <a:r>
                  <a:rPr lang="en-US" sz="1600" dirty="0">
                    <a:solidFill>
                      <a:prstClr val="black"/>
                    </a:solidFill>
                    <a:cs typeface="Arial" charset="0"/>
                  </a:rPr>
                  <a:t>(c) = ∞</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(d) =</a:t>
                </a:r>
                <a:r>
                  <a:rPr lang="en-US" sz="1600" dirty="0">
                    <a:solidFill>
                      <a:prstClr val="black"/>
                    </a:solidFill>
                    <a:cs typeface="Arial" charset="0"/>
                  </a:rPr>
                  <a:t> 0</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(e) =</a:t>
                </a:r>
                <a:r>
                  <a:rPr lang="en-US" sz="1600" dirty="0">
                    <a:solidFill>
                      <a:prstClr val="black"/>
                    </a:solidFill>
                    <a:cs typeface="Arial" charset="0"/>
                  </a:rPr>
                  <a:t> 1</a:t>
                </a:r>
                <a:endParaRPr lang="en-US" sz="1600" dirty="0">
                  <a:solidFill>
                    <a:prstClr val="black"/>
                  </a:solidFill>
                </a:endParaRP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(f) =</a:t>
                </a:r>
                <a:r>
                  <a:rPr lang="en-US" sz="1600" dirty="0">
                    <a:solidFill>
                      <a:prstClr val="black"/>
                    </a:solidFill>
                    <a:cs typeface="Arial" charset="0"/>
                  </a:rPr>
                  <a:t> ∞ </a:t>
                </a:r>
                <a:r>
                  <a:rPr lang="en-US" sz="1600" dirty="0">
                    <a:solidFill>
                      <a:prstClr val="black"/>
                    </a:solidFill>
                  </a:rPr>
                  <a:t>D</a:t>
                </a:r>
                <a:r>
                  <a:rPr lang="en-US" sz="1600" baseline="-25000" dirty="0">
                    <a:solidFill>
                      <a:prstClr val="black"/>
                    </a:solidFill>
                  </a:rPr>
                  <a:t>c</a:t>
                </a:r>
                <a:r>
                  <a:rPr lang="en-US" sz="1600" dirty="0">
                    <a:solidFill>
                      <a:prstClr val="black"/>
                    </a:solidFill>
                  </a:rPr>
                  <a:t>(g) = 1</a:t>
                </a:r>
              </a:p>
              <a:p>
                <a:pPr marL="114300" lvl="1"/>
                <a:r>
                  <a:rPr lang="en-US" sz="1600" dirty="0">
                    <a:solidFill>
                      <a:prstClr val="black"/>
                    </a:solidFill>
                  </a:rPr>
                  <a:t>D</a:t>
                </a:r>
                <a:r>
                  <a:rPr lang="en-US" sz="1600" baseline="-25000" dirty="0">
                    <a:solidFill>
                      <a:prstClr val="black"/>
                    </a:solidFill>
                  </a:rPr>
                  <a:t>c</a:t>
                </a:r>
                <a:r>
                  <a:rPr lang="en-US" sz="1600" dirty="0">
                    <a:solidFill>
                      <a:prstClr val="black"/>
                    </a:solidFill>
                  </a:rPr>
                  <a:t>(h) =</a:t>
                </a:r>
                <a:r>
                  <a:rPr lang="en-US" sz="1600" dirty="0">
                    <a:solidFill>
                      <a:prstClr val="black"/>
                    </a:solidFill>
                    <a:cs typeface="Arial" charset="0"/>
                  </a:rPr>
                  <a:t> ∞</a:t>
                </a:r>
                <a:endParaRPr lang="en-US" sz="1600" dirty="0">
                  <a:solidFill>
                    <a:prstClr val="black"/>
                  </a:solidFill>
                </a:endParaRPr>
              </a:p>
              <a:p>
                <a:pPr marL="114300"/>
                <a:r>
                  <a:rPr lang="en-US" sz="1600" dirty="0">
                    <a:solidFill>
                      <a:prstClr val="black"/>
                    </a:solidFill>
                  </a:rPr>
                  <a:t>D</a:t>
                </a:r>
                <a:r>
                  <a:rPr lang="en-US" sz="1600" baseline="-25000" dirty="0">
                    <a:solidFill>
                      <a:prstClr val="black"/>
                    </a:solidFill>
                  </a:rPr>
                  <a:t>c</a:t>
                </a:r>
                <a:r>
                  <a:rPr lang="en-US" sz="1600" dirty="0">
                    <a:solidFill>
                      <a:prstClr val="black"/>
                    </a:solidFill>
                  </a:rPr>
                  <a:t>(i) =</a:t>
                </a:r>
                <a:r>
                  <a:rPr lang="en-US" sz="1600" dirty="0">
                    <a:solidFill>
                      <a:prstClr val="black"/>
                    </a:solidFill>
                    <a:cs typeface="Arial" charset="0"/>
                  </a:rPr>
                  <a:t> ∞</a:t>
                </a:r>
                <a:endParaRPr lang="en-US" sz="1600" dirty="0">
                  <a:solidFill>
                    <a:prstClr val="black"/>
                  </a:solidFill>
                </a:endParaRPr>
              </a:p>
            </p:txBody>
          </p:sp>
          <p:cxnSp>
            <p:nvCxnSpPr>
              <p:cNvPr id="252" name="Straight Connector 251">
                <a:extLst>
                  <a:ext uri="{FF2B5EF4-FFF2-40B4-BE49-F238E27FC236}">
                    <a16:creationId xmlns:a16="http://schemas.microsoft.com/office/drawing/2014/main" id="{A4C13240-3690-274C-B6C9-0173DDE85699}"/>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53" name="Rectangle 252">
                <a:extLst>
                  <a:ext uri="{FF2B5EF4-FFF2-40B4-BE49-F238E27FC236}">
                    <a16:creationId xmlns:a16="http://schemas.microsoft.com/office/drawing/2014/main" id="{8546D7D6-52BC-7B4C-A56A-8A4EB693C647}"/>
                  </a:ext>
                </a:extLst>
              </p:cNvPr>
              <p:cNvSpPr/>
              <p:nvPr/>
            </p:nvSpPr>
            <p:spPr>
              <a:xfrm>
                <a:off x="9479666" y="706055"/>
                <a:ext cx="1122744" cy="262077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sp>
        <p:nvSpPr>
          <p:cNvPr id="9" name="Freeform 8">
            <a:extLst>
              <a:ext uri="{FF2B5EF4-FFF2-40B4-BE49-F238E27FC236}">
                <a16:creationId xmlns:a16="http://schemas.microsoft.com/office/drawing/2014/main" id="{FE2F627E-78F3-5D44-9884-C049E1334721}"/>
              </a:ext>
            </a:extLst>
          </p:cNvPr>
          <p:cNvSpPr/>
          <p:nvPr/>
        </p:nvSpPr>
        <p:spPr>
          <a:xfrm>
            <a:off x="3677920" y="1280160"/>
            <a:ext cx="853440" cy="2824480"/>
          </a:xfrm>
          <a:custGeom>
            <a:avLst/>
            <a:gdLst>
              <a:gd name="connsiteX0" fmla="*/ 680720 w 853440"/>
              <a:gd name="connsiteY0" fmla="*/ 2824480 h 2824480"/>
              <a:gd name="connsiteX1" fmla="*/ 0 w 853440"/>
              <a:gd name="connsiteY1" fmla="*/ 2590800 h 2824480"/>
              <a:gd name="connsiteX2" fmla="*/ 0 w 853440"/>
              <a:gd name="connsiteY2" fmla="*/ 0 h 2824480"/>
              <a:gd name="connsiteX3" fmla="*/ 853440 w 853440"/>
              <a:gd name="connsiteY3" fmla="*/ 2631440 h 2824480"/>
              <a:gd name="connsiteX4" fmla="*/ 680720 w 853440"/>
              <a:gd name="connsiteY4" fmla="*/ 2824480 h 2824480"/>
              <a:gd name="connsiteX0" fmla="*/ 680720 w 853440"/>
              <a:gd name="connsiteY0" fmla="*/ 2824480 h 2824480"/>
              <a:gd name="connsiteX1" fmla="*/ 0 w 853440"/>
              <a:gd name="connsiteY1" fmla="*/ 2590800 h 2824480"/>
              <a:gd name="connsiteX2" fmla="*/ 0 w 853440"/>
              <a:gd name="connsiteY2" fmla="*/ 0 h 2824480"/>
              <a:gd name="connsiteX3" fmla="*/ 853440 w 853440"/>
              <a:gd name="connsiteY3" fmla="*/ 2631440 h 2824480"/>
              <a:gd name="connsiteX4" fmla="*/ 680720 w 853440"/>
              <a:gd name="connsiteY4" fmla="*/ 2824480 h 2824480"/>
              <a:gd name="connsiteX0" fmla="*/ 680720 w 853440"/>
              <a:gd name="connsiteY0" fmla="*/ 2824480 h 2824480"/>
              <a:gd name="connsiteX1" fmla="*/ 0 w 853440"/>
              <a:gd name="connsiteY1" fmla="*/ 2590800 h 2824480"/>
              <a:gd name="connsiteX2" fmla="*/ 0 w 853440"/>
              <a:gd name="connsiteY2" fmla="*/ 0 h 2824480"/>
              <a:gd name="connsiteX3" fmla="*/ 853440 w 853440"/>
              <a:gd name="connsiteY3" fmla="*/ 2631440 h 2824480"/>
              <a:gd name="connsiteX4" fmla="*/ 680720 w 853440"/>
              <a:gd name="connsiteY4" fmla="*/ 2824480 h 2824480"/>
              <a:gd name="connsiteX0" fmla="*/ 680720 w 853440"/>
              <a:gd name="connsiteY0" fmla="*/ 2824480 h 2824480"/>
              <a:gd name="connsiteX1" fmla="*/ 0 w 853440"/>
              <a:gd name="connsiteY1" fmla="*/ 2590800 h 2824480"/>
              <a:gd name="connsiteX2" fmla="*/ 0 w 853440"/>
              <a:gd name="connsiteY2" fmla="*/ 0 h 2824480"/>
              <a:gd name="connsiteX3" fmla="*/ 853440 w 853440"/>
              <a:gd name="connsiteY3" fmla="*/ 2631440 h 2824480"/>
              <a:gd name="connsiteX4" fmla="*/ 680720 w 853440"/>
              <a:gd name="connsiteY4" fmla="*/ 2824480 h 2824480"/>
              <a:gd name="connsiteX0" fmla="*/ 680720 w 853440"/>
              <a:gd name="connsiteY0" fmla="*/ 2824480 h 2824480"/>
              <a:gd name="connsiteX1" fmla="*/ 0 w 853440"/>
              <a:gd name="connsiteY1" fmla="*/ 2590800 h 2824480"/>
              <a:gd name="connsiteX2" fmla="*/ 0 w 853440"/>
              <a:gd name="connsiteY2" fmla="*/ 0 h 2824480"/>
              <a:gd name="connsiteX3" fmla="*/ 853440 w 853440"/>
              <a:gd name="connsiteY3" fmla="*/ 2631440 h 2824480"/>
              <a:gd name="connsiteX4" fmla="*/ 680720 w 853440"/>
              <a:gd name="connsiteY4" fmla="*/ 2824480 h 2824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440" h="2824480">
                <a:moveTo>
                  <a:pt x="680720" y="2824480"/>
                </a:moveTo>
                <a:cubicBezTo>
                  <a:pt x="443653" y="2705947"/>
                  <a:pt x="328507" y="2658533"/>
                  <a:pt x="0" y="2590800"/>
                </a:cubicBezTo>
                <a:lnTo>
                  <a:pt x="0" y="0"/>
                </a:lnTo>
                <a:cubicBezTo>
                  <a:pt x="254000" y="1222587"/>
                  <a:pt x="447040" y="1835573"/>
                  <a:pt x="853440" y="2631440"/>
                </a:cubicBezTo>
                <a:lnTo>
                  <a:pt x="680720" y="2824480"/>
                </a:lnTo>
                <a:close/>
              </a:path>
            </a:pathLst>
          </a:custGeom>
          <a:gradFill>
            <a:gsLst>
              <a:gs pos="0">
                <a:schemeClr val="bg1">
                  <a:lumMod val="95000"/>
                </a:schemeClr>
              </a:gs>
              <a:gs pos="100000">
                <a:schemeClr val="bg1">
                  <a:lumMod val="7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83" name="Group 282">
            <a:extLst>
              <a:ext uri="{FF2B5EF4-FFF2-40B4-BE49-F238E27FC236}">
                <a16:creationId xmlns:a16="http://schemas.microsoft.com/office/drawing/2014/main" id="{A665C0C8-7FDD-0A42-80A3-CC602804C042}"/>
              </a:ext>
            </a:extLst>
          </p:cNvPr>
          <p:cNvGrpSpPr/>
          <p:nvPr/>
        </p:nvGrpSpPr>
        <p:grpSpPr>
          <a:xfrm>
            <a:off x="4336458" y="3833790"/>
            <a:ext cx="4395351" cy="404576"/>
            <a:chOff x="4333785" y="5772213"/>
            <a:chExt cx="4395351" cy="404576"/>
          </a:xfrm>
        </p:grpSpPr>
        <p:grpSp>
          <p:nvGrpSpPr>
            <p:cNvPr id="284" name="Group 283">
              <a:extLst>
                <a:ext uri="{FF2B5EF4-FFF2-40B4-BE49-F238E27FC236}">
                  <a16:creationId xmlns:a16="http://schemas.microsoft.com/office/drawing/2014/main" id="{4C02DC92-2A83-AC4D-B9F0-2BCDE917BDBC}"/>
                </a:ext>
              </a:extLst>
            </p:cNvPr>
            <p:cNvGrpSpPr/>
            <p:nvPr/>
          </p:nvGrpSpPr>
          <p:grpSpPr>
            <a:xfrm>
              <a:off x="4333785" y="5772213"/>
              <a:ext cx="531821" cy="369069"/>
              <a:chOff x="1348328" y="2475647"/>
              <a:chExt cx="603916" cy="419100"/>
            </a:xfrm>
          </p:grpSpPr>
          <p:grpSp>
            <p:nvGrpSpPr>
              <p:cNvPr id="305" name="Group 304">
                <a:extLst>
                  <a:ext uri="{FF2B5EF4-FFF2-40B4-BE49-F238E27FC236}">
                    <a16:creationId xmlns:a16="http://schemas.microsoft.com/office/drawing/2014/main" id="{F01EB862-010E-A34F-8D39-25BC2BED2A63}"/>
                  </a:ext>
                </a:extLst>
              </p:cNvPr>
              <p:cNvGrpSpPr/>
              <p:nvPr/>
            </p:nvGrpSpPr>
            <p:grpSpPr>
              <a:xfrm>
                <a:off x="1348328" y="2555748"/>
                <a:ext cx="603916" cy="308999"/>
                <a:chOff x="5278570" y="2983486"/>
                <a:chExt cx="501650" cy="233363"/>
              </a:xfrm>
            </p:grpSpPr>
            <p:sp>
              <p:nvSpPr>
                <p:cNvPr id="309" name="Oval 5">
                  <a:extLst>
                    <a:ext uri="{FF2B5EF4-FFF2-40B4-BE49-F238E27FC236}">
                      <a16:creationId xmlns:a16="http://schemas.microsoft.com/office/drawing/2014/main" id="{C2A61603-05BC-1E4D-99AA-0AB1CC49473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0" name="Line 6">
                  <a:extLst>
                    <a:ext uri="{FF2B5EF4-FFF2-40B4-BE49-F238E27FC236}">
                      <a16:creationId xmlns:a16="http://schemas.microsoft.com/office/drawing/2014/main" id="{7043DA0E-702D-CD4E-BA28-9341275851D9}"/>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1" name="Line 7">
                  <a:extLst>
                    <a:ext uri="{FF2B5EF4-FFF2-40B4-BE49-F238E27FC236}">
                      <a16:creationId xmlns:a16="http://schemas.microsoft.com/office/drawing/2014/main" id="{CE93F761-782C-C640-B2B6-8CA7492B28BC}"/>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12" name="Rectangle 8">
                  <a:extLst>
                    <a:ext uri="{FF2B5EF4-FFF2-40B4-BE49-F238E27FC236}">
                      <a16:creationId xmlns:a16="http://schemas.microsoft.com/office/drawing/2014/main" id="{723858D6-68CF-1C4E-A28B-A9FF5D728F2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13" name="Oval 9">
                  <a:extLst>
                    <a:ext uri="{FF2B5EF4-FFF2-40B4-BE49-F238E27FC236}">
                      <a16:creationId xmlns:a16="http://schemas.microsoft.com/office/drawing/2014/main" id="{70A7292E-FC97-924B-9010-8079BEC6219F}"/>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306" name="Group 44">
                <a:extLst>
                  <a:ext uri="{FF2B5EF4-FFF2-40B4-BE49-F238E27FC236}">
                    <a16:creationId xmlns:a16="http://schemas.microsoft.com/office/drawing/2014/main" id="{DA3B2173-D171-E340-B704-06A3FE481C71}"/>
                  </a:ext>
                </a:extLst>
              </p:cNvPr>
              <p:cNvGrpSpPr>
                <a:grpSpLocks/>
              </p:cNvGrpSpPr>
              <p:nvPr/>
            </p:nvGrpSpPr>
            <p:grpSpPr bwMode="auto">
              <a:xfrm>
                <a:off x="1456374" y="2475647"/>
                <a:ext cx="355165" cy="419100"/>
                <a:chOff x="2944" y="2405"/>
                <a:chExt cx="227" cy="264"/>
              </a:xfrm>
            </p:grpSpPr>
            <p:sp>
              <p:nvSpPr>
                <p:cNvPr id="307" name="Rectangle 45">
                  <a:extLst>
                    <a:ext uri="{FF2B5EF4-FFF2-40B4-BE49-F238E27FC236}">
                      <a16:creationId xmlns:a16="http://schemas.microsoft.com/office/drawing/2014/main" id="{A7CA85B6-08AA-4840-AE2B-A3321A49B6FA}"/>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8" name="Text Box 46">
                  <a:extLst>
                    <a:ext uri="{FF2B5EF4-FFF2-40B4-BE49-F238E27FC236}">
                      <a16:creationId xmlns:a16="http://schemas.microsoft.com/office/drawing/2014/main" id="{68812F5E-7A92-7B45-BBDE-2068A3A134D0}"/>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d</a:t>
                  </a:r>
                  <a:endParaRPr lang="en-US" sz="2000" kern="0" dirty="0">
                    <a:solidFill>
                      <a:srgbClr val="000000"/>
                    </a:solidFill>
                  </a:endParaRPr>
                </a:p>
              </p:txBody>
            </p:sp>
          </p:grpSp>
        </p:grpSp>
        <p:grpSp>
          <p:nvGrpSpPr>
            <p:cNvPr id="285" name="Group 284">
              <a:extLst>
                <a:ext uri="{FF2B5EF4-FFF2-40B4-BE49-F238E27FC236}">
                  <a16:creationId xmlns:a16="http://schemas.microsoft.com/office/drawing/2014/main" id="{5E3B07EB-D89E-C542-85F0-D68A3698AEC4}"/>
                </a:ext>
              </a:extLst>
            </p:cNvPr>
            <p:cNvGrpSpPr/>
            <p:nvPr/>
          </p:nvGrpSpPr>
          <p:grpSpPr>
            <a:xfrm>
              <a:off x="6263949" y="5807720"/>
              <a:ext cx="531821" cy="369069"/>
              <a:chOff x="1348328" y="2507397"/>
              <a:chExt cx="603916" cy="419100"/>
            </a:xfrm>
          </p:grpSpPr>
          <p:grpSp>
            <p:nvGrpSpPr>
              <p:cNvPr id="296" name="Group 295">
                <a:extLst>
                  <a:ext uri="{FF2B5EF4-FFF2-40B4-BE49-F238E27FC236}">
                    <a16:creationId xmlns:a16="http://schemas.microsoft.com/office/drawing/2014/main" id="{CE2D511A-9878-0E42-B4E3-97548A8A67A3}"/>
                  </a:ext>
                </a:extLst>
              </p:cNvPr>
              <p:cNvGrpSpPr/>
              <p:nvPr/>
            </p:nvGrpSpPr>
            <p:grpSpPr>
              <a:xfrm>
                <a:off x="1348328" y="2555748"/>
                <a:ext cx="603916" cy="308999"/>
                <a:chOff x="5278570" y="2983486"/>
                <a:chExt cx="501650" cy="233363"/>
              </a:xfrm>
            </p:grpSpPr>
            <p:sp>
              <p:nvSpPr>
                <p:cNvPr id="300" name="Oval 5">
                  <a:extLst>
                    <a:ext uri="{FF2B5EF4-FFF2-40B4-BE49-F238E27FC236}">
                      <a16:creationId xmlns:a16="http://schemas.microsoft.com/office/drawing/2014/main" id="{C66E96DA-F1B1-9A41-8B0D-2F21B3B7ACBA}"/>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1" name="Line 6">
                  <a:extLst>
                    <a:ext uri="{FF2B5EF4-FFF2-40B4-BE49-F238E27FC236}">
                      <a16:creationId xmlns:a16="http://schemas.microsoft.com/office/drawing/2014/main" id="{A2387D1F-7EF0-9443-8128-6FF284EC9AF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2" name="Line 7">
                  <a:extLst>
                    <a:ext uri="{FF2B5EF4-FFF2-40B4-BE49-F238E27FC236}">
                      <a16:creationId xmlns:a16="http://schemas.microsoft.com/office/drawing/2014/main" id="{4B183F70-EB28-A94F-BF31-54B939F6B75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303" name="Rectangle 8">
                  <a:extLst>
                    <a:ext uri="{FF2B5EF4-FFF2-40B4-BE49-F238E27FC236}">
                      <a16:creationId xmlns:a16="http://schemas.microsoft.com/office/drawing/2014/main" id="{84BE29FD-A805-D348-99C3-8D3C650618E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304" name="Oval 9">
                  <a:extLst>
                    <a:ext uri="{FF2B5EF4-FFF2-40B4-BE49-F238E27FC236}">
                      <a16:creationId xmlns:a16="http://schemas.microsoft.com/office/drawing/2014/main" id="{BF5D685A-16D6-5B40-9EEF-970D3CDCE370}"/>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97" name="Group 44">
                <a:extLst>
                  <a:ext uri="{FF2B5EF4-FFF2-40B4-BE49-F238E27FC236}">
                    <a16:creationId xmlns:a16="http://schemas.microsoft.com/office/drawing/2014/main" id="{058B095B-B9C0-F84A-B78C-FE9DCA729C71}"/>
                  </a:ext>
                </a:extLst>
              </p:cNvPr>
              <p:cNvGrpSpPr>
                <a:grpSpLocks/>
              </p:cNvGrpSpPr>
              <p:nvPr/>
            </p:nvGrpSpPr>
            <p:grpSpPr bwMode="auto">
              <a:xfrm>
                <a:off x="1456374" y="2507397"/>
                <a:ext cx="355165" cy="419100"/>
                <a:chOff x="2944" y="2425"/>
                <a:chExt cx="227" cy="264"/>
              </a:xfrm>
            </p:grpSpPr>
            <p:sp>
              <p:nvSpPr>
                <p:cNvPr id="298" name="Rectangle 45">
                  <a:extLst>
                    <a:ext uri="{FF2B5EF4-FFF2-40B4-BE49-F238E27FC236}">
                      <a16:creationId xmlns:a16="http://schemas.microsoft.com/office/drawing/2014/main" id="{7FBA9119-2A14-E84A-A39B-55E9D6AE939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9" name="Text Box 46">
                  <a:extLst>
                    <a:ext uri="{FF2B5EF4-FFF2-40B4-BE49-F238E27FC236}">
                      <a16:creationId xmlns:a16="http://schemas.microsoft.com/office/drawing/2014/main" id="{2944FA12-D5D2-E241-A9FC-D4A85A350D0A}"/>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e</a:t>
                  </a:r>
                  <a:endParaRPr lang="en-US" sz="2000" kern="0" dirty="0">
                    <a:solidFill>
                      <a:srgbClr val="000000"/>
                    </a:solidFill>
                  </a:endParaRPr>
                </a:p>
              </p:txBody>
            </p:sp>
          </p:grpSp>
        </p:grpSp>
        <p:grpSp>
          <p:nvGrpSpPr>
            <p:cNvPr id="286" name="Group 285">
              <a:extLst>
                <a:ext uri="{FF2B5EF4-FFF2-40B4-BE49-F238E27FC236}">
                  <a16:creationId xmlns:a16="http://schemas.microsoft.com/office/drawing/2014/main" id="{B9D4EE61-1CC1-6D4C-822D-300C73469B48}"/>
                </a:ext>
              </a:extLst>
            </p:cNvPr>
            <p:cNvGrpSpPr/>
            <p:nvPr/>
          </p:nvGrpSpPr>
          <p:grpSpPr>
            <a:xfrm>
              <a:off x="8197315" y="5805271"/>
              <a:ext cx="531821" cy="369069"/>
              <a:chOff x="1348328" y="2507397"/>
              <a:chExt cx="603916" cy="419100"/>
            </a:xfrm>
          </p:grpSpPr>
          <p:grpSp>
            <p:nvGrpSpPr>
              <p:cNvPr id="287" name="Group 286">
                <a:extLst>
                  <a:ext uri="{FF2B5EF4-FFF2-40B4-BE49-F238E27FC236}">
                    <a16:creationId xmlns:a16="http://schemas.microsoft.com/office/drawing/2014/main" id="{75D4F492-E56A-6541-9F9D-1D85B09999F3}"/>
                  </a:ext>
                </a:extLst>
              </p:cNvPr>
              <p:cNvGrpSpPr/>
              <p:nvPr/>
            </p:nvGrpSpPr>
            <p:grpSpPr>
              <a:xfrm>
                <a:off x="1348328" y="2555748"/>
                <a:ext cx="603916" cy="308999"/>
                <a:chOff x="5278570" y="2983486"/>
                <a:chExt cx="501650" cy="233363"/>
              </a:xfrm>
            </p:grpSpPr>
            <p:sp>
              <p:nvSpPr>
                <p:cNvPr id="291" name="Oval 5">
                  <a:extLst>
                    <a:ext uri="{FF2B5EF4-FFF2-40B4-BE49-F238E27FC236}">
                      <a16:creationId xmlns:a16="http://schemas.microsoft.com/office/drawing/2014/main" id="{190A087A-A659-3E4D-B4FE-1EA13D56BE4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2" name="Line 6">
                  <a:extLst>
                    <a:ext uri="{FF2B5EF4-FFF2-40B4-BE49-F238E27FC236}">
                      <a16:creationId xmlns:a16="http://schemas.microsoft.com/office/drawing/2014/main" id="{E7E9FE4A-5449-D244-A5A8-DEB5E1D8494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3" name="Line 7">
                  <a:extLst>
                    <a:ext uri="{FF2B5EF4-FFF2-40B4-BE49-F238E27FC236}">
                      <a16:creationId xmlns:a16="http://schemas.microsoft.com/office/drawing/2014/main" id="{8C243F83-93B5-2C49-9D61-2E8E8652A48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4" name="Rectangle 8">
                  <a:extLst>
                    <a:ext uri="{FF2B5EF4-FFF2-40B4-BE49-F238E27FC236}">
                      <a16:creationId xmlns:a16="http://schemas.microsoft.com/office/drawing/2014/main" id="{B0B61A2E-99AA-324F-8224-CB0B3B44042C}"/>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95" name="Oval 9">
                  <a:extLst>
                    <a:ext uri="{FF2B5EF4-FFF2-40B4-BE49-F238E27FC236}">
                      <a16:creationId xmlns:a16="http://schemas.microsoft.com/office/drawing/2014/main" id="{2F485C77-8179-0B4E-B93A-E5C91296B443}"/>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88" name="Group 44">
                <a:extLst>
                  <a:ext uri="{FF2B5EF4-FFF2-40B4-BE49-F238E27FC236}">
                    <a16:creationId xmlns:a16="http://schemas.microsoft.com/office/drawing/2014/main" id="{0826EA6F-730D-8C47-8DDA-2C65DD6716BA}"/>
                  </a:ext>
                </a:extLst>
              </p:cNvPr>
              <p:cNvGrpSpPr>
                <a:grpSpLocks/>
              </p:cNvGrpSpPr>
              <p:nvPr/>
            </p:nvGrpSpPr>
            <p:grpSpPr bwMode="auto">
              <a:xfrm>
                <a:off x="1492372" y="2507397"/>
                <a:ext cx="283194" cy="419100"/>
                <a:chOff x="2967" y="2425"/>
                <a:chExt cx="181" cy="264"/>
              </a:xfrm>
            </p:grpSpPr>
            <p:sp>
              <p:nvSpPr>
                <p:cNvPr id="289" name="Rectangle 45">
                  <a:extLst>
                    <a:ext uri="{FF2B5EF4-FFF2-40B4-BE49-F238E27FC236}">
                      <a16:creationId xmlns:a16="http://schemas.microsoft.com/office/drawing/2014/main" id="{C3E85E15-4F40-FF40-89C4-0E851470FA4F}"/>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90" name="Text Box 46">
                  <a:extLst>
                    <a:ext uri="{FF2B5EF4-FFF2-40B4-BE49-F238E27FC236}">
                      <a16:creationId xmlns:a16="http://schemas.microsoft.com/office/drawing/2014/main" id="{1905E332-CD71-E748-AE06-2A274A0D7B18}"/>
                    </a:ext>
                  </a:extLst>
                </p:cNvPr>
                <p:cNvSpPr txBox="1">
                  <a:spLocks noChangeArrowheads="1"/>
                </p:cNvSpPr>
                <p:nvPr/>
              </p:nvSpPr>
              <p:spPr bwMode="auto">
                <a:xfrm>
                  <a:off x="2967" y="2425"/>
                  <a:ext cx="18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f</a:t>
                  </a:r>
                  <a:endParaRPr lang="en-US" sz="2000" kern="0" dirty="0">
                    <a:solidFill>
                      <a:srgbClr val="000000"/>
                    </a:solidFill>
                  </a:endParaRPr>
                </a:p>
              </p:txBody>
            </p:sp>
          </p:grpSp>
        </p:grpSp>
      </p:grpSp>
      <p:sp>
        <p:nvSpPr>
          <p:cNvPr id="254" name="Freeform 253">
            <a:extLst>
              <a:ext uri="{FF2B5EF4-FFF2-40B4-BE49-F238E27FC236}">
                <a16:creationId xmlns:a16="http://schemas.microsoft.com/office/drawing/2014/main" id="{5E971120-97A0-A04E-98CB-2AE07466929F}"/>
              </a:ext>
            </a:extLst>
          </p:cNvPr>
          <p:cNvSpPr/>
          <p:nvPr/>
        </p:nvSpPr>
        <p:spPr>
          <a:xfrm>
            <a:off x="3728720" y="4114800"/>
            <a:ext cx="2722880" cy="2560320"/>
          </a:xfrm>
          <a:custGeom>
            <a:avLst/>
            <a:gdLst>
              <a:gd name="connsiteX0" fmla="*/ 680720 w 853440"/>
              <a:gd name="connsiteY0" fmla="*/ 2824480 h 2824480"/>
              <a:gd name="connsiteX1" fmla="*/ 0 w 853440"/>
              <a:gd name="connsiteY1" fmla="*/ 2590800 h 2824480"/>
              <a:gd name="connsiteX2" fmla="*/ 0 w 853440"/>
              <a:gd name="connsiteY2" fmla="*/ 0 h 2824480"/>
              <a:gd name="connsiteX3" fmla="*/ 853440 w 853440"/>
              <a:gd name="connsiteY3" fmla="*/ 2631440 h 2824480"/>
              <a:gd name="connsiteX4" fmla="*/ 680720 w 853440"/>
              <a:gd name="connsiteY4" fmla="*/ 2824480 h 2824480"/>
              <a:gd name="connsiteX0" fmla="*/ 680720 w 853440"/>
              <a:gd name="connsiteY0" fmla="*/ 2824480 h 2824480"/>
              <a:gd name="connsiteX1" fmla="*/ 0 w 853440"/>
              <a:gd name="connsiteY1" fmla="*/ 2590800 h 2824480"/>
              <a:gd name="connsiteX2" fmla="*/ 0 w 853440"/>
              <a:gd name="connsiteY2" fmla="*/ 0 h 2824480"/>
              <a:gd name="connsiteX3" fmla="*/ 853440 w 853440"/>
              <a:gd name="connsiteY3" fmla="*/ 2631440 h 2824480"/>
              <a:gd name="connsiteX4" fmla="*/ 680720 w 853440"/>
              <a:gd name="connsiteY4" fmla="*/ 2824480 h 2824480"/>
              <a:gd name="connsiteX0" fmla="*/ 680720 w 853440"/>
              <a:gd name="connsiteY0" fmla="*/ 2824480 h 2824480"/>
              <a:gd name="connsiteX1" fmla="*/ 0 w 853440"/>
              <a:gd name="connsiteY1" fmla="*/ 2590800 h 2824480"/>
              <a:gd name="connsiteX2" fmla="*/ 0 w 853440"/>
              <a:gd name="connsiteY2" fmla="*/ 0 h 2824480"/>
              <a:gd name="connsiteX3" fmla="*/ 853440 w 853440"/>
              <a:gd name="connsiteY3" fmla="*/ 2631440 h 2824480"/>
              <a:gd name="connsiteX4" fmla="*/ 680720 w 853440"/>
              <a:gd name="connsiteY4" fmla="*/ 2824480 h 2824480"/>
              <a:gd name="connsiteX0" fmla="*/ 680720 w 853440"/>
              <a:gd name="connsiteY0" fmla="*/ 2824480 h 2824480"/>
              <a:gd name="connsiteX1" fmla="*/ 0 w 853440"/>
              <a:gd name="connsiteY1" fmla="*/ 2590800 h 2824480"/>
              <a:gd name="connsiteX2" fmla="*/ 0 w 853440"/>
              <a:gd name="connsiteY2" fmla="*/ 0 h 2824480"/>
              <a:gd name="connsiteX3" fmla="*/ 853440 w 853440"/>
              <a:gd name="connsiteY3" fmla="*/ 2631440 h 2824480"/>
              <a:gd name="connsiteX4" fmla="*/ 680720 w 853440"/>
              <a:gd name="connsiteY4" fmla="*/ 2824480 h 2824480"/>
              <a:gd name="connsiteX0" fmla="*/ 680720 w 853440"/>
              <a:gd name="connsiteY0" fmla="*/ 2824480 h 2824480"/>
              <a:gd name="connsiteX1" fmla="*/ 0 w 853440"/>
              <a:gd name="connsiteY1" fmla="*/ 2590800 h 2824480"/>
              <a:gd name="connsiteX2" fmla="*/ 0 w 853440"/>
              <a:gd name="connsiteY2" fmla="*/ 0 h 2824480"/>
              <a:gd name="connsiteX3" fmla="*/ 853440 w 853440"/>
              <a:gd name="connsiteY3" fmla="*/ 2631440 h 2824480"/>
              <a:gd name="connsiteX4" fmla="*/ 680720 w 853440"/>
              <a:gd name="connsiteY4" fmla="*/ 2824480 h 2824480"/>
              <a:gd name="connsiteX0" fmla="*/ 2529840 w 2702560"/>
              <a:gd name="connsiteY0" fmla="*/ 2824480 h 3438178"/>
              <a:gd name="connsiteX1" fmla="*/ 0 w 2702560"/>
              <a:gd name="connsiteY1" fmla="*/ 3434080 h 3438178"/>
              <a:gd name="connsiteX2" fmla="*/ 1849120 w 2702560"/>
              <a:gd name="connsiteY2" fmla="*/ 0 h 3438178"/>
              <a:gd name="connsiteX3" fmla="*/ 2702560 w 2702560"/>
              <a:gd name="connsiteY3" fmla="*/ 2631440 h 3438178"/>
              <a:gd name="connsiteX4" fmla="*/ 2529840 w 2702560"/>
              <a:gd name="connsiteY4" fmla="*/ 2824480 h 3438178"/>
              <a:gd name="connsiteX0" fmla="*/ 2529840 w 2702560"/>
              <a:gd name="connsiteY0" fmla="*/ 2824480 h 3434080"/>
              <a:gd name="connsiteX1" fmla="*/ 0 w 2702560"/>
              <a:gd name="connsiteY1" fmla="*/ 3434080 h 3434080"/>
              <a:gd name="connsiteX2" fmla="*/ 1849120 w 2702560"/>
              <a:gd name="connsiteY2" fmla="*/ 0 h 3434080"/>
              <a:gd name="connsiteX3" fmla="*/ 2702560 w 2702560"/>
              <a:gd name="connsiteY3" fmla="*/ 2631440 h 3434080"/>
              <a:gd name="connsiteX4" fmla="*/ 2529840 w 2702560"/>
              <a:gd name="connsiteY4" fmla="*/ 2824480 h 3434080"/>
              <a:gd name="connsiteX0" fmla="*/ 2529840 w 2702560"/>
              <a:gd name="connsiteY0" fmla="*/ 1981200 h 2590800"/>
              <a:gd name="connsiteX1" fmla="*/ 0 w 2702560"/>
              <a:gd name="connsiteY1" fmla="*/ 2590800 h 2590800"/>
              <a:gd name="connsiteX2" fmla="*/ 50800 w 2702560"/>
              <a:gd name="connsiteY2" fmla="*/ 0 h 2590800"/>
              <a:gd name="connsiteX3" fmla="*/ 2702560 w 2702560"/>
              <a:gd name="connsiteY3" fmla="*/ 1788160 h 2590800"/>
              <a:gd name="connsiteX4" fmla="*/ 2529840 w 2702560"/>
              <a:gd name="connsiteY4" fmla="*/ 1981200 h 2590800"/>
              <a:gd name="connsiteX0" fmla="*/ 2529840 w 2702560"/>
              <a:gd name="connsiteY0" fmla="*/ 1981200 h 2590800"/>
              <a:gd name="connsiteX1" fmla="*/ 0 w 2702560"/>
              <a:gd name="connsiteY1" fmla="*/ 2590800 h 2590800"/>
              <a:gd name="connsiteX2" fmla="*/ 50800 w 2702560"/>
              <a:gd name="connsiteY2" fmla="*/ 0 h 2590800"/>
              <a:gd name="connsiteX3" fmla="*/ 2702560 w 2702560"/>
              <a:gd name="connsiteY3" fmla="*/ 1788160 h 2590800"/>
              <a:gd name="connsiteX4" fmla="*/ 2529840 w 2702560"/>
              <a:gd name="connsiteY4" fmla="*/ 1981200 h 2590800"/>
              <a:gd name="connsiteX0" fmla="*/ 2550160 w 2722880"/>
              <a:gd name="connsiteY0" fmla="*/ 1950720 h 2560320"/>
              <a:gd name="connsiteX1" fmla="*/ 20320 w 2722880"/>
              <a:gd name="connsiteY1" fmla="*/ 2560320 h 2560320"/>
              <a:gd name="connsiteX2" fmla="*/ 0 w 2722880"/>
              <a:gd name="connsiteY2" fmla="*/ 0 h 2560320"/>
              <a:gd name="connsiteX3" fmla="*/ 2722880 w 2722880"/>
              <a:gd name="connsiteY3" fmla="*/ 1757680 h 2560320"/>
              <a:gd name="connsiteX4" fmla="*/ 2550160 w 2722880"/>
              <a:gd name="connsiteY4" fmla="*/ 1950720 h 2560320"/>
              <a:gd name="connsiteX0" fmla="*/ 2550160 w 2722880"/>
              <a:gd name="connsiteY0" fmla="*/ 1950720 h 2560320"/>
              <a:gd name="connsiteX1" fmla="*/ 20320 w 2722880"/>
              <a:gd name="connsiteY1" fmla="*/ 2560320 h 2560320"/>
              <a:gd name="connsiteX2" fmla="*/ 0 w 2722880"/>
              <a:gd name="connsiteY2" fmla="*/ 0 h 2560320"/>
              <a:gd name="connsiteX3" fmla="*/ 2722880 w 2722880"/>
              <a:gd name="connsiteY3" fmla="*/ 1757680 h 2560320"/>
              <a:gd name="connsiteX4" fmla="*/ 2550160 w 2722880"/>
              <a:gd name="connsiteY4" fmla="*/ 1950720 h 2560320"/>
              <a:gd name="connsiteX0" fmla="*/ 2550160 w 2722880"/>
              <a:gd name="connsiteY0" fmla="*/ 1950720 h 2560320"/>
              <a:gd name="connsiteX1" fmla="*/ 20320 w 2722880"/>
              <a:gd name="connsiteY1" fmla="*/ 2560320 h 2560320"/>
              <a:gd name="connsiteX2" fmla="*/ 0 w 2722880"/>
              <a:gd name="connsiteY2" fmla="*/ 0 h 2560320"/>
              <a:gd name="connsiteX3" fmla="*/ 2722880 w 2722880"/>
              <a:gd name="connsiteY3" fmla="*/ 1757680 h 2560320"/>
              <a:gd name="connsiteX4" fmla="*/ 2550160 w 2722880"/>
              <a:gd name="connsiteY4" fmla="*/ 1950720 h 2560320"/>
              <a:gd name="connsiteX0" fmla="*/ 2550160 w 2722880"/>
              <a:gd name="connsiteY0" fmla="*/ 1950720 h 2560320"/>
              <a:gd name="connsiteX1" fmla="*/ 20320 w 2722880"/>
              <a:gd name="connsiteY1" fmla="*/ 2560320 h 2560320"/>
              <a:gd name="connsiteX2" fmla="*/ 0 w 2722880"/>
              <a:gd name="connsiteY2" fmla="*/ 0 h 2560320"/>
              <a:gd name="connsiteX3" fmla="*/ 2722880 w 2722880"/>
              <a:gd name="connsiteY3" fmla="*/ 1757680 h 2560320"/>
              <a:gd name="connsiteX4" fmla="*/ 2550160 w 2722880"/>
              <a:gd name="connsiteY4" fmla="*/ 1950720 h 2560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2880" h="2560320">
                <a:moveTo>
                  <a:pt x="2550160" y="1950720"/>
                </a:moveTo>
                <a:cubicBezTo>
                  <a:pt x="931333" y="1507067"/>
                  <a:pt x="399627" y="1347893"/>
                  <a:pt x="20320" y="2560320"/>
                </a:cubicBezTo>
                <a:lnTo>
                  <a:pt x="0" y="0"/>
                </a:lnTo>
                <a:cubicBezTo>
                  <a:pt x="1148080" y="887307"/>
                  <a:pt x="1513840" y="1297093"/>
                  <a:pt x="2722880" y="1757680"/>
                </a:cubicBezTo>
                <a:lnTo>
                  <a:pt x="2550160" y="1950720"/>
                </a:lnTo>
                <a:close/>
              </a:path>
            </a:pathLst>
          </a:custGeom>
          <a:gradFill>
            <a:gsLst>
              <a:gs pos="0">
                <a:schemeClr val="bg1">
                  <a:lumMod val="95000"/>
                </a:schemeClr>
              </a:gs>
              <a:gs pos="100000">
                <a:schemeClr val="bg1">
                  <a:lumMod val="7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1034" name="Group 1033">
            <a:extLst>
              <a:ext uri="{FF2B5EF4-FFF2-40B4-BE49-F238E27FC236}">
                <a16:creationId xmlns:a16="http://schemas.microsoft.com/office/drawing/2014/main" id="{B4BFA757-E5EA-9A42-8A16-AA2091E708C8}"/>
              </a:ext>
            </a:extLst>
          </p:cNvPr>
          <p:cNvGrpSpPr/>
          <p:nvPr/>
        </p:nvGrpSpPr>
        <p:grpSpPr>
          <a:xfrm>
            <a:off x="4333785" y="5772213"/>
            <a:ext cx="4395351" cy="404576"/>
            <a:chOff x="4333785" y="5772213"/>
            <a:chExt cx="4395351" cy="404576"/>
          </a:xfrm>
        </p:grpSpPr>
        <p:grpSp>
          <p:nvGrpSpPr>
            <p:cNvPr id="184" name="Group 183">
              <a:extLst>
                <a:ext uri="{FF2B5EF4-FFF2-40B4-BE49-F238E27FC236}">
                  <a16:creationId xmlns:a16="http://schemas.microsoft.com/office/drawing/2014/main" id="{600795BD-C1B6-1748-B28A-001A8505BE86}"/>
                </a:ext>
              </a:extLst>
            </p:cNvPr>
            <p:cNvGrpSpPr/>
            <p:nvPr/>
          </p:nvGrpSpPr>
          <p:grpSpPr>
            <a:xfrm>
              <a:off x="4333785" y="5772213"/>
              <a:ext cx="531821" cy="369069"/>
              <a:chOff x="1348328" y="2475647"/>
              <a:chExt cx="603916" cy="419100"/>
            </a:xfrm>
          </p:grpSpPr>
          <p:grpSp>
            <p:nvGrpSpPr>
              <p:cNvPr id="205" name="Group 204">
                <a:extLst>
                  <a:ext uri="{FF2B5EF4-FFF2-40B4-BE49-F238E27FC236}">
                    <a16:creationId xmlns:a16="http://schemas.microsoft.com/office/drawing/2014/main" id="{CE81AFB3-2346-434C-A463-93F9C295562A}"/>
                  </a:ext>
                </a:extLst>
              </p:cNvPr>
              <p:cNvGrpSpPr/>
              <p:nvPr/>
            </p:nvGrpSpPr>
            <p:grpSpPr>
              <a:xfrm>
                <a:off x="1348328" y="2555748"/>
                <a:ext cx="603916" cy="308999"/>
                <a:chOff x="5278570" y="2983486"/>
                <a:chExt cx="501650" cy="233363"/>
              </a:xfrm>
            </p:grpSpPr>
            <p:sp>
              <p:nvSpPr>
                <p:cNvPr id="209" name="Oval 5">
                  <a:extLst>
                    <a:ext uri="{FF2B5EF4-FFF2-40B4-BE49-F238E27FC236}">
                      <a16:creationId xmlns:a16="http://schemas.microsoft.com/office/drawing/2014/main" id="{7918ED2E-E380-6C4E-86AA-0BF9D7614418}"/>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0" name="Line 6">
                  <a:extLst>
                    <a:ext uri="{FF2B5EF4-FFF2-40B4-BE49-F238E27FC236}">
                      <a16:creationId xmlns:a16="http://schemas.microsoft.com/office/drawing/2014/main" id="{45F96407-8127-654C-9C52-5B6269075623}"/>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1" name="Line 7">
                  <a:extLst>
                    <a:ext uri="{FF2B5EF4-FFF2-40B4-BE49-F238E27FC236}">
                      <a16:creationId xmlns:a16="http://schemas.microsoft.com/office/drawing/2014/main" id="{F1C01DA2-272A-CD4F-87F1-779C30F35559}"/>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12" name="Rectangle 8">
                  <a:extLst>
                    <a:ext uri="{FF2B5EF4-FFF2-40B4-BE49-F238E27FC236}">
                      <a16:creationId xmlns:a16="http://schemas.microsoft.com/office/drawing/2014/main" id="{7969C970-9697-A847-B375-82D629934D59}"/>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13" name="Oval 9">
                  <a:extLst>
                    <a:ext uri="{FF2B5EF4-FFF2-40B4-BE49-F238E27FC236}">
                      <a16:creationId xmlns:a16="http://schemas.microsoft.com/office/drawing/2014/main" id="{F8D02D26-0EA1-FD40-AD1F-E4E8635F47CA}"/>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206" name="Group 44">
                <a:extLst>
                  <a:ext uri="{FF2B5EF4-FFF2-40B4-BE49-F238E27FC236}">
                    <a16:creationId xmlns:a16="http://schemas.microsoft.com/office/drawing/2014/main" id="{02C0B744-445A-A04E-812A-2D60476C1521}"/>
                  </a:ext>
                </a:extLst>
              </p:cNvPr>
              <p:cNvGrpSpPr>
                <a:grpSpLocks/>
              </p:cNvGrpSpPr>
              <p:nvPr/>
            </p:nvGrpSpPr>
            <p:grpSpPr bwMode="auto">
              <a:xfrm>
                <a:off x="1456374" y="2475647"/>
                <a:ext cx="355165" cy="419100"/>
                <a:chOff x="2944" y="2405"/>
                <a:chExt cx="227" cy="264"/>
              </a:xfrm>
            </p:grpSpPr>
            <p:sp>
              <p:nvSpPr>
                <p:cNvPr id="207" name="Rectangle 45">
                  <a:extLst>
                    <a:ext uri="{FF2B5EF4-FFF2-40B4-BE49-F238E27FC236}">
                      <a16:creationId xmlns:a16="http://schemas.microsoft.com/office/drawing/2014/main" id="{83E6E4B2-940F-B749-91D8-19B033341D50}"/>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8" name="Text Box 46">
                  <a:extLst>
                    <a:ext uri="{FF2B5EF4-FFF2-40B4-BE49-F238E27FC236}">
                      <a16:creationId xmlns:a16="http://schemas.microsoft.com/office/drawing/2014/main" id="{16D546E0-A23E-174D-8F0D-BFB691AF1D6C}"/>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g</a:t>
                  </a:r>
                  <a:endParaRPr lang="en-US" sz="2000" kern="0" dirty="0">
                    <a:solidFill>
                      <a:srgbClr val="000000"/>
                    </a:solidFill>
                  </a:endParaRPr>
                </a:p>
              </p:txBody>
            </p:sp>
          </p:grpSp>
        </p:grpSp>
        <p:grpSp>
          <p:nvGrpSpPr>
            <p:cNvPr id="185" name="Group 184">
              <a:extLst>
                <a:ext uri="{FF2B5EF4-FFF2-40B4-BE49-F238E27FC236}">
                  <a16:creationId xmlns:a16="http://schemas.microsoft.com/office/drawing/2014/main" id="{34A0F8A7-FCD0-9A45-80B9-24CC78B561FE}"/>
                </a:ext>
              </a:extLst>
            </p:cNvPr>
            <p:cNvGrpSpPr/>
            <p:nvPr/>
          </p:nvGrpSpPr>
          <p:grpSpPr>
            <a:xfrm>
              <a:off x="6263949" y="5807720"/>
              <a:ext cx="531821" cy="369069"/>
              <a:chOff x="1348328" y="2507397"/>
              <a:chExt cx="603916" cy="419100"/>
            </a:xfrm>
          </p:grpSpPr>
          <p:grpSp>
            <p:nvGrpSpPr>
              <p:cNvPr id="196" name="Group 195">
                <a:extLst>
                  <a:ext uri="{FF2B5EF4-FFF2-40B4-BE49-F238E27FC236}">
                    <a16:creationId xmlns:a16="http://schemas.microsoft.com/office/drawing/2014/main" id="{18AECA76-7F06-F84A-928B-C13839D9F43F}"/>
                  </a:ext>
                </a:extLst>
              </p:cNvPr>
              <p:cNvGrpSpPr/>
              <p:nvPr/>
            </p:nvGrpSpPr>
            <p:grpSpPr>
              <a:xfrm>
                <a:off x="1348328" y="2555748"/>
                <a:ext cx="603916" cy="308999"/>
                <a:chOff x="5278570" y="2983486"/>
                <a:chExt cx="501650" cy="233363"/>
              </a:xfrm>
            </p:grpSpPr>
            <p:sp>
              <p:nvSpPr>
                <p:cNvPr id="200" name="Oval 5">
                  <a:extLst>
                    <a:ext uri="{FF2B5EF4-FFF2-40B4-BE49-F238E27FC236}">
                      <a16:creationId xmlns:a16="http://schemas.microsoft.com/office/drawing/2014/main" id="{04917013-CC10-D043-8A71-34F24813049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1" name="Line 6">
                  <a:extLst>
                    <a:ext uri="{FF2B5EF4-FFF2-40B4-BE49-F238E27FC236}">
                      <a16:creationId xmlns:a16="http://schemas.microsoft.com/office/drawing/2014/main" id="{7E7DEF49-D295-8547-9FE7-8CBB42CEB81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2" name="Line 7">
                  <a:extLst>
                    <a:ext uri="{FF2B5EF4-FFF2-40B4-BE49-F238E27FC236}">
                      <a16:creationId xmlns:a16="http://schemas.microsoft.com/office/drawing/2014/main" id="{5633B25D-6786-5A4A-A44E-E4A1EE3575B2}"/>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203" name="Rectangle 8">
                  <a:extLst>
                    <a:ext uri="{FF2B5EF4-FFF2-40B4-BE49-F238E27FC236}">
                      <a16:creationId xmlns:a16="http://schemas.microsoft.com/office/drawing/2014/main" id="{968E012E-E513-8340-9324-11A79B223E28}"/>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204" name="Oval 9">
                  <a:extLst>
                    <a:ext uri="{FF2B5EF4-FFF2-40B4-BE49-F238E27FC236}">
                      <a16:creationId xmlns:a16="http://schemas.microsoft.com/office/drawing/2014/main" id="{7AFB2A7E-90B7-454F-BABB-E2A39AC7C95C}"/>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97" name="Group 44">
                <a:extLst>
                  <a:ext uri="{FF2B5EF4-FFF2-40B4-BE49-F238E27FC236}">
                    <a16:creationId xmlns:a16="http://schemas.microsoft.com/office/drawing/2014/main" id="{5567606D-D82D-2A4D-A3C8-A7D0703B3CC5}"/>
                  </a:ext>
                </a:extLst>
              </p:cNvPr>
              <p:cNvGrpSpPr>
                <a:grpSpLocks/>
              </p:cNvGrpSpPr>
              <p:nvPr/>
            </p:nvGrpSpPr>
            <p:grpSpPr bwMode="auto">
              <a:xfrm>
                <a:off x="1456374" y="2507397"/>
                <a:ext cx="355165" cy="419100"/>
                <a:chOff x="2944" y="2425"/>
                <a:chExt cx="227" cy="264"/>
              </a:xfrm>
            </p:grpSpPr>
            <p:sp>
              <p:nvSpPr>
                <p:cNvPr id="198" name="Rectangle 45">
                  <a:extLst>
                    <a:ext uri="{FF2B5EF4-FFF2-40B4-BE49-F238E27FC236}">
                      <a16:creationId xmlns:a16="http://schemas.microsoft.com/office/drawing/2014/main" id="{39206D20-AD6D-3242-8865-2C6680CB410C}"/>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9" name="Text Box 46">
                  <a:extLst>
                    <a:ext uri="{FF2B5EF4-FFF2-40B4-BE49-F238E27FC236}">
                      <a16:creationId xmlns:a16="http://schemas.microsoft.com/office/drawing/2014/main" id="{E3BB3556-A335-984F-978A-FECE515B6702}"/>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h</a:t>
                  </a:r>
                  <a:endParaRPr lang="en-US" sz="2000" kern="0" dirty="0">
                    <a:solidFill>
                      <a:srgbClr val="000000"/>
                    </a:solidFill>
                  </a:endParaRPr>
                </a:p>
              </p:txBody>
            </p:sp>
          </p:grpSp>
        </p:grpSp>
        <p:grpSp>
          <p:nvGrpSpPr>
            <p:cNvPr id="186" name="Group 185">
              <a:extLst>
                <a:ext uri="{FF2B5EF4-FFF2-40B4-BE49-F238E27FC236}">
                  <a16:creationId xmlns:a16="http://schemas.microsoft.com/office/drawing/2014/main" id="{3B620D34-7BA8-EF49-AC1C-93F5BBC84AEC}"/>
                </a:ext>
              </a:extLst>
            </p:cNvPr>
            <p:cNvGrpSpPr/>
            <p:nvPr/>
          </p:nvGrpSpPr>
          <p:grpSpPr>
            <a:xfrm>
              <a:off x="8197315" y="5805271"/>
              <a:ext cx="531821" cy="369069"/>
              <a:chOff x="1348328" y="2507397"/>
              <a:chExt cx="603916" cy="419100"/>
            </a:xfrm>
          </p:grpSpPr>
          <p:grpSp>
            <p:nvGrpSpPr>
              <p:cNvPr id="187" name="Group 186">
                <a:extLst>
                  <a:ext uri="{FF2B5EF4-FFF2-40B4-BE49-F238E27FC236}">
                    <a16:creationId xmlns:a16="http://schemas.microsoft.com/office/drawing/2014/main" id="{A6C2F80D-43A1-5746-B518-C0C4F1A20ACD}"/>
                  </a:ext>
                </a:extLst>
              </p:cNvPr>
              <p:cNvGrpSpPr/>
              <p:nvPr/>
            </p:nvGrpSpPr>
            <p:grpSpPr>
              <a:xfrm>
                <a:off x="1348328" y="2555748"/>
                <a:ext cx="603916" cy="308999"/>
                <a:chOff x="5278570" y="2983486"/>
                <a:chExt cx="501650" cy="233363"/>
              </a:xfrm>
            </p:grpSpPr>
            <p:sp>
              <p:nvSpPr>
                <p:cNvPr id="191" name="Oval 5">
                  <a:extLst>
                    <a:ext uri="{FF2B5EF4-FFF2-40B4-BE49-F238E27FC236}">
                      <a16:creationId xmlns:a16="http://schemas.microsoft.com/office/drawing/2014/main" id="{442E1AFF-BC2C-C849-85D1-13E42B701CE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2" name="Line 6">
                  <a:extLst>
                    <a:ext uri="{FF2B5EF4-FFF2-40B4-BE49-F238E27FC236}">
                      <a16:creationId xmlns:a16="http://schemas.microsoft.com/office/drawing/2014/main" id="{C2994154-DB6D-E247-8511-C6FE8D9665F8}"/>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3" name="Line 7">
                  <a:extLst>
                    <a:ext uri="{FF2B5EF4-FFF2-40B4-BE49-F238E27FC236}">
                      <a16:creationId xmlns:a16="http://schemas.microsoft.com/office/drawing/2014/main" id="{C730A3ED-5222-5348-831E-092DE7D6CEE3}"/>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4" name="Rectangle 8">
                  <a:extLst>
                    <a:ext uri="{FF2B5EF4-FFF2-40B4-BE49-F238E27FC236}">
                      <a16:creationId xmlns:a16="http://schemas.microsoft.com/office/drawing/2014/main" id="{BED424F7-1928-5F41-831D-417161F220B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000" kern="0" dirty="0">
                    <a:solidFill>
                      <a:srgbClr val="000000"/>
                    </a:solidFill>
                    <a:latin typeface="Arial" charset="0"/>
                    <a:ea typeface="ＭＳ Ｐゴシック" charset="0"/>
                  </a:endParaRPr>
                </a:p>
              </p:txBody>
            </p:sp>
            <p:sp>
              <p:nvSpPr>
                <p:cNvPr id="195" name="Oval 9">
                  <a:extLst>
                    <a:ext uri="{FF2B5EF4-FFF2-40B4-BE49-F238E27FC236}">
                      <a16:creationId xmlns:a16="http://schemas.microsoft.com/office/drawing/2014/main" id="{76DDF5F9-ACB7-E642-ACEA-223EE2F5F418}"/>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grpSp>
          <p:grpSp>
            <p:nvGrpSpPr>
              <p:cNvPr id="188" name="Group 44">
                <a:extLst>
                  <a:ext uri="{FF2B5EF4-FFF2-40B4-BE49-F238E27FC236}">
                    <a16:creationId xmlns:a16="http://schemas.microsoft.com/office/drawing/2014/main" id="{495DC56F-8C0E-6549-849D-6D43F4F8BC0A}"/>
                  </a:ext>
                </a:extLst>
              </p:cNvPr>
              <p:cNvGrpSpPr>
                <a:grpSpLocks/>
              </p:cNvGrpSpPr>
              <p:nvPr/>
            </p:nvGrpSpPr>
            <p:grpSpPr bwMode="auto">
              <a:xfrm>
                <a:off x="1500196" y="2507397"/>
                <a:ext cx="267548" cy="419100"/>
                <a:chOff x="2972" y="2425"/>
                <a:chExt cx="171" cy="264"/>
              </a:xfrm>
            </p:grpSpPr>
            <p:sp>
              <p:nvSpPr>
                <p:cNvPr id="189" name="Rectangle 45">
                  <a:extLst>
                    <a:ext uri="{FF2B5EF4-FFF2-40B4-BE49-F238E27FC236}">
                      <a16:creationId xmlns:a16="http://schemas.microsoft.com/office/drawing/2014/main" id="{892DBBAB-E011-FD4A-BA7E-105CEF9075A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sz="1600" kern="0" dirty="0">
                    <a:solidFill>
                      <a:srgbClr val="000000"/>
                    </a:solidFill>
                    <a:latin typeface="Arial" charset="0"/>
                    <a:ea typeface="ＭＳ Ｐゴシック" charset="0"/>
                  </a:endParaRPr>
                </a:p>
              </p:txBody>
            </p:sp>
            <p:sp>
              <p:nvSpPr>
                <p:cNvPr id="190" name="Text Box 46">
                  <a:extLst>
                    <a:ext uri="{FF2B5EF4-FFF2-40B4-BE49-F238E27FC236}">
                      <a16:creationId xmlns:a16="http://schemas.microsoft.com/office/drawing/2014/main" id="{173A4036-1DC3-BD4D-9E66-D9BC48C58BA0}"/>
                    </a:ext>
                  </a:extLst>
                </p:cNvPr>
                <p:cNvSpPr txBox="1">
                  <a:spLocks noChangeArrowheads="1"/>
                </p:cNvSpPr>
                <p:nvPr/>
              </p:nvSpPr>
              <p:spPr bwMode="auto">
                <a:xfrm>
                  <a:off x="2972" y="2425"/>
                  <a:ext cx="17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1800" kern="0" dirty="0">
                      <a:solidFill>
                        <a:srgbClr val="000000"/>
                      </a:solidFill>
                    </a:rPr>
                    <a:t>i</a:t>
                  </a:r>
                  <a:endParaRPr lang="en-US" sz="2000" kern="0" dirty="0">
                    <a:solidFill>
                      <a:srgbClr val="000000"/>
                    </a:solidFill>
                  </a:endParaRPr>
                </a:p>
              </p:txBody>
            </p:sp>
          </p:grpSp>
        </p:grpSp>
      </p:grpSp>
      <p:sp>
        <p:nvSpPr>
          <p:cNvPr id="255" name="Rectangle 254">
            <a:extLst>
              <a:ext uri="{FF2B5EF4-FFF2-40B4-BE49-F238E27FC236}">
                <a16:creationId xmlns:a16="http://schemas.microsoft.com/office/drawing/2014/main" id="{F5690667-A0AD-3441-901C-58ACD8DB9CB9}"/>
              </a:ext>
            </a:extLst>
          </p:cNvPr>
          <p:cNvSpPr/>
          <p:nvPr/>
        </p:nvSpPr>
        <p:spPr>
          <a:xfrm>
            <a:off x="4765040" y="2611120"/>
            <a:ext cx="3535680" cy="640080"/>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prstClr val="black"/>
                </a:solidFill>
              </a:rPr>
              <a:t>Q: what is new DV computed in e at </a:t>
            </a:r>
            <a:r>
              <a:rPr lang="en-US" i="1" dirty="0">
                <a:solidFill>
                  <a:prstClr val="black"/>
                </a:solidFill>
              </a:rPr>
              <a:t>t=1</a:t>
            </a:r>
            <a:r>
              <a:rPr lang="en-US" dirty="0">
                <a:solidFill>
                  <a:prstClr val="black"/>
                </a:solidFill>
              </a:rPr>
              <a:t>?</a:t>
            </a:r>
          </a:p>
        </p:txBody>
      </p:sp>
      <p:sp>
        <p:nvSpPr>
          <p:cNvPr id="256" name="Right Arrow 255">
            <a:extLst>
              <a:ext uri="{FF2B5EF4-FFF2-40B4-BE49-F238E27FC236}">
                <a16:creationId xmlns:a16="http://schemas.microsoft.com/office/drawing/2014/main" id="{3F3727DD-64E4-8E44-A860-1B6F3AAFA945}"/>
              </a:ext>
            </a:extLst>
          </p:cNvPr>
          <p:cNvSpPr/>
          <p:nvPr/>
        </p:nvSpPr>
        <p:spPr>
          <a:xfrm rot="5400000" flipV="1">
            <a:off x="6297558" y="3456041"/>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57" name="Right Arrow 256">
            <a:extLst>
              <a:ext uri="{FF2B5EF4-FFF2-40B4-BE49-F238E27FC236}">
                <a16:creationId xmlns:a16="http://schemas.microsoft.com/office/drawing/2014/main" id="{243C704B-7CF3-234F-BE06-49455A56103D}"/>
              </a:ext>
            </a:extLst>
          </p:cNvPr>
          <p:cNvSpPr/>
          <p:nvPr/>
        </p:nvSpPr>
        <p:spPr>
          <a:xfrm rot="16200000" flipV="1">
            <a:off x="6312308" y="4454022"/>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58" name="Right Arrow 257">
            <a:extLst>
              <a:ext uri="{FF2B5EF4-FFF2-40B4-BE49-F238E27FC236}">
                <a16:creationId xmlns:a16="http://schemas.microsoft.com/office/drawing/2014/main" id="{10D66682-A305-4140-B8C3-5D5379725A71}"/>
              </a:ext>
            </a:extLst>
          </p:cNvPr>
          <p:cNvSpPr/>
          <p:nvPr/>
        </p:nvSpPr>
        <p:spPr>
          <a:xfrm rot="10800000" flipH="1">
            <a:off x="5651998" y="3904611"/>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59" name="Right Arrow 258">
            <a:extLst>
              <a:ext uri="{FF2B5EF4-FFF2-40B4-BE49-F238E27FC236}">
                <a16:creationId xmlns:a16="http://schemas.microsoft.com/office/drawing/2014/main" id="{5082A0A8-497B-E44C-BB21-E8FA27FE24FB}"/>
              </a:ext>
            </a:extLst>
          </p:cNvPr>
          <p:cNvSpPr/>
          <p:nvPr/>
        </p:nvSpPr>
        <p:spPr>
          <a:xfrm flipH="1">
            <a:off x="6833078" y="3912200"/>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260" name="Group 259">
            <a:extLst>
              <a:ext uri="{FF2B5EF4-FFF2-40B4-BE49-F238E27FC236}">
                <a16:creationId xmlns:a16="http://schemas.microsoft.com/office/drawing/2014/main" id="{C27D4E3A-D1FC-A141-84A4-309423E9F3B8}"/>
              </a:ext>
            </a:extLst>
          </p:cNvPr>
          <p:cNvGrpSpPr/>
          <p:nvPr/>
        </p:nvGrpSpPr>
        <p:grpSpPr>
          <a:xfrm>
            <a:off x="6039628" y="3567469"/>
            <a:ext cx="1196054" cy="1022555"/>
            <a:chOff x="9655277" y="2349909"/>
            <a:chExt cx="1196054" cy="1022555"/>
          </a:xfrm>
        </p:grpSpPr>
        <p:sp>
          <p:nvSpPr>
            <p:cNvPr id="261" name="Freeform 260">
              <a:extLst>
                <a:ext uri="{FF2B5EF4-FFF2-40B4-BE49-F238E27FC236}">
                  <a16:creationId xmlns:a16="http://schemas.microsoft.com/office/drawing/2014/main" id="{5F0B966E-6247-6947-B318-2BE50246EA22}"/>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62" name="TextBox 261">
              <a:extLst>
                <a:ext uri="{FF2B5EF4-FFF2-40B4-BE49-F238E27FC236}">
                  <a16:creationId xmlns:a16="http://schemas.microsoft.com/office/drawing/2014/main" id="{6012C683-6837-1240-8EA8-A8A29041E157}"/>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spTree>
    <p:extLst>
      <p:ext uri="{BB962C8B-B14F-4D97-AF65-F5344CB8AC3E}">
        <p14:creationId xmlns:p14="http://schemas.microsoft.com/office/powerpoint/2010/main" val="6464405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81"/>
                                        </p:tgtEl>
                                        <p:attrNameLst>
                                          <p:attrName>style.visibility</p:attrName>
                                        </p:attrNameLst>
                                      </p:cBhvr>
                                      <p:to>
                                        <p:strVal val="visible"/>
                                      </p:to>
                                    </p:set>
                                    <p:animEffect transition="in" filter="dissolve">
                                      <p:cBhvr>
                                        <p:cTn id="7" dur="500"/>
                                        <p:tgtEl>
                                          <p:spTgt spid="281"/>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258"/>
                                        </p:tgtEl>
                                        <p:attrNameLst>
                                          <p:attrName>style.visibility</p:attrName>
                                        </p:attrNameLst>
                                      </p:cBhvr>
                                      <p:to>
                                        <p:strVal val="visible"/>
                                      </p:to>
                                    </p:set>
                                    <p:animEffect transition="in" filter="wipe(left)">
                                      <p:cBhvr>
                                        <p:cTn id="10" dur="1000"/>
                                        <p:tgtEl>
                                          <p:spTgt spid="258"/>
                                        </p:tgtEl>
                                      </p:cBhvr>
                                    </p:animEffect>
                                  </p:childTnLst>
                                </p:cTn>
                              </p:par>
                              <p:par>
                                <p:cTn id="11" presetID="22" presetClass="entr" presetSubtype="1" fill="hold" grpId="0" nodeType="withEffect">
                                  <p:stCondLst>
                                    <p:cond delay="0"/>
                                  </p:stCondLst>
                                  <p:childTnLst>
                                    <p:set>
                                      <p:cBhvr>
                                        <p:cTn id="12" dur="1" fill="hold">
                                          <p:stCondLst>
                                            <p:cond delay="0"/>
                                          </p:stCondLst>
                                        </p:cTn>
                                        <p:tgtEl>
                                          <p:spTgt spid="256"/>
                                        </p:tgtEl>
                                        <p:attrNameLst>
                                          <p:attrName>style.visibility</p:attrName>
                                        </p:attrNameLst>
                                      </p:cBhvr>
                                      <p:to>
                                        <p:strVal val="visible"/>
                                      </p:to>
                                    </p:set>
                                    <p:animEffect transition="in" filter="wipe(up)">
                                      <p:cBhvr>
                                        <p:cTn id="13" dur="1000"/>
                                        <p:tgtEl>
                                          <p:spTgt spid="256"/>
                                        </p:tgtEl>
                                      </p:cBhvr>
                                    </p:animEffect>
                                  </p:childTnLst>
                                </p:cTn>
                              </p:par>
                              <p:par>
                                <p:cTn id="14" presetID="22" presetClass="entr" presetSubtype="2" fill="hold" grpId="0" nodeType="withEffect">
                                  <p:stCondLst>
                                    <p:cond delay="0"/>
                                  </p:stCondLst>
                                  <p:childTnLst>
                                    <p:set>
                                      <p:cBhvr>
                                        <p:cTn id="15" dur="1" fill="hold">
                                          <p:stCondLst>
                                            <p:cond delay="0"/>
                                          </p:stCondLst>
                                        </p:cTn>
                                        <p:tgtEl>
                                          <p:spTgt spid="259"/>
                                        </p:tgtEl>
                                        <p:attrNameLst>
                                          <p:attrName>style.visibility</p:attrName>
                                        </p:attrNameLst>
                                      </p:cBhvr>
                                      <p:to>
                                        <p:strVal val="visible"/>
                                      </p:to>
                                    </p:set>
                                    <p:animEffect transition="in" filter="wipe(right)">
                                      <p:cBhvr>
                                        <p:cTn id="16" dur="1000"/>
                                        <p:tgtEl>
                                          <p:spTgt spid="259"/>
                                        </p:tgtEl>
                                      </p:cBhvr>
                                    </p:animEffect>
                                  </p:childTnLst>
                                </p:cTn>
                              </p:par>
                              <p:par>
                                <p:cTn id="17" presetID="22" presetClass="entr" presetSubtype="4" fill="hold" grpId="0" nodeType="withEffect">
                                  <p:stCondLst>
                                    <p:cond delay="0"/>
                                  </p:stCondLst>
                                  <p:childTnLst>
                                    <p:set>
                                      <p:cBhvr>
                                        <p:cTn id="18" dur="1" fill="hold">
                                          <p:stCondLst>
                                            <p:cond delay="0"/>
                                          </p:stCondLst>
                                        </p:cTn>
                                        <p:tgtEl>
                                          <p:spTgt spid="257"/>
                                        </p:tgtEl>
                                        <p:attrNameLst>
                                          <p:attrName>style.visibility</p:attrName>
                                        </p:attrNameLst>
                                      </p:cBhvr>
                                      <p:to>
                                        <p:strVal val="visible"/>
                                      </p:to>
                                    </p:set>
                                    <p:animEffect transition="in" filter="wipe(down)">
                                      <p:cBhvr>
                                        <p:cTn id="19" dur="1000"/>
                                        <p:tgtEl>
                                          <p:spTgt spid="257"/>
                                        </p:tgtEl>
                                      </p:cBhvr>
                                    </p:animEffect>
                                  </p:childTnLst>
                                </p:cTn>
                              </p:par>
                            </p:childTnLst>
                          </p:cTn>
                        </p:par>
                        <p:par>
                          <p:cTn id="20" fill="hold">
                            <p:stCondLst>
                              <p:cond delay="1000"/>
                            </p:stCondLst>
                            <p:childTnLst>
                              <p:par>
                                <p:cTn id="21" presetID="9" presetClass="entr" presetSubtype="0" fill="hold" nodeType="afterEffect">
                                  <p:stCondLst>
                                    <p:cond delay="0"/>
                                  </p:stCondLst>
                                  <p:childTnLst>
                                    <p:set>
                                      <p:cBhvr>
                                        <p:cTn id="22" dur="1" fill="hold">
                                          <p:stCondLst>
                                            <p:cond delay="0"/>
                                          </p:stCondLst>
                                        </p:cTn>
                                        <p:tgtEl>
                                          <p:spTgt spid="260"/>
                                        </p:tgtEl>
                                        <p:attrNameLst>
                                          <p:attrName>style.visibility</p:attrName>
                                        </p:attrNameLst>
                                      </p:cBhvr>
                                      <p:to>
                                        <p:strVal val="visible"/>
                                      </p:to>
                                    </p:set>
                                    <p:animEffect transition="in" filter="dissolve">
                                      <p:cBhvr>
                                        <p:cTn id="23" dur="500"/>
                                        <p:tgtEl>
                                          <p:spTgt spid="260"/>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1" fill="hold" grpId="0" nodeType="clickEffect">
                                  <p:stCondLst>
                                    <p:cond delay="0"/>
                                  </p:stCondLst>
                                  <p:childTnLst>
                                    <p:set>
                                      <p:cBhvr>
                                        <p:cTn id="27" dur="1" fill="hold">
                                          <p:stCondLst>
                                            <p:cond delay="0"/>
                                          </p:stCondLst>
                                        </p:cTn>
                                        <p:tgtEl>
                                          <p:spTgt spid="255"/>
                                        </p:tgtEl>
                                        <p:attrNameLst>
                                          <p:attrName>style.visibility</p:attrName>
                                        </p:attrNameLst>
                                      </p:cBhvr>
                                      <p:to>
                                        <p:strVal val="visible"/>
                                      </p:to>
                                    </p:set>
                                    <p:animEffect transition="in" filter="wipe(up)">
                                      <p:cBhvr>
                                        <p:cTn id="28" dur="500"/>
                                        <p:tgtEl>
                                          <p:spTgt spid="2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1" grpId="0"/>
      <p:bldP spid="255" grpId="0" animBg="1"/>
      <p:bldP spid="256" grpId="0" animBg="1"/>
      <p:bldP spid="257" grpId="0" animBg="1"/>
      <p:bldP spid="258" grpId="0" animBg="1"/>
      <p:bldP spid="259"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EDE803E-6759-9045-824E-EB665BC5AFC2}"/>
              </a:ext>
            </a:extLst>
          </p:cNvPr>
          <p:cNvSpPr>
            <a:spLocks noGrp="1"/>
          </p:cNvSpPr>
          <p:nvPr>
            <p:ph type="title"/>
          </p:nvPr>
        </p:nvSpPr>
        <p:spPr/>
        <p:txBody>
          <a:bodyPr/>
          <a:lstStyle/>
          <a:p>
            <a:r>
              <a:rPr lang="en-US" dirty="0"/>
              <a:t>Comparison of LS and DV algorithms</a:t>
            </a:r>
          </a:p>
        </p:txBody>
      </p:sp>
      <p:sp>
        <p:nvSpPr>
          <p:cNvPr id="5" name="Slide Number Placeholder 4">
            <a:extLst>
              <a:ext uri="{FF2B5EF4-FFF2-40B4-BE49-F238E27FC236}">
                <a16:creationId xmlns:a16="http://schemas.microsoft.com/office/drawing/2014/main" id="{AAC033F3-690E-4449-BE11-90A97F90B4D9}"/>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65</a:t>
            </a:fld>
            <a:endParaRPr lang="en-US" dirty="0">
              <a:solidFill>
                <a:prstClr val="white">
                  <a:lumMod val="50000"/>
                </a:prstClr>
              </a:solidFill>
            </a:endParaRPr>
          </a:p>
        </p:txBody>
      </p:sp>
      <p:sp>
        <p:nvSpPr>
          <p:cNvPr id="80" name="Rectangle 3">
            <a:extLst>
              <a:ext uri="{FF2B5EF4-FFF2-40B4-BE49-F238E27FC236}">
                <a16:creationId xmlns:a16="http://schemas.microsoft.com/office/drawing/2014/main" id="{E69A0B3F-EBFC-164A-821B-5A70757FB250}"/>
              </a:ext>
            </a:extLst>
          </p:cNvPr>
          <p:cNvSpPr txBox="1">
            <a:spLocks noChangeArrowheads="1"/>
          </p:cNvSpPr>
          <p:nvPr/>
        </p:nvSpPr>
        <p:spPr>
          <a:xfrm>
            <a:off x="749342" y="1478070"/>
            <a:ext cx="5162943" cy="161585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charset="0"/>
              <a:buNone/>
            </a:pPr>
            <a:r>
              <a:rPr lang="en-US" dirty="0">
                <a:solidFill>
                  <a:srgbClr val="0000A8"/>
                </a:solidFill>
              </a:rPr>
              <a:t>message complexity</a:t>
            </a:r>
          </a:p>
          <a:p>
            <a:pPr marL="696913" lvl="1" indent="-349250">
              <a:buFont typeface="Arial" panose="020B0604020202020204" pitchFamily="34" charset="0"/>
              <a:buNone/>
            </a:pPr>
            <a:r>
              <a:rPr lang="en-US" dirty="0">
                <a:solidFill>
                  <a:srgbClr val="0000A8"/>
                </a:solidFill>
              </a:rPr>
              <a:t>LS: </a:t>
            </a:r>
            <a:r>
              <a:rPr lang="en-US" i="1" dirty="0">
                <a:solidFill>
                  <a:srgbClr val="0000A8"/>
                </a:solidFill>
              </a:rPr>
              <a:t>n</a:t>
            </a:r>
            <a:r>
              <a:rPr lang="en-US" dirty="0">
                <a:solidFill>
                  <a:srgbClr val="0000A8"/>
                </a:solidFill>
              </a:rPr>
              <a:t> </a:t>
            </a:r>
            <a:r>
              <a:rPr lang="en-US" dirty="0">
                <a:solidFill>
                  <a:prstClr val="black"/>
                </a:solidFill>
              </a:rPr>
              <a:t>routers, O(</a:t>
            </a:r>
            <a:r>
              <a:rPr lang="en-US" i="1" dirty="0">
                <a:solidFill>
                  <a:prstClr val="black"/>
                </a:solidFill>
              </a:rPr>
              <a:t>n</a:t>
            </a:r>
            <a:r>
              <a:rPr lang="en-US" i="1" baseline="30000" dirty="0">
                <a:solidFill>
                  <a:prstClr val="black"/>
                </a:solidFill>
              </a:rPr>
              <a:t>2</a:t>
            </a:r>
            <a:r>
              <a:rPr lang="en-US" dirty="0">
                <a:solidFill>
                  <a:prstClr val="black"/>
                </a:solidFill>
              </a:rPr>
              <a:t>) messages sent  </a:t>
            </a:r>
          </a:p>
          <a:p>
            <a:pPr marL="696913" lvl="1" indent="-349250">
              <a:buFont typeface="Arial" panose="020B0604020202020204" pitchFamily="34" charset="0"/>
              <a:buNone/>
            </a:pPr>
            <a:r>
              <a:rPr lang="en-US" dirty="0">
                <a:solidFill>
                  <a:srgbClr val="0000A8"/>
                </a:solidFill>
              </a:rPr>
              <a:t>DV: </a:t>
            </a:r>
            <a:r>
              <a:rPr lang="en-US" dirty="0">
                <a:solidFill>
                  <a:prstClr val="black"/>
                </a:solidFill>
              </a:rPr>
              <a:t>exchange between neighbors; convergence time varies</a:t>
            </a:r>
          </a:p>
        </p:txBody>
      </p:sp>
      <p:sp>
        <p:nvSpPr>
          <p:cNvPr id="81" name="Rectangle 3">
            <a:extLst>
              <a:ext uri="{FF2B5EF4-FFF2-40B4-BE49-F238E27FC236}">
                <a16:creationId xmlns:a16="http://schemas.microsoft.com/office/drawing/2014/main" id="{88AB766F-5F85-0D4D-90A7-D36ED49CD024}"/>
              </a:ext>
            </a:extLst>
          </p:cNvPr>
          <p:cNvSpPr txBox="1">
            <a:spLocks noChangeArrowheads="1"/>
          </p:cNvSpPr>
          <p:nvPr/>
        </p:nvSpPr>
        <p:spPr>
          <a:xfrm>
            <a:off x="738904" y="3382027"/>
            <a:ext cx="5060647" cy="23674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Bef>
                <a:spcPct val="50000"/>
              </a:spcBef>
              <a:buFont typeface="Wingdings" charset="0"/>
              <a:buNone/>
            </a:pPr>
            <a:r>
              <a:rPr lang="en-US" dirty="0">
                <a:solidFill>
                  <a:srgbClr val="0000A8"/>
                </a:solidFill>
              </a:rPr>
              <a:t>speed of convergence</a:t>
            </a:r>
          </a:p>
          <a:p>
            <a:pPr marL="696913" indent="-349250">
              <a:spcBef>
                <a:spcPts val="600"/>
              </a:spcBef>
              <a:buFont typeface="Wingdings" pitchFamily="2" charset="2"/>
              <a:buNone/>
            </a:pPr>
            <a:r>
              <a:rPr lang="en-US" sz="2400" dirty="0">
                <a:solidFill>
                  <a:srgbClr val="0000A8"/>
                </a:solidFill>
              </a:rPr>
              <a:t>LS: </a:t>
            </a:r>
            <a:r>
              <a:rPr lang="en-US" sz="2400" dirty="0">
                <a:solidFill>
                  <a:prstClr val="black"/>
                </a:solidFill>
              </a:rPr>
              <a:t>O(</a:t>
            </a:r>
            <a:r>
              <a:rPr lang="en-US" sz="2400" i="1" dirty="0">
                <a:solidFill>
                  <a:prstClr val="black"/>
                </a:solidFill>
              </a:rPr>
              <a:t>n</a:t>
            </a:r>
            <a:r>
              <a:rPr lang="en-US" sz="2400" b="1" i="1" baseline="30000" dirty="0">
                <a:solidFill>
                  <a:prstClr val="black"/>
                </a:solidFill>
              </a:rPr>
              <a:t>2</a:t>
            </a:r>
            <a:r>
              <a:rPr lang="en-US" sz="2400" dirty="0">
                <a:solidFill>
                  <a:prstClr val="black"/>
                </a:solidFill>
              </a:rPr>
              <a:t>) algorithm, O(</a:t>
            </a:r>
            <a:r>
              <a:rPr lang="en-US" sz="2400" i="1" dirty="0">
                <a:solidFill>
                  <a:prstClr val="black"/>
                </a:solidFill>
              </a:rPr>
              <a:t>n</a:t>
            </a:r>
            <a:r>
              <a:rPr lang="en-US" sz="2400" i="1" baseline="30000" dirty="0">
                <a:solidFill>
                  <a:prstClr val="black"/>
                </a:solidFill>
              </a:rPr>
              <a:t>2</a:t>
            </a:r>
            <a:r>
              <a:rPr lang="en-US" sz="2400" dirty="0">
                <a:solidFill>
                  <a:prstClr val="black"/>
                </a:solidFill>
              </a:rPr>
              <a:t>) messages</a:t>
            </a:r>
          </a:p>
          <a:p>
            <a:pPr marL="696913" lvl="1" indent="-236538">
              <a:spcBef>
                <a:spcPts val="0"/>
              </a:spcBef>
            </a:pPr>
            <a:r>
              <a:rPr lang="en-US" dirty="0">
                <a:solidFill>
                  <a:prstClr val="black"/>
                </a:solidFill>
              </a:rPr>
              <a:t>may have oscillations</a:t>
            </a:r>
            <a:endParaRPr lang="en-US" sz="2000" dirty="0">
              <a:solidFill>
                <a:prstClr val="black"/>
              </a:solidFill>
            </a:endParaRPr>
          </a:p>
          <a:p>
            <a:pPr marL="696913" indent="-349250">
              <a:spcBef>
                <a:spcPts val="600"/>
              </a:spcBef>
              <a:buFont typeface="Wingdings" pitchFamily="2" charset="2"/>
              <a:buNone/>
            </a:pPr>
            <a:r>
              <a:rPr lang="en-US" sz="2400" dirty="0">
                <a:solidFill>
                  <a:srgbClr val="0000A8"/>
                </a:solidFill>
              </a:rPr>
              <a:t>DV: </a:t>
            </a:r>
            <a:r>
              <a:rPr lang="en-US" sz="2400" dirty="0">
                <a:solidFill>
                  <a:prstClr val="black"/>
                </a:solidFill>
              </a:rPr>
              <a:t>convergence time varies</a:t>
            </a:r>
          </a:p>
          <a:p>
            <a:pPr marL="696913" lvl="1" indent="-236538">
              <a:spcBef>
                <a:spcPts val="0"/>
              </a:spcBef>
            </a:pPr>
            <a:r>
              <a:rPr lang="en-US" dirty="0">
                <a:solidFill>
                  <a:prstClr val="black"/>
                </a:solidFill>
              </a:rPr>
              <a:t>may have routing loops</a:t>
            </a:r>
          </a:p>
          <a:p>
            <a:pPr marL="696913" lvl="1" indent="-236538">
              <a:spcBef>
                <a:spcPts val="0"/>
              </a:spcBef>
            </a:pPr>
            <a:r>
              <a:rPr lang="en-US" dirty="0">
                <a:solidFill>
                  <a:prstClr val="black"/>
                </a:solidFill>
              </a:rPr>
              <a:t>count-to-infinity problem</a:t>
            </a:r>
            <a:endParaRPr lang="en-US" sz="1800" dirty="0">
              <a:solidFill>
                <a:prstClr val="black"/>
              </a:solidFill>
            </a:endParaRPr>
          </a:p>
        </p:txBody>
      </p:sp>
      <p:sp>
        <p:nvSpPr>
          <p:cNvPr id="82" name="Rectangle 4">
            <a:extLst>
              <a:ext uri="{FF2B5EF4-FFF2-40B4-BE49-F238E27FC236}">
                <a16:creationId xmlns:a16="http://schemas.microsoft.com/office/drawing/2014/main" id="{DC033023-B5B6-A345-83EB-C080F9647406}"/>
              </a:ext>
            </a:extLst>
          </p:cNvPr>
          <p:cNvSpPr txBox="1">
            <a:spLocks noChangeArrowheads="1"/>
          </p:cNvSpPr>
          <p:nvPr/>
        </p:nvSpPr>
        <p:spPr>
          <a:xfrm>
            <a:off x="6087648" y="1498948"/>
            <a:ext cx="5574083" cy="493943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charset="0"/>
              <a:buNone/>
            </a:pPr>
            <a:r>
              <a:rPr lang="en-US" dirty="0">
                <a:solidFill>
                  <a:srgbClr val="0000A8"/>
                </a:solidFill>
              </a:rPr>
              <a:t>robustness: </a:t>
            </a:r>
            <a:r>
              <a:rPr lang="en-US" dirty="0">
                <a:solidFill>
                  <a:prstClr val="black"/>
                </a:solidFill>
              </a:rPr>
              <a:t>what happens if router malfunctions, or is compromised?</a:t>
            </a:r>
          </a:p>
          <a:p>
            <a:pPr>
              <a:buFont typeface="Wingdings" charset="0"/>
              <a:buNone/>
            </a:pPr>
            <a:r>
              <a:rPr lang="en-US" sz="2400" dirty="0">
                <a:solidFill>
                  <a:srgbClr val="0000A8"/>
                </a:solidFill>
              </a:rPr>
              <a:t>LS: </a:t>
            </a:r>
          </a:p>
          <a:p>
            <a:pPr marL="522288" lvl="1" indent="-236538"/>
            <a:r>
              <a:rPr lang="en-US" dirty="0">
                <a:solidFill>
                  <a:prstClr val="black"/>
                </a:solidFill>
              </a:rPr>
              <a:t>router can advertise incorrect </a:t>
            </a:r>
            <a:r>
              <a:rPr lang="en-US" i="1" dirty="0">
                <a:solidFill>
                  <a:srgbClr val="000099"/>
                </a:solidFill>
              </a:rPr>
              <a:t>link</a:t>
            </a:r>
            <a:r>
              <a:rPr lang="en-US" dirty="0">
                <a:solidFill>
                  <a:prstClr val="black"/>
                </a:solidFill>
              </a:rPr>
              <a:t> cost</a:t>
            </a:r>
          </a:p>
          <a:p>
            <a:pPr marL="522288" lvl="1" indent="-236538"/>
            <a:r>
              <a:rPr lang="en-US" dirty="0">
                <a:solidFill>
                  <a:prstClr val="black"/>
                </a:solidFill>
              </a:rPr>
              <a:t>each router computes only its </a:t>
            </a:r>
            <a:r>
              <a:rPr lang="en-US" i="1" dirty="0">
                <a:solidFill>
                  <a:prstClr val="black"/>
                </a:solidFill>
              </a:rPr>
              <a:t>own</a:t>
            </a:r>
            <a:r>
              <a:rPr lang="en-US" dirty="0">
                <a:solidFill>
                  <a:prstClr val="black"/>
                </a:solidFill>
              </a:rPr>
              <a:t> table</a:t>
            </a:r>
          </a:p>
          <a:p>
            <a:pPr>
              <a:buFont typeface="Wingdings" charset="0"/>
              <a:buNone/>
            </a:pPr>
            <a:r>
              <a:rPr lang="en-US" sz="2400" dirty="0">
                <a:solidFill>
                  <a:srgbClr val="0000A8"/>
                </a:solidFill>
              </a:rPr>
              <a:t>DV:</a:t>
            </a:r>
          </a:p>
          <a:p>
            <a:pPr marL="460375" lvl="1" indent="-223838"/>
            <a:r>
              <a:rPr lang="en-US" dirty="0">
                <a:solidFill>
                  <a:prstClr val="black"/>
                </a:solidFill>
              </a:rPr>
              <a:t>DV router can advertise incorrect </a:t>
            </a:r>
            <a:r>
              <a:rPr lang="en-US" i="1" dirty="0">
                <a:solidFill>
                  <a:srgbClr val="000099"/>
                </a:solidFill>
              </a:rPr>
              <a:t>path</a:t>
            </a:r>
            <a:r>
              <a:rPr lang="en-US" dirty="0">
                <a:solidFill>
                  <a:prstClr val="black"/>
                </a:solidFill>
              </a:rPr>
              <a:t> cost (“I have a </a:t>
            </a:r>
            <a:r>
              <a:rPr lang="en-US" i="1" dirty="0">
                <a:solidFill>
                  <a:prstClr val="black"/>
                </a:solidFill>
              </a:rPr>
              <a:t>really</a:t>
            </a:r>
            <a:r>
              <a:rPr lang="en-US" dirty="0">
                <a:solidFill>
                  <a:prstClr val="black"/>
                </a:solidFill>
              </a:rPr>
              <a:t> low cost path to everywhere”): black-holing</a:t>
            </a:r>
          </a:p>
          <a:p>
            <a:pPr marL="460375" lvl="1" indent="-223838"/>
            <a:r>
              <a:rPr lang="en-US" dirty="0">
                <a:solidFill>
                  <a:prstClr val="black"/>
                </a:solidFill>
              </a:rPr>
              <a:t>each router’</a:t>
            </a:r>
            <a:r>
              <a:rPr lang="en-US" altLang="ja-JP" dirty="0">
                <a:solidFill>
                  <a:prstClr val="black"/>
                </a:solidFill>
              </a:rPr>
              <a:t>s table used by others: </a:t>
            </a:r>
            <a:r>
              <a:rPr lang="en-US" dirty="0">
                <a:solidFill>
                  <a:prstClr val="black"/>
                </a:solidFill>
              </a:rPr>
              <a:t>error propagate </a:t>
            </a:r>
            <a:r>
              <a:rPr lang="en-US" dirty="0" smtClean="0">
                <a:solidFill>
                  <a:prstClr val="black"/>
                </a:solidFill>
              </a:rPr>
              <a:t>through </a:t>
            </a:r>
            <a:r>
              <a:rPr lang="en-US" dirty="0">
                <a:solidFill>
                  <a:prstClr val="black"/>
                </a:solidFill>
              </a:rPr>
              <a:t>network</a:t>
            </a:r>
          </a:p>
        </p:txBody>
      </p:sp>
    </p:spTree>
    <p:extLst>
      <p:ext uri="{BB962C8B-B14F-4D97-AF65-F5344CB8AC3E}">
        <p14:creationId xmlns:p14="http://schemas.microsoft.com/office/powerpoint/2010/main" val="6553004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gtEl>
                                        <p:attrNameLst>
                                          <p:attrName>style.visibility</p:attrName>
                                        </p:attrNameLst>
                                      </p:cBhvr>
                                      <p:to>
                                        <p:strVal val="visible"/>
                                      </p:to>
                                    </p:set>
                                    <p:animEffect transition="in" filter="dissolve">
                                      <p:cBhvr>
                                        <p:cTn id="7" dur="500"/>
                                        <p:tgtEl>
                                          <p:spTgt spid="8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2"/>
                                        </p:tgtEl>
                                        <p:attrNameLst>
                                          <p:attrName>style.visibility</p:attrName>
                                        </p:attrNameLst>
                                      </p:cBhvr>
                                      <p:to>
                                        <p:strVal val="visible"/>
                                      </p:to>
                                    </p:set>
                                    <p:animEffect transition="in" filter="dissolve">
                                      <p:cBhvr>
                                        <p:cTn id="12" dur="500"/>
                                        <p:tgtEl>
                                          <p:spTgt spid="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82"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6">
            <a:extLst>
              <a:ext uri="{FF2B5EF4-FFF2-40B4-BE49-F238E27FC236}">
                <a16:creationId xmlns:a16="http://schemas.microsoft.com/office/drawing/2014/main" id="{E7BA213B-068E-DC4B-B1E8-7B6FBA112986}"/>
              </a:ext>
            </a:extLst>
          </p:cNvPr>
          <p:cNvSpPr>
            <a:spLocks noGrp="1"/>
          </p:cNvSpPr>
          <p:nvPr>
            <p:ph idx="1"/>
          </p:nvPr>
        </p:nvSpPr>
        <p:spPr>
          <a:xfrm>
            <a:off x="788096" y="1561188"/>
            <a:ext cx="10515600" cy="4351338"/>
          </a:xfrm>
        </p:spPr>
        <p:txBody>
          <a:bodyPr/>
          <a:lstStyle/>
          <a:p>
            <a:pPr marL="130175" indent="0">
              <a:buNone/>
            </a:pPr>
            <a:r>
              <a:rPr lang="en-US" sz="3200" dirty="0"/>
              <a:t>our routing study thus far - idealized </a:t>
            </a:r>
          </a:p>
          <a:p>
            <a:pPr marL="522288" indent="-285750">
              <a:spcBef>
                <a:spcPts val="400"/>
              </a:spcBef>
            </a:pPr>
            <a:r>
              <a:rPr lang="en-US" dirty="0"/>
              <a:t>all routers identical</a:t>
            </a:r>
          </a:p>
          <a:p>
            <a:pPr marL="522288" indent="-285750">
              <a:spcBef>
                <a:spcPts val="400"/>
              </a:spcBef>
            </a:pPr>
            <a:r>
              <a:rPr lang="en-US" dirty="0"/>
              <a:t>network “flat”</a:t>
            </a:r>
          </a:p>
          <a:p>
            <a:pPr marL="130175" indent="0">
              <a:buNone/>
            </a:pPr>
            <a:r>
              <a:rPr lang="en-US" dirty="0"/>
              <a:t>… not true in practice</a:t>
            </a:r>
          </a:p>
          <a:p>
            <a:endParaRPr lang="en-US" dirty="0"/>
          </a:p>
        </p:txBody>
      </p:sp>
      <p:sp>
        <p:nvSpPr>
          <p:cNvPr id="6" name="Title 5">
            <a:extLst>
              <a:ext uri="{FF2B5EF4-FFF2-40B4-BE49-F238E27FC236}">
                <a16:creationId xmlns:a16="http://schemas.microsoft.com/office/drawing/2014/main" id="{5DA1129F-3DCF-3A44-9CC7-AFE5C958C642}"/>
              </a:ext>
            </a:extLst>
          </p:cNvPr>
          <p:cNvSpPr>
            <a:spLocks noGrp="1"/>
          </p:cNvSpPr>
          <p:nvPr>
            <p:ph type="title"/>
          </p:nvPr>
        </p:nvSpPr>
        <p:spPr/>
        <p:txBody>
          <a:bodyPr>
            <a:normAutofit/>
          </a:bodyPr>
          <a:lstStyle/>
          <a:p>
            <a:r>
              <a:rPr lang="en-US" b="0" kern="0" dirty="0">
                <a:solidFill>
                  <a:srgbClr val="000099"/>
                </a:solidFill>
                <a:latin typeface="+mn-lt"/>
                <a:ea typeface="ＭＳ Ｐゴシック" charset="0"/>
              </a:rPr>
              <a:t>Making routing scalable</a:t>
            </a:r>
            <a:endParaRPr lang="en-US" sz="4800" dirty="0">
              <a:latin typeface="+mn-lt"/>
            </a:endParaRPr>
          </a:p>
        </p:txBody>
      </p:sp>
      <p:sp>
        <p:nvSpPr>
          <p:cNvPr id="5" name="Slide Number Placeholder 4">
            <a:extLst>
              <a:ext uri="{FF2B5EF4-FFF2-40B4-BE49-F238E27FC236}">
                <a16:creationId xmlns:a16="http://schemas.microsoft.com/office/drawing/2014/main" id="{253403F4-351A-E44F-97D7-AD7199580E78}"/>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66</a:t>
            </a:fld>
            <a:endParaRPr lang="en-US" dirty="0">
              <a:solidFill>
                <a:prstClr val="white">
                  <a:lumMod val="50000"/>
                </a:prstClr>
              </a:solidFill>
            </a:endParaRPr>
          </a:p>
        </p:txBody>
      </p:sp>
      <p:sp>
        <p:nvSpPr>
          <p:cNvPr id="11" name="Rectangle 3">
            <a:extLst>
              <a:ext uri="{FF2B5EF4-FFF2-40B4-BE49-F238E27FC236}">
                <a16:creationId xmlns:a16="http://schemas.microsoft.com/office/drawing/2014/main" id="{F9B3A519-428E-254A-A0D8-474D6ECEC54E}"/>
              </a:ext>
            </a:extLst>
          </p:cNvPr>
          <p:cNvSpPr txBox="1">
            <a:spLocks noChangeArrowheads="1"/>
          </p:cNvSpPr>
          <p:nvPr/>
        </p:nvSpPr>
        <p:spPr bwMode="auto">
          <a:xfrm>
            <a:off x="990600" y="3666994"/>
            <a:ext cx="4984315" cy="226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a:buFont typeface="Wingdings" charset="0"/>
              <a:buNone/>
            </a:pPr>
            <a:r>
              <a:rPr lang="en-US" kern="0" dirty="0">
                <a:solidFill>
                  <a:srgbClr val="C00000"/>
                </a:solidFill>
              </a:rPr>
              <a:t>scale: </a:t>
            </a:r>
            <a:r>
              <a:rPr lang="en-US" kern="0" dirty="0">
                <a:solidFill>
                  <a:prstClr val="black"/>
                </a:solidFill>
              </a:rPr>
              <a:t>billions of destinations:</a:t>
            </a:r>
          </a:p>
          <a:p>
            <a:r>
              <a:rPr lang="en-US" sz="2400" kern="0" dirty="0">
                <a:solidFill>
                  <a:prstClr val="black"/>
                </a:solidFill>
              </a:rPr>
              <a:t>can’</a:t>
            </a:r>
            <a:r>
              <a:rPr lang="en-US" altLang="ja-JP" sz="2400" kern="0" dirty="0">
                <a:solidFill>
                  <a:prstClr val="black"/>
                </a:solidFill>
              </a:rPr>
              <a:t>t store all destinations in routing tables!</a:t>
            </a:r>
          </a:p>
          <a:p>
            <a:r>
              <a:rPr lang="en-US" sz="2400" kern="0" dirty="0">
                <a:solidFill>
                  <a:prstClr val="black"/>
                </a:solidFill>
              </a:rPr>
              <a:t>routing table exchange would swamp links!</a:t>
            </a:r>
            <a:r>
              <a:rPr lang="en-US" kern="0" dirty="0">
                <a:solidFill>
                  <a:prstClr val="black"/>
                </a:solidFill>
              </a:rPr>
              <a:t> </a:t>
            </a:r>
          </a:p>
          <a:p>
            <a:endParaRPr lang="en-US" kern="0" dirty="0">
              <a:solidFill>
                <a:prstClr val="black"/>
              </a:solidFill>
              <a:latin typeface="Gill Sans MT" charset="0"/>
            </a:endParaRPr>
          </a:p>
          <a:p>
            <a:endParaRPr lang="en-US" kern="0" dirty="0">
              <a:solidFill>
                <a:prstClr val="black"/>
              </a:solidFill>
              <a:latin typeface="Gill Sans MT" charset="0"/>
            </a:endParaRPr>
          </a:p>
        </p:txBody>
      </p:sp>
      <p:sp>
        <p:nvSpPr>
          <p:cNvPr id="12" name="Rectangle 4">
            <a:extLst>
              <a:ext uri="{FF2B5EF4-FFF2-40B4-BE49-F238E27FC236}">
                <a16:creationId xmlns:a16="http://schemas.microsoft.com/office/drawing/2014/main" id="{F4EA3DB5-195F-1A49-92C3-E48E324A5BA4}"/>
              </a:ext>
            </a:extLst>
          </p:cNvPr>
          <p:cNvSpPr txBox="1">
            <a:spLocks noChangeArrowheads="1"/>
          </p:cNvSpPr>
          <p:nvPr/>
        </p:nvSpPr>
        <p:spPr bwMode="auto">
          <a:xfrm>
            <a:off x="6413326" y="3654991"/>
            <a:ext cx="5361270" cy="2514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a:buFont typeface="Wingdings" charset="0"/>
              <a:buNone/>
              <a:defRPr/>
            </a:pPr>
            <a:r>
              <a:rPr lang="en-US" kern="0" dirty="0">
                <a:solidFill>
                  <a:srgbClr val="C00000"/>
                </a:solidFill>
                <a:cs typeface="+mn-cs"/>
              </a:rPr>
              <a:t>administrative autonomy:</a:t>
            </a:r>
          </a:p>
          <a:p>
            <a:pPr indent="-219075">
              <a:defRPr/>
            </a:pPr>
            <a:r>
              <a:rPr lang="en-US" sz="2400" kern="0" dirty="0">
                <a:solidFill>
                  <a:srgbClr val="000000"/>
                </a:solidFill>
                <a:cs typeface="+mn-cs"/>
              </a:rPr>
              <a:t>Internet: a network of networks</a:t>
            </a:r>
          </a:p>
          <a:p>
            <a:pPr indent="-219075">
              <a:defRPr/>
            </a:pPr>
            <a:r>
              <a:rPr lang="en-US" sz="2400" kern="0" dirty="0">
                <a:solidFill>
                  <a:srgbClr val="000000"/>
                </a:solidFill>
                <a:cs typeface="+mn-cs"/>
              </a:rPr>
              <a:t>each network admin may want to control routing in its own network</a:t>
            </a:r>
          </a:p>
        </p:txBody>
      </p:sp>
    </p:spTree>
    <p:extLst>
      <p:ext uri="{BB962C8B-B14F-4D97-AF65-F5344CB8AC3E}">
        <p14:creationId xmlns:p14="http://schemas.microsoft.com/office/powerpoint/2010/main" val="7605205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dissolve">
                                      <p:cBhvr>
                                        <p:cTn id="1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6">
            <a:extLst>
              <a:ext uri="{FF2B5EF4-FFF2-40B4-BE49-F238E27FC236}">
                <a16:creationId xmlns:a16="http://schemas.microsoft.com/office/drawing/2014/main" id="{E7BA213B-068E-DC4B-B1E8-7B6FBA112986}"/>
              </a:ext>
            </a:extLst>
          </p:cNvPr>
          <p:cNvSpPr>
            <a:spLocks noGrp="1"/>
          </p:cNvSpPr>
          <p:nvPr>
            <p:ph idx="1"/>
          </p:nvPr>
        </p:nvSpPr>
        <p:spPr>
          <a:xfrm>
            <a:off x="788096" y="1561188"/>
            <a:ext cx="10515600" cy="4351338"/>
          </a:xfrm>
        </p:spPr>
        <p:txBody>
          <a:bodyPr/>
          <a:lstStyle/>
          <a:p>
            <a:pPr marL="130175" indent="0">
              <a:buNone/>
            </a:pPr>
            <a:r>
              <a:rPr lang="en-US" sz="3200" dirty="0"/>
              <a:t>aggregate routers into regions known as </a:t>
            </a:r>
            <a:r>
              <a:rPr lang="en-US" sz="3200" dirty="0">
                <a:solidFill>
                  <a:srgbClr val="0000A8"/>
                </a:solidFill>
              </a:rPr>
              <a:t>“autonomous systems”</a:t>
            </a:r>
            <a:r>
              <a:rPr lang="en-US" sz="3200" dirty="0"/>
              <a:t> (AS) (a.k.a. “</a:t>
            </a:r>
            <a:r>
              <a:rPr lang="en-US" sz="3200" dirty="0">
                <a:solidFill>
                  <a:srgbClr val="0000A8"/>
                </a:solidFill>
              </a:rPr>
              <a:t>domains</a:t>
            </a:r>
            <a:r>
              <a:rPr lang="en-US" sz="3200" dirty="0"/>
              <a:t>”)</a:t>
            </a:r>
          </a:p>
        </p:txBody>
      </p:sp>
      <p:sp>
        <p:nvSpPr>
          <p:cNvPr id="6" name="Title 5">
            <a:extLst>
              <a:ext uri="{FF2B5EF4-FFF2-40B4-BE49-F238E27FC236}">
                <a16:creationId xmlns:a16="http://schemas.microsoft.com/office/drawing/2014/main" id="{5DA1129F-3DCF-3A44-9CC7-AFE5C958C642}"/>
              </a:ext>
            </a:extLst>
          </p:cNvPr>
          <p:cNvSpPr>
            <a:spLocks noGrp="1"/>
          </p:cNvSpPr>
          <p:nvPr>
            <p:ph type="title"/>
          </p:nvPr>
        </p:nvSpPr>
        <p:spPr/>
        <p:txBody>
          <a:bodyPr>
            <a:normAutofit/>
          </a:bodyPr>
          <a:lstStyle/>
          <a:p>
            <a:r>
              <a:rPr lang="en-US" dirty="0"/>
              <a:t>Internet approach to scalable routing</a:t>
            </a:r>
            <a:endParaRPr lang="en-US" sz="4800" dirty="0">
              <a:latin typeface="+mn-lt"/>
            </a:endParaRPr>
          </a:p>
        </p:txBody>
      </p:sp>
      <p:sp>
        <p:nvSpPr>
          <p:cNvPr id="5" name="Slide Number Placeholder 4">
            <a:extLst>
              <a:ext uri="{FF2B5EF4-FFF2-40B4-BE49-F238E27FC236}">
                <a16:creationId xmlns:a16="http://schemas.microsoft.com/office/drawing/2014/main" id="{253403F4-351A-E44F-97D7-AD7199580E78}"/>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67</a:t>
            </a:fld>
            <a:endParaRPr lang="en-US" dirty="0">
              <a:solidFill>
                <a:prstClr val="white">
                  <a:lumMod val="50000"/>
                </a:prstClr>
              </a:solidFill>
            </a:endParaRPr>
          </a:p>
        </p:txBody>
      </p:sp>
      <p:sp>
        <p:nvSpPr>
          <p:cNvPr id="11" name="Rectangle 3">
            <a:extLst>
              <a:ext uri="{FF2B5EF4-FFF2-40B4-BE49-F238E27FC236}">
                <a16:creationId xmlns:a16="http://schemas.microsoft.com/office/drawing/2014/main" id="{F9B3A519-428E-254A-A0D8-474D6ECEC54E}"/>
              </a:ext>
            </a:extLst>
          </p:cNvPr>
          <p:cNvSpPr txBox="1">
            <a:spLocks noChangeArrowheads="1"/>
          </p:cNvSpPr>
          <p:nvPr/>
        </p:nvSpPr>
        <p:spPr bwMode="auto">
          <a:xfrm>
            <a:off x="952500" y="2904546"/>
            <a:ext cx="5635668" cy="3659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indent="0">
              <a:buFont typeface="Wingdings" charset="2"/>
              <a:buNone/>
            </a:pPr>
            <a:r>
              <a:rPr lang="en-US" sz="3200" kern="0" dirty="0">
                <a:solidFill>
                  <a:srgbClr val="C00000"/>
                </a:solidFill>
              </a:rPr>
              <a:t>intra-AS (aka “intra-domain”): </a:t>
            </a:r>
            <a:r>
              <a:rPr lang="en-US" kern="0" dirty="0">
                <a:solidFill>
                  <a:prstClr val="black"/>
                </a:solidFill>
              </a:rPr>
              <a:t>routing among </a:t>
            </a:r>
            <a:r>
              <a:rPr lang="en-US" i="1" kern="0" dirty="0">
                <a:solidFill>
                  <a:prstClr val="black"/>
                </a:solidFill>
              </a:rPr>
              <a:t>within same AS (“network”)</a:t>
            </a:r>
          </a:p>
          <a:p>
            <a:pPr>
              <a:lnSpc>
                <a:spcPct val="90000"/>
              </a:lnSpc>
              <a:spcBef>
                <a:spcPts val="400"/>
              </a:spcBef>
            </a:pPr>
            <a:r>
              <a:rPr lang="en-US" sz="2400" kern="0" dirty="0">
                <a:solidFill>
                  <a:prstClr val="black"/>
                </a:solidFill>
              </a:rPr>
              <a:t>all routers in AS must run same intra-domain protocol</a:t>
            </a:r>
          </a:p>
          <a:p>
            <a:pPr>
              <a:lnSpc>
                <a:spcPct val="90000"/>
              </a:lnSpc>
              <a:spcBef>
                <a:spcPts val="400"/>
              </a:spcBef>
            </a:pPr>
            <a:r>
              <a:rPr lang="en-US" sz="2400" kern="0" dirty="0">
                <a:solidFill>
                  <a:prstClr val="black"/>
                </a:solidFill>
              </a:rPr>
              <a:t>routers in different AS can run different intra-domain routing protocols</a:t>
            </a:r>
          </a:p>
          <a:p>
            <a:pPr>
              <a:lnSpc>
                <a:spcPct val="90000"/>
              </a:lnSpc>
              <a:spcBef>
                <a:spcPts val="400"/>
              </a:spcBef>
            </a:pPr>
            <a:r>
              <a:rPr lang="en-US" sz="2400" kern="0" dirty="0">
                <a:solidFill>
                  <a:srgbClr val="0000A8"/>
                </a:solidFill>
              </a:rPr>
              <a:t>gateway router: </a:t>
            </a:r>
            <a:r>
              <a:rPr lang="en-US" sz="2400" kern="0" dirty="0">
                <a:solidFill>
                  <a:prstClr val="black"/>
                </a:solidFill>
              </a:rPr>
              <a:t>at “edge” of its own AS, has link(s) to router(s) in other </a:t>
            </a:r>
            <a:r>
              <a:rPr lang="en-US" sz="2400" kern="0" dirty="0" smtClean="0">
                <a:solidFill>
                  <a:prstClr val="black"/>
                </a:solidFill>
              </a:rPr>
              <a:t>ASs</a:t>
            </a:r>
            <a:endParaRPr lang="en-US" sz="2400" kern="0" dirty="0">
              <a:solidFill>
                <a:prstClr val="black"/>
              </a:solidFill>
            </a:endParaRPr>
          </a:p>
          <a:p>
            <a:endParaRPr lang="en-US" kern="0" dirty="0">
              <a:solidFill>
                <a:prstClr val="black"/>
              </a:solidFill>
              <a:latin typeface="Gill Sans MT" charset="0"/>
            </a:endParaRPr>
          </a:p>
          <a:p>
            <a:endParaRPr lang="en-US" kern="0" dirty="0">
              <a:solidFill>
                <a:prstClr val="black"/>
              </a:solidFill>
              <a:latin typeface="Gill Sans MT" charset="0"/>
            </a:endParaRPr>
          </a:p>
        </p:txBody>
      </p:sp>
      <p:sp>
        <p:nvSpPr>
          <p:cNvPr id="12" name="Rectangle 4">
            <a:extLst>
              <a:ext uri="{FF2B5EF4-FFF2-40B4-BE49-F238E27FC236}">
                <a16:creationId xmlns:a16="http://schemas.microsoft.com/office/drawing/2014/main" id="{F4EA3DB5-195F-1A49-92C3-E48E324A5BA4}"/>
              </a:ext>
            </a:extLst>
          </p:cNvPr>
          <p:cNvSpPr txBox="1">
            <a:spLocks noChangeArrowheads="1"/>
          </p:cNvSpPr>
          <p:nvPr/>
        </p:nvSpPr>
        <p:spPr bwMode="auto">
          <a:xfrm>
            <a:off x="6864096" y="2928482"/>
            <a:ext cx="5160890" cy="2514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a:buFont typeface="Wingdings" charset="2"/>
              <a:buNone/>
              <a:defRPr/>
            </a:pPr>
            <a:r>
              <a:rPr lang="en-US" sz="3200" kern="0" dirty="0">
                <a:solidFill>
                  <a:srgbClr val="CC0000"/>
                </a:solidFill>
                <a:cs typeface="+mn-cs"/>
              </a:rPr>
              <a:t>inter-AS (aka “inter-domain”): </a:t>
            </a:r>
            <a:r>
              <a:rPr lang="en-US" kern="0" dirty="0">
                <a:solidFill>
                  <a:prstClr val="black"/>
                </a:solidFill>
                <a:cs typeface="+mn-cs"/>
              </a:rPr>
              <a:t>routing </a:t>
            </a:r>
            <a:r>
              <a:rPr lang="en-US" i="1" kern="0" dirty="0">
                <a:solidFill>
                  <a:srgbClr val="0000A8"/>
                </a:solidFill>
                <a:cs typeface="+mn-cs"/>
              </a:rPr>
              <a:t>among</a:t>
            </a:r>
            <a:r>
              <a:rPr lang="en-US" kern="0" dirty="0">
                <a:solidFill>
                  <a:prstClr val="black"/>
                </a:solidFill>
                <a:cs typeface="+mn-cs"/>
              </a:rPr>
              <a:t> </a:t>
            </a:r>
            <a:r>
              <a:rPr lang="en-US" kern="0" dirty="0" smtClean="0">
                <a:solidFill>
                  <a:prstClr val="black"/>
                </a:solidFill>
                <a:cs typeface="+mn-cs"/>
              </a:rPr>
              <a:t>ASs</a:t>
            </a:r>
            <a:endParaRPr lang="en-US" kern="0" dirty="0">
              <a:solidFill>
                <a:prstClr val="black"/>
              </a:solidFill>
              <a:cs typeface="+mn-cs"/>
            </a:endParaRPr>
          </a:p>
          <a:p>
            <a:pPr marL="409575" indent="-285750">
              <a:buFont typeface="Wingdings" pitchFamily="2" charset="2"/>
              <a:buChar char="§"/>
              <a:defRPr/>
            </a:pPr>
            <a:r>
              <a:rPr lang="en-US" sz="2400" kern="0" dirty="0">
                <a:solidFill>
                  <a:prstClr val="black"/>
                </a:solidFill>
                <a:cs typeface="+mn-cs"/>
              </a:rPr>
              <a:t>gateways perform inter-domain routing (as well as intra-domain routing)</a:t>
            </a:r>
          </a:p>
        </p:txBody>
      </p:sp>
    </p:spTree>
    <p:extLst>
      <p:ext uri="{BB962C8B-B14F-4D97-AF65-F5344CB8AC3E}">
        <p14:creationId xmlns:p14="http://schemas.microsoft.com/office/powerpoint/2010/main" val="482974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dissolve">
                                      <p:cBhvr>
                                        <p:cTn id="1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DA1129F-3DCF-3A44-9CC7-AFE5C958C642}"/>
              </a:ext>
            </a:extLst>
          </p:cNvPr>
          <p:cNvSpPr>
            <a:spLocks noGrp="1"/>
          </p:cNvSpPr>
          <p:nvPr>
            <p:ph type="title"/>
          </p:nvPr>
        </p:nvSpPr>
        <p:spPr/>
        <p:txBody>
          <a:bodyPr>
            <a:normAutofit/>
          </a:bodyPr>
          <a:lstStyle/>
          <a:p>
            <a:r>
              <a:rPr lang="en-US" b="0" kern="0" dirty="0">
                <a:solidFill>
                  <a:srgbClr val="000099"/>
                </a:solidFill>
                <a:latin typeface="+mn-lt"/>
                <a:ea typeface="ＭＳ Ｐゴシック" charset="0"/>
              </a:rPr>
              <a:t>Interconnected ASes</a:t>
            </a:r>
            <a:endParaRPr lang="en-US" sz="4800" dirty="0">
              <a:latin typeface="+mn-lt"/>
            </a:endParaRPr>
          </a:p>
        </p:txBody>
      </p:sp>
      <p:sp>
        <p:nvSpPr>
          <p:cNvPr id="5" name="Slide Number Placeholder 4">
            <a:extLst>
              <a:ext uri="{FF2B5EF4-FFF2-40B4-BE49-F238E27FC236}">
                <a16:creationId xmlns:a16="http://schemas.microsoft.com/office/drawing/2014/main" id="{253403F4-351A-E44F-97D7-AD7199580E78}"/>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68</a:t>
            </a:fld>
            <a:endParaRPr lang="en-US" dirty="0">
              <a:solidFill>
                <a:prstClr val="white">
                  <a:lumMod val="50000"/>
                </a:prstClr>
              </a:solidFill>
            </a:endParaRPr>
          </a:p>
        </p:txBody>
      </p:sp>
      <p:sp>
        <p:nvSpPr>
          <p:cNvPr id="133" name="Freeform 3">
            <a:extLst>
              <a:ext uri="{FF2B5EF4-FFF2-40B4-BE49-F238E27FC236}">
                <a16:creationId xmlns:a16="http://schemas.microsoft.com/office/drawing/2014/main" id="{E9C365D2-5973-C342-80CF-5D128AC2921C}"/>
              </a:ext>
            </a:extLst>
          </p:cNvPr>
          <p:cNvSpPr>
            <a:spLocks/>
          </p:cNvSpPr>
          <p:nvPr/>
        </p:nvSpPr>
        <p:spPr bwMode="auto">
          <a:xfrm>
            <a:off x="5446783" y="4100650"/>
            <a:ext cx="2351995" cy="1511508"/>
          </a:xfrm>
          <a:custGeom>
            <a:avLst/>
            <a:gdLst>
              <a:gd name="T0" fmla="*/ 1063 w 1162"/>
              <a:gd name="T1" fmla="*/ 49351 h 543"/>
              <a:gd name="T2" fmla="*/ 6960 w 1162"/>
              <a:gd name="T3" fmla="*/ 4162 h 543"/>
              <a:gd name="T4" fmla="*/ 17785 w 1162"/>
              <a:gd name="T5" fmla="*/ 23973 h 543"/>
              <a:gd name="T6" fmla="*/ 21649 w 1162"/>
              <a:gd name="T7" fmla="*/ 72662 h 543"/>
              <a:gd name="T8" fmla="*/ 19828 w 1162"/>
              <a:gd name="T9" fmla="*/ 137161 h 543"/>
              <a:gd name="T10" fmla="*/ 11083 w 1162"/>
              <a:gd name="T11" fmla="*/ 164591 h 543"/>
              <a:gd name="T12" fmla="*/ 1657 w 1162"/>
              <a:gd name="T13" fmla="*/ 133650 h 543"/>
              <a:gd name="T14" fmla="*/ 1063 w 1162"/>
              <a:gd name="T15" fmla="*/ 49351 h 543"/>
              <a:gd name="T16" fmla="*/ 0 60000 65536"/>
              <a:gd name="T17" fmla="*/ 0 60000 65536"/>
              <a:gd name="T18" fmla="*/ 0 60000 65536"/>
              <a:gd name="T19" fmla="*/ 0 60000 65536"/>
              <a:gd name="T20" fmla="*/ 0 60000 65536"/>
              <a:gd name="T21" fmla="*/ 0 60000 65536"/>
              <a:gd name="T22" fmla="*/ 0 60000 65536"/>
              <a:gd name="T23" fmla="*/ 0 60000 65536"/>
              <a:gd name="T24" fmla="*/ 0 w 1162"/>
              <a:gd name="T25" fmla="*/ 0 h 543"/>
              <a:gd name="T26" fmla="*/ 1162 w 1162"/>
              <a:gd name="T27" fmla="*/ 543 h 5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62" h="543">
                <a:moveTo>
                  <a:pt x="56" y="162"/>
                </a:moveTo>
                <a:cubicBezTo>
                  <a:pt x="115" y="100"/>
                  <a:pt x="221" y="28"/>
                  <a:pt x="368" y="14"/>
                </a:cubicBezTo>
                <a:cubicBezTo>
                  <a:pt x="515" y="0"/>
                  <a:pt x="811" y="42"/>
                  <a:pt x="940" y="79"/>
                </a:cubicBezTo>
                <a:cubicBezTo>
                  <a:pt x="1069" y="116"/>
                  <a:pt x="1126" y="177"/>
                  <a:pt x="1144" y="239"/>
                </a:cubicBezTo>
                <a:cubicBezTo>
                  <a:pt x="1162" y="301"/>
                  <a:pt x="1141" y="401"/>
                  <a:pt x="1048" y="451"/>
                </a:cubicBezTo>
                <a:cubicBezTo>
                  <a:pt x="955" y="501"/>
                  <a:pt x="746" y="543"/>
                  <a:pt x="586" y="541"/>
                </a:cubicBezTo>
                <a:cubicBezTo>
                  <a:pt x="426" y="539"/>
                  <a:pt x="176" y="502"/>
                  <a:pt x="88" y="439"/>
                </a:cubicBezTo>
                <a:cubicBezTo>
                  <a:pt x="0" y="376"/>
                  <a:pt x="63" y="220"/>
                  <a:pt x="56" y="162"/>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4" name="Freeform 4">
            <a:extLst>
              <a:ext uri="{FF2B5EF4-FFF2-40B4-BE49-F238E27FC236}">
                <a16:creationId xmlns:a16="http://schemas.microsoft.com/office/drawing/2014/main" id="{4090092D-F797-484C-B1D2-AD83E59BF3EE}"/>
              </a:ext>
            </a:extLst>
          </p:cNvPr>
          <p:cNvSpPr>
            <a:spLocks/>
          </p:cNvSpPr>
          <p:nvPr/>
        </p:nvSpPr>
        <p:spPr bwMode="auto">
          <a:xfrm>
            <a:off x="1620228" y="3847012"/>
            <a:ext cx="1832250" cy="1498236"/>
          </a:xfrm>
          <a:custGeom>
            <a:avLst/>
            <a:gdLst>
              <a:gd name="T0" fmla="*/ 134 w 1198"/>
              <a:gd name="T1" fmla="*/ 270558 h 451"/>
              <a:gd name="T2" fmla="*/ 273 w 1198"/>
              <a:gd name="T3" fmla="*/ 132828 h 451"/>
              <a:gd name="T4" fmla="*/ 679 w 1198"/>
              <a:gd name="T5" fmla="*/ 73044 h 451"/>
              <a:gd name="T6" fmla="*/ 1501 w 1198"/>
              <a:gd name="T7" fmla="*/ 37135 h 451"/>
              <a:gd name="T8" fmla="*/ 1796 w 1198"/>
              <a:gd name="T9" fmla="*/ 294460 h 451"/>
              <a:gd name="T10" fmla="*/ 1350 w 1198"/>
              <a:gd name="T11" fmla="*/ 616944 h 451"/>
              <a:gd name="T12" fmla="*/ 466 w 1198"/>
              <a:gd name="T13" fmla="*/ 634874 h 451"/>
              <a:gd name="T14" fmla="*/ 54 w 1198"/>
              <a:gd name="T15" fmla="*/ 503524 h 451"/>
              <a:gd name="T16" fmla="*/ 134 w 1198"/>
              <a:gd name="T17" fmla="*/ 270558 h 4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98"/>
              <a:gd name="T28" fmla="*/ 0 h 451"/>
              <a:gd name="T29" fmla="*/ 1198 w 1198"/>
              <a:gd name="T30" fmla="*/ 451 h 45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98" h="451">
                <a:moveTo>
                  <a:pt x="88" y="181"/>
                </a:moveTo>
                <a:cubicBezTo>
                  <a:pt x="159" y="143"/>
                  <a:pt x="120" y="111"/>
                  <a:pt x="180" y="89"/>
                </a:cubicBezTo>
                <a:cubicBezTo>
                  <a:pt x="240" y="67"/>
                  <a:pt x="313" y="60"/>
                  <a:pt x="448" y="49"/>
                </a:cubicBezTo>
                <a:cubicBezTo>
                  <a:pt x="583" y="38"/>
                  <a:pt x="866" y="0"/>
                  <a:pt x="988" y="25"/>
                </a:cubicBezTo>
                <a:cubicBezTo>
                  <a:pt x="1110" y="50"/>
                  <a:pt x="1198" y="132"/>
                  <a:pt x="1181" y="197"/>
                </a:cubicBezTo>
                <a:cubicBezTo>
                  <a:pt x="1164" y="262"/>
                  <a:pt x="1034" y="375"/>
                  <a:pt x="889" y="413"/>
                </a:cubicBezTo>
                <a:cubicBezTo>
                  <a:pt x="744" y="451"/>
                  <a:pt x="449" y="438"/>
                  <a:pt x="307" y="425"/>
                </a:cubicBezTo>
                <a:cubicBezTo>
                  <a:pt x="165" y="412"/>
                  <a:pt x="72" y="378"/>
                  <a:pt x="36" y="337"/>
                </a:cubicBezTo>
                <a:cubicBezTo>
                  <a:pt x="0" y="296"/>
                  <a:pt x="77" y="213"/>
                  <a:pt x="88" y="18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5" name="Freeform 5">
            <a:extLst>
              <a:ext uri="{FF2B5EF4-FFF2-40B4-BE49-F238E27FC236}">
                <a16:creationId xmlns:a16="http://schemas.microsoft.com/office/drawing/2014/main" id="{D3A2AF50-CEA9-924C-8C29-0549AF5748DF}"/>
              </a:ext>
            </a:extLst>
          </p:cNvPr>
          <p:cNvSpPr>
            <a:spLocks/>
          </p:cNvSpPr>
          <p:nvPr/>
        </p:nvSpPr>
        <p:spPr bwMode="auto">
          <a:xfrm>
            <a:off x="2802795" y="4927925"/>
            <a:ext cx="2930139" cy="1167917"/>
          </a:xfrm>
          <a:custGeom>
            <a:avLst/>
            <a:gdLst>
              <a:gd name="T0" fmla="*/ 1319 w 1583"/>
              <a:gd name="T1" fmla="*/ 862 h 682"/>
              <a:gd name="T2" fmla="*/ 3445 w 1583"/>
              <a:gd name="T3" fmla="*/ 285 h 682"/>
              <a:gd name="T4" fmla="*/ 6645 w 1583"/>
              <a:gd name="T5" fmla="*/ 77 h 682"/>
              <a:gd name="T6" fmla="*/ 9794 w 1583"/>
              <a:gd name="T7" fmla="*/ 744 h 682"/>
              <a:gd name="T8" fmla="*/ 13238 w 1583"/>
              <a:gd name="T9" fmla="*/ 1642 h 682"/>
              <a:gd name="T10" fmla="*/ 10773 w 1583"/>
              <a:gd name="T11" fmla="*/ 2476 h 682"/>
              <a:gd name="T12" fmla="*/ 5844 w 1583"/>
              <a:gd name="T13" fmla="*/ 2523 h 682"/>
              <a:gd name="T14" fmla="*/ 751 w 1583"/>
              <a:gd name="T15" fmla="*/ 2291 h 682"/>
              <a:gd name="T16" fmla="*/ 1319 w 1583"/>
              <a:gd name="T17" fmla="*/ 862 h 6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83"/>
              <a:gd name="T28" fmla="*/ 0 h 682"/>
              <a:gd name="T29" fmla="*/ 1583 w 1583"/>
              <a:gd name="T30" fmla="*/ 682 h 68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83" h="682">
                <a:moveTo>
                  <a:pt x="155" y="224"/>
                </a:moveTo>
                <a:cubicBezTo>
                  <a:pt x="208" y="137"/>
                  <a:pt x="302" y="108"/>
                  <a:pt x="407" y="74"/>
                </a:cubicBezTo>
                <a:cubicBezTo>
                  <a:pt x="512" y="40"/>
                  <a:pt x="660" y="0"/>
                  <a:pt x="785" y="20"/>
                </a:cubicBezTo>
                <a:cubicBezTo>
                  <a:pt x="910" y="40"/>
                  <a:pt x="1027" y="126"/>
                  <a:pt x="1157" y="194"/>
                </a:cubicBezTo>
                <a:cubicBezTo>
                  <a:pt x="1287" y="262"/>
                  <a:pt x="1545" y="353"/>
                  <a:pt x="1564" y="428"/>
                </a:cubicBezTo>
                <a:cubicBezTo>
                  <a:pt x="1583" y="503"/>
                  <a:pt x="1417" y="606"/>
                  <a:pt x="1272" y="644"/>
                </a:cubicBezTo>
                <a:cubicBezTo>
                  <a:pt x="1127" y="682"/>
                  <a:pt x="887" y="664"/>
                  <a:pt x="690" y="656"/>
                </a:cubicBezTo>
                <a:cubicBezTo>
                  <a:pt x="493" y="648"/>
                  <a:pt x="178" y="668"/>
                  <a:pt x="89" y="596"/>
                </a:cubicBezTo>
                <a:cubicBezTo>
                  <a:pt x="0" y="524"/>
                  <a:pt x="102" y="311"/>
                  <a:pt x="155" y="224"/>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6" name="Oval 6">
            <a:extLst>
              <a:ext uri="{FF2B5EF4-FFF2-40B4-BE49-F238E27FC236}">
                <a16:creationId xmlns:a16="http://schemas.microsoft.com/office/drawing/2014/main" id="{D886B232-293A-5347-8A9F-D005603A3D64}"/>
              </a:ext>
            </a:extLst>
          </p:cNvPr>
          <p:cNvSpPr>
            <a:spLocks noChangeArrowheads="1"/>
          </p:cNvSpPr>
          <p:nvPr/>
        </p:nvSpPr>
        <p:spPr bwMode="auto">
          <a:xfrm>
            <a:off x="2001278" y="4926450"/>
            <a:ext cx="456967" cy="119446"/>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7" name="Line 7">
            <a:extLst>
              <a:ext uri="{FF2B5EF4-FFF2-40B4-BE49-F238E27FC236}">
                <a16:creationId xmlns:a16="http://schemas.microsoft.com/office/drawing/2014/main" id="{48D605CF-ABE3-1B4F-A232-D527090F964F}"/>
              </a:ext>
            </a:extLst>
          </p:cNvPr>
          <p:cNvSpPr>
            <a:spLocks noChangeShapeType="1"/>
          </p:cNvSpPr>
          <p:nvPr/>
        </p:nvSpPr>
        <p:spPr bwMode="auto">
          <a:xfrm>
            <a:off x="2001278" y="4916128"/>
            <a:ext cx="0" cy="7668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8" name="Line 8">
            <a:extLst>
              <a:ext uri="{FF2B5EF4-FFF2-40B4-BE49-F238E27FC236}">
                <a16:creationId xmlns:a16="http://schemas.microsoft.com/office/drawing/2014/main" id="{6E612E8D-CA6C-F94A-8F5F-7BEED5AE7E82}"/>
              </a:ext>
            </a:extLst>
          </p:cNvPr>
          <p:cNvSpPr>
            <a:spLocks noChangeShapeType="1"/>
          </p:cNvSpPr>
          <p:nvPr/>
        </p:nvSpPr>
        <p:spPr bwMode="auto">
          <a:xfrm>
            <a:off x="2458245" y="4916128"/>
            <a:ext cx="0" cy="7668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9" name="Rectangle 9">
            <a:extLst>
              <a:ext uri="{FF2B5EF4-FFF2-40B4-BE49-F238E27FC236}">
                <a16:creationId xmlns:a16="http://schemas.microsoft.com/office/drawing/2014/main" id="{0E2B504C-B9E0-FC47-9368-53C623397F64}"/>
              </a:ext>
            </a:extLst>
          </p:cNvPr>
          <p:cNvSpPr>
            <a:spLocks noChangeArrowheads="1"/>
          </p:cNvSpPr>
          <p:nvPr/>
        </p:nvSpPr>
        <p:spPr bwMode="auto">
          <a:xfrm>
            <a:off x="2001278" y="4916128"/>
            <a:ext cx="452588" cy="75207"/>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140" name="Oval 10">
            <a:extLst>
              <a:ext uri="{FF2B5EF4-FFF2-40B4-BE49-F238E27FC236}">
                <a16:creationId xmlns:a16="http://schemas.microsoft.com/office/drawing/2014/main" id="{9EFBE396-B625-0344-8E23-5BBAD57A09A7}"/>
              </a:ext>
            </a:extLst>
          </p:cNvPr>
          <p:cNvSpPr>
            <a:spLocks noChangeArrowheads="1"/>
          </p:cNvSpPr>
          <p:nvPr/>
        </p:nvSpPr>
        <p:spPr bwMode="auto">
          <a:xfrm>
            <a:off x="1996898" y="4829124"/>
            <a:ext cx="456967" cy="14009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41" name="Rectangle 11">
            <a:extLst>
              <a:ext uri="{FF2B5EF4-FFF2-40B4-BE49-F238E27FC236}">
                <a16:creationId xmlns:a16="http://schemas.microsoft.com/office/drawing/2014/main" id="{F0DBD69C-A5DB-DC4A-AE43-093463BEFD9F}"/>
              </a:ext>
            </a:extLst>
          </p:cNvPr>
          <p:cNvSpPr>
            <a:spLocks noChangeArrowheads="1"/>
          </p:cNvSpPr>
          <p:nvPr/>
        </p:nvSpPr>
        <p:spPr bwMode="auto">
          <a:xfrm>
            <a:off x="2123914" y="4848294"/>
            <a:ext cx="205854" cy="182856"/>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42" name="Text Box 12">
            <a:extLst>
              <a:ext uri="{FF2B5EF4-FFF2-40B4-BE49-F238E27FC236}">
                <a16:creationId xmlns:a16="http://schemas.microsoft.com/office/drawing/2014/main" id="{9C707F26-D218-B941-ACA7-2537E8CEE743}"/>
              </a:ext>
            </a:extLst>
          </p:cNvPr>
          <p:cNvSpPr txBox="1">
            <a:spLocks noChangeArrowheads="1"/>
          </p:cNvSpPr>
          <p:nvPr/>
        </p:nvSpPr>
        <p:spPr bwMode="auto">
          <a:xfrm>
            <a:off x="1998358" y="4752442"/>
            <a:ext cx="467187" cy="3966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3b</a:t>
            </a:r>
            <a:endParaRPr lang="en-US" kern="0" dirty="0">
              <a:solidFill>
                <a:srgbClr val="000000"/>
              </a:solidFill>
            </a:endParaRPr>
          </a:p>
        </p:txBody>
      </p:sp>
      <p:sp>
        <p:nvSpPr>
          <p:cNvPr id="143" name="Oval 13">
            <a:extLst>
              <a:ext uri="{FF2B5EF4-FFF2-40B4-BE49-F238E27FC236}">
                <a16:creationId xmlns:a16="http://schemas.microsoft.com/office/drawing/2014/main" id="{F5CAF371-FE17-244E-B591-ECED8083E85E}"/>
              </a:ext>
            </a:extLst>
          </p:cNvPr>
          <p:cNvSpPr>
            <a:spLocks noChangeArrowheads="1"/>
          </p:cNvSpPr>
          <p:nvPr/>
        </p:nvSpPr>
        <p:spPr bwMode="auto">
          <a:xfrm>
            <a:off x="3779509" y="5820083"/>
            <a:ext cx="456967" cy="119446"/>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44" name="Line 14">
            <a:extLst>
              <a:ext uri="{FF2B5EF4-FFF2-40B4-BE49-F238E27FC236}">
                <a16:creationId xmlns:a16="http://schemas.microsoft.com/office/drawing/2014/main" id="{21854A4C-DB2D-E340-B5A9-97C52C8C104F}"/>
              </a:ext>
            </a:extLst>
          </p:cNvPr>
          <p:cNvSpPr>
            <a:spLocks noChangeShapeType="1"/>
          </p:cNvSpPr>
          <p:nvPr/>
        </p:nvSpPr>
        <p:spPr bwMode="auto">
          <a:xfrm>
            <a:off x="3779509" y="5809761"/>
            <a:ext cx="0" cy="7668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45" name="Line 15">
            <a:extLst>
              <a:ext uri="{FF2B5EF4-FFF2-40B4-BE49-F238E27FC236}">
                <a16:creationId xmlns:a16="http://schemas.microsoft.com/office/drawing/2014/main" id="{E1CB0695-60DD-C243-A589-4B84D9A97D8C}"/>
              </a:ext>
            </a:extLst>
          </p:cNvPr>
          <p:cNvSpPr>
            <a:spLocks noChangeShapeType="1"/>
          </p:cNvSpPr>
          <p:nvPr/>
        </p:nvSpPr>
        <p:spPr bwMode="auto">
          <a:xfrm>
            <a:off x="4236476" y="5809761"/>
            <a:ext cx="0" cy="7668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46" name="Rectangle 16">
            <a:extLst>
              <a:ext uri="{FF2B5EF4-FFF2-40B4-BE49-F238E27FC236}">
                <a16:creationId xmlns:a16="http://schemas.microsoft.com/office/drawing/2014/main" id="{5BD440AE-D73F-7F45-9AA6-838A5A161111}"/>
              </a:ext>
            </a:extLst>
          </p:cNvPr>
          <p:cNvSpPr>
            <a:spLocks noChangeArrowheads="1"/>
          </p:cNvSpPr>
          <p:nvPr/>
        </p:nvSpPr>
        <p:spPr bwMode="auto">
          <a:xfrm>
            <a:off x="3779509" y="5809761"/>
            <a:ext cx="452588" cy="75207"/>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147" name="Oval 17">
            <a:extLst>
              <a:ext uri="{FF2B5EF4-FFF2-40B4-BE49-F238E27FC236}">
                <a16:creationId xmlns:a16="http://schemas.microsoft.com/office/drawing/2014/main" id="{E5795699-8636-AB42-9278-8D9E1A42842D}"/>
              </a:ext>
            </a:extLst>
          </p:cNvPr>
          <p:cNvSpPr>
            <a:spLocks noChangeArrowheads="1"/>
          </p:cNvSpPr>
          <p:nvPr/>
        </p:nvSpPr>
        <p:spPr bwMode="auto">
          <a:xfrm>
            <a:off x="3775129" y="5722757"/>
            <a:ext cx="456967" cy="14009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148" name="Group 18">
            <a:extLst>
              <a:ext uri="{FF2B5EF4-FFF2-40B4-BE49-F238E27FC236}">
                <a16:creationId xmlns:a16="http://schemas.microsoft.com/office/drawing/2014/main" id="{6B8409BD-7477-6747-91EB-78CFC8F8BA47}"/>
              </a:ext>
            </a:extLst>
          </p:cNvPr>
          <p:cNvGrpSpPr>
            <a:grpSpLocks/>
          </p:cNvGrpSpPr>
          <p:nvPr/>
        </p:nvGrpSpPr>
        <p:grpSpPr bwMode="auto">
          <a:xfrm>
            <a:off x="3778049" y="5637228"/>
            <a:ext cx="468647" cy="396679"/>
            <a:chOff x="2897" y="2425"/>
            <a:chExt cx="323" cy="269"/>
          </a:xfrm>
        </p:grpSpPr>
        <p:sp>
          <p:nvSpPr>
            <p:cNvPr id="251" name="Rectangle 19">
              <a:extLst>
                <a:ext uri="{FF2B5EF4-FFF2-40B4-BE49-F238E27FC236}">
                  <a16:creationId xmlns:a16="http://schemas.microsoft.com/office/drawing/2014/main" id="{7D7609E8-756E-1B41-AE93-5463D8AF72AE}"/>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52" name="Text Box 20">
              <a:extLst>
                <a:ext uri="{FF2B5EF4-FFF2-40B4-BE49-F238E27FC236}">
                  <a16:creationId xmlns:a16="http://schemas.microsoft.com/office/drawing/2014/main" id="{7B4233D3-81BD-B448-80FE-0C01096615A5}"/>
                </a:ext>
              </a:extLst>
            </p:cNvPr>
            <p:cNvSpPr txBox="1">
              <a:spLocks noChangeArrowheads="1"/>
            </p:cNvSpPr>
            <p:nvPr/>
          </p:nvSpPr>
          <p:spPr bwMode="auto">
            <a:xfrm>
              <a:off x="2897" y="2425"/>
              <a:ext cx="323"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1d</a:t>
              </a:r>
            </a:p>
          </p:txBody>
        </p:sp>
      </p:grpSp>
      <p:sp>
        <p:nvSpPr>
          <p:cNvPr id="149" name="Oval 21">
            <a:extLst>
              <a:ext uri="{FF2B5EF4-FFF2-40B4-BE49-F238E27FC236}">
                <a16:creationId xmlns:a16="http://schemas.microsoft.com/office/drawing/2014/main" id="{7AA5B5C8-99AF-D744-91DD-4758CEDCAEAA}"/>
              </a:ext>
            </a:extLst>
          </p:cNvPr>
          <p:cNvSpPr>
            <a:spLocks noChangeArrowheads="1"/>
          </p:cNvSpPr>
          <p:nvPr/>
        </p:nvSpPr>
        <p:spPr bwMode="auto">
          <a:xfrm>
            <a:off x="2820315" y="4731797"/>
            <a:ext cx="456967" cy="1223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50" name="Line 22">
            <a:extLst>
              <a:ext uri="{FF2B5EF4-FFF2-40B4-BE49-F238E27FC236}">
                <a16:creationId xmlns:a16="http://schemas.microsoft.com/office/drawing/2014/main" id="{3F1A6000-25C3-6A47-897A-6B2052E82150}"/>
              </a:ext>
            </a:extLst>
          </p:cNvPr>
          <p:cNvSpPr>
            <a:spLocks noChangeShapeType="1"/>
          </p:cNvSpPr>
          <p:nvPr/>
        </p:nvSpPr>
        <p:spPr bwMode="auto">
          <a:xfrm>
            <a:off x="2820315" y="4721475"/>
            <a:ext cx="0" cy="737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51" name="Line 23">
            <a:extLst>
              <a:ext uri="{FF2B5EF4-FFF2-40B4-BE49-F238E27FC236}">
                <a16:creationId xmlns:a16="http://schemas.microsoft.com/office/drawing/2014/main" id="{2C6C2593-75EB-9041-B98E-049BD334D460}"/>
              </a:ext>
            </a:extLst>
          </p:cNvPr>
          <p:cNvSpPr>
            <a:spLocks noChangeShapeType="1"/>
          </p:cNvSpPr>
          <p:nvPr/>
        </p:nvSpPr>
        <p:spPr bwMode="auto">
          <a:xfrm>
            <a:off x="3277282" y="4721475"/>
            <a:ext cx="0" cy="737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52" name="Rectangle 24">
            <a:extLst>
              <a:ext uri="{FF2B5EF4-FFF2-40B4-BE49-F238E27FC236}">
                <a16:creationId xmlns:a16="http://schemas.microsoft.com/office/drawing/2014/main" id="{503F2144-C006-BA4A-A54C-154D6C9ABA2E}"/>
              </a:ext>
            </a:extLst>
          </p:cNvPr>
          <p:cNvSpPr>
            <a:spLocks noChangeArrowheads="1"/>
          </p:cNvSpPr>
          <p:nvPr/>
        </p:nvSpPr>
        <p:spPr bwMode="auto">
          <a:xfrm>
            <a:off x="2820315" y="4721475"/>
            <a:ext cx="452588" cy="6930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153" name="Oval 25">
            <a:extLst>
              <a:ext uri="{FF2B5EF4-FFF2-40B4-BE49-F238E27FC236}">
                <a16:creationId xmlns:a16="http://schemas.microsoft.com/office/drawing/2014/main" id="{D492E009-7760-4343-874C-AD3B41835873}"/>
              </a:ext>
            </a:extLst>
          </p:cNvPr>
          <p:cNvSpPr>
            <a:spLocks noChangeArrowheads="1"/>
          </p:cNvSpPr>
          <p:nvPr/>
        </p:nvSpPr>
        <p:spPr bwMode="auto">
          <a:xfrm>
            <a:off x="2815935" y="4634471"/>
            <a:ext cx="456967" cy="14009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54" name="Rectangle 26">
            <a:extLst>
              <a:ext uri="{FF2B5EF4-FFF2-40B4-BE49-F238E27FC236}">
                <a16:creationId xmlns:a16="http://schemas.microsoft.com/office/drawing/2014/main" id="{F8BDB031-7C07-264D-B086-6DC72DC78BDE}"/>
              </a:ext>
            </a:extLst>
          </p:cNvPr>
          <p:cNvSpPr>
            <a:spLocks noChangeArrowheads="1"/>
          </p:cNvSpPr>
          <p:nvPr/>
        </p:nvSpPr>
        <p:spPr bwMode="auto">
          <a:xfrm>
            <a:off x="2942952" y="4653641"/>
            <a:ext cx="207314" cy="162211"/>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55" name="Text Box 27">
            <a:extLst>
              <a:ext uri="{FF2B5EF4-FFF2-40B4-BE49-F238E27FC236}">
                <a16:creationId xmlns:a16="http://schemas.microsoft.com/office/drawing/2014/main" id="{B087AFAB-7C65-874C-8F8F-3012C906099F}"/>
              </a:ext>
            </a:extLst>
          </p:cNvPr>
          <p:cNvSpPr txBox="1">
            <a:spLocks noChangeArrowheads="1"/>
          </p:cNvSpPr>
          <p:nvPr/>
        </p:nvSpPr>
        <p:spPr bwMode="auto">
          <a:xfrm>
            <a:off x="2818855" y="4556315"/>
            <a:ext cx="467187" cy="3966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3a</a:t>
            </a:r>
            <a:endParaRPr lang="en-US" kern="0" dirty="0">
              <a:solidFill>
                <a:srgbClr val="000000"/>
              </a:solidFill>
            </a:endParaRPr>
          </a:p>
        </p:txBody>
      </p:sp>
      <p:sp>
        <p:nvSpPr>
          <p:cNvPr id="156" name="Oval 28">
            <a:extLst>
              <a:ext uri="{FF2B5EF4-FFF2-40B4-BE49-F238E27FC236}">
                <a16:creationId xmlns:a16="http://schemas.microsoft.com/office/drawing/2014/main" id="{87CEC350-ADF1-E24F-A235-1A9B645EFA00}"/>
              </a:ext>
            </a:extLst>
          </p:cNvPr>
          <p:cNvSpPr>
            <a:spLocks noChangeArrowheads="1"/>
          </p:cNvSpPr>
          <p:nvPr/>
        </p:nvSpPr>
        <p:spPr bwMode="auto">
          <a:xfrm>
            <a:off x="3726950" y="5236125"/>
            <a:ext cx="456967" cy="119446"/>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57" name="Line 29">
            <a:extLst>
              <a:ext uri="{FF2B5EF4-FFF2-40B4-BE49-F238E27FC236}">
                <a16:creationId xmlns:a16="http://schemas.microsoft.com/office/drawing/2014/main" id="{5782FBF4-093E-9947-AAA6-533CA371CD3F}"/>
              </a:ext>
            </a:extLst>
          </p:cNvPr>
          <p:cNvSpPr>
            <a:spLocks noChangeShapeType="1"/>
          </p:cNvSpPr>
          <p:nvPr/>
        </p:nvSpPr>
        <p:spPr bwMode="auto">
          <a:xfrm>
            <a:off x="3726950" y="5227277"/>
            <a:ext cx="0" cy="7520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58" name="Line 30">
            <a:extLst>
              <a:ext uri="{FF2B5EF4-FFF2-40B4-BE49-F238E27FC236}">
                <a16:creationId xmlns:a16="http://schemas.microsoft.com/office/drawing/2014/main" id="{FA0971A2-9137-1943-A6F3-BD3716BCCBB6}"/>
              </a:ext>
            </a:extLst>
          </p:cNvPr>
          <p:cNvSpPr>
            <a:spLocks noChangeShapeType="1"/>
          </p:cNvSpPr>
          <p:nvPr/>
        </p:nvSpPr>
        <p:spPr bwMode="auto">
          <a:xfrm>
            <a:off x="4183917" y="5227277"/>
            <a:ext cx="0" cy="7520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59" name="Rectangle 31">
            <a:extLst>
              <a:ext uri="{FF2B5EF4-FFF2-40B4-BE49-F238E27FC236}">
                <a16:creationId xmlns:a16="http://schemas.microsoft.com/office/drawing/2014/main" id="{FBE8FDDA-4B2E-BE4C-95BF-585222778ECA}"/>
              </a:ext>
            </a:extLst>
          </p:cNvPr>
          <p:cNvSpPr>
            <a:spLocks noChangeArrowheads="1"/>
          </p:cNvSpPr>
          <p:nvPr/>
        </p:nvSpPr>
        <p:spPr bwMode="auto">
          <a:xfrm>
            <a:off x="3726950" y="5227277"/>
            <a:ext cx="452588" cy="70783"/>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160" name="Oval 32">
            <a:extLst>
              <a:ext uri="{FF2B5EF4-FFF2-40B4-BE49-F238E27FC236}">
                <a16:creationId xmlns:a16="http://schemas.microsoft.com/office/drawing/2014/main" id="{6DE39B5B-BD23-3044-9274-CFE1A3DFE64E}"/>
              </a:ext>
            </a:extLst>
          </p:cNvPr>
          <p:cNvSpPr>
            <a:spLocks noChangeArrowheads="1"/>
          </p:cNvSpPr>
          <p:nvPr/>
        </p:nvSpPr>
        <p:spPr bwMode="auto">
          <a:xfrm>
            <a:off x="3722570" y="5138799"/>
            <a:ext cx="456967" cy="14009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161" name="Group 33">
            <a:extLst>
              <a:ext uri="{FF2B5EF4-FFF2-40B4-BE49-F238E27FC236}">
                <a16:creationId xmlns:a16="http://schemas.microsoft.com/office/drawing/2014/main" id="{D6CD68FD-658B-EA4A-AFA2-F4EE9AE43DCA}"/>
              </a:ext>
            </a:extLst>
          </p:cNvPr>
          <p:cNvGrpSpPr>
            <a:grpSpLocks/>
          </p:cNvGrpSpPr>
          <p:nvPr/>
        </p:nvGrpSpPr>
        <p:grpSpPr bwMode="auto">
          <a:xfrm>
            <a:off x="3729870" y="5053269"/>
            <a:ext cx="452588" cy="398153"/>
            <a:chOff x="2899" y="2425"/>
            <a:chExt cx="319" cy="270"/>
          </a:xfrm>
        </p:grpSpPr>
        <p:sp>
          <p:nvSpPr>
            <p:cNvPr id="249" name="Rectangle 34">
              <a:extLst>
                <a:ext uri="{FF2B5EF4-FFF2-40B4-BE49-F238E27FC236}">
                  <a16:creationId xmlns:a16="http://schemas.microsoft.com/office/drawing/2014/main" id="{C85F8938-221C-6441-94A5-77506E21CEF5}"/>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50" name="Text Box 35">
              <a:extLst>
                <a:ext uri="{FF2B5EF4-FFF2-40B4-BE49-F238E27FC236}">
                  <a16:creationId xmlns:a16="http://schemas.microsoft.com/office/drawing/2014/main" id="{430475AC-A5D0-EF4C-9180-A3E96828AD84}"/>
                </a:ext>
              </a:extLst>
            </p:cNvPr>
            <p:cNvSpPr txBox="1">
              <a:spLocks noChangeArrowheads="1"/>
            </p:cNvSpPr>
            <p:nvPr/>
          </p:nvSpPr>
          <p:spPr bwMode="auto">
            <a:xfrm>
              <a:off x="2899" y="2425"/>
              <a:ext cx="319"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1c</a:t>
              </a:r>
            </a:p>
          </p:txBody>
        </p:sp>
      </p:grpSp>
      <p:sp>
        <p:nvSpPr>
          <p:cNvPr id="162" name="Line 36">
            <a:extLst>
              <a:ext uri="{FF2B5EF4-FFF2-40B4-BE49-F238E27FC236}">
                <a16:creationId xmlns:a16="http://schemas.microsoft.com/office/drawing/2014/main" id="{AF16B8FF-7450-3B46-865A-EC0F92A90E8F}"/>
              </a:ext>
            </a:extLst>
          </p:cNvPr>
          <p:cNvSpPr>
            <a:spLocks noChangeShapeType="1"/>
          </p:cNvSpPr>
          <p:nvPr/>
        </p:nvSpPr>
        <p:spPr bwMode="auto">
          <a:xfrm>
            <a:off x="6347578" y="4971418"/>
            <a:ext cx="449668" cy="14451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63" name="Line 37">
            <a:extLst>
              <a:ext uri="{FF2B5EF4-FFF2-40B4-BE49-F238E27FC236}">
                <a16:creationId xmlns:a16="http://schemas.microsoft.com/office/drawing/2014/main" id="{B705DAC1-A436-FC47-B3A5-64086AE0207E}"/>
              </a:ext>
            </a:extLst>
          </p:cNvPr>
          <p:cNvSpPr>
            <a:spLocks noChangeShapeType="1"/>
          </p:cNvSpPr>
          <p:nvPr/>
        </p:nvSpPr>
        <p:spPr bwMode="auto">
          <a:xfrm>
            <a:off x="6820605" y="4846819"/>
            <a:ext cx="132856" cy="17105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64" name="Line 38">
            <a:extLst>
              <a:ext uri="{FF2B5EF4-FFF2-40B4-BE49-F238E27FC236}">
                <a16:creationId xmlns:a16="http://schemas.microsoft.com/office/drawing/2014/main" id="{B646BCF5-2213-9142-8477-66C7DFEE38E7}"/>
              </a:ext>
            </a:extLst>
          </p:cNvPr>
          <p:cNvSpPr>
            <a:spLocks noChangeShapeType="1"/>
          </p:cNvSpPr>
          <p:nvPr/>
        </p:nvSpPr>
        <p:spPr bwMode="auto">
          <a:xfrm flipV="1">
            <a:off x="6248301" y="4781935"/>
            <a:ext cx="166435" cy="11207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65" name="Freeform 39">
            <a:extLst>
              <a:ext uri="{FF2B5EF4-FFF2-40B4-BE49-F238E27FC236}">
                <a16:creationId xmlns:a16="http://schemas.microsoft.com/office/drawing/2014/main" id="{1A359E4A-1EBE-234F-9DE9-E4FB43E18A2D}"/>
              </a:ext>
            </a:extLst>
          </p:cNvPr>
          <p:cNvSpPr>
            <a:spLocks/>
          </p:cNvSpPr>
          <p:nvPr/>
        </p:nvSpPr>
        <p:spPr bwMode="auto">
          <a:xfrm>
            <a:off x="4233556" y="5716858"/>
            <a:ext cx="385429" cy="120921"/>
          </a:xfrm>
          <a:custGeom>
            <a:avLst/>
            <a:gdLst>
              <a:gd name="T0" fmla="*/ 0 w 264"/>
              <a:gd name="T1" fmla="*/ 82 h 82"/>
              <a:gd name="T2" fmla="*/ 264 w 264"/>
              <a:gd name="T3" fmla="*/ 0 h 82"/>
              <a:gd name="T4" fmla="*/ 0 60000 65536"/>
              <a:gd name="T5" fmla="*/ 0 60000 65536"/>
              <a:gd name="T6" fmla="*/ 0 w 264"/>
              <a:gd name="T7" fmla="*/ 0 h 82"/>
              <a:gd name="T8" fmla="*/ 264 w 264"/>
              <a:gd name="T9" fmla="*/ 82 h 82"/>
            </a:gdLst>
            <a:ahLst/>
            <a:cxnLst>
              <a:cxn ang="T4">
                <a:pos x="T0" y="T1"/>
              </a:cxn>
              <a:cxn ang="T5">
                <a:pos x="T2" y="T3"/>
              </a:cxn>
            </a:cxnLst>
            <a:rect l="T6" t="T7" r="T8" b="T9"/>
            <a:pathLst>
              <a:path w="264" h="82">
                <a:moveTo>
                  <a:pt x="0" y="82"/>
                </a:moveTo>
                <a:lnTo>
                  <a:pt x="264" y="0"/>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66" name="Freeform 40">
            <a:extLst>
              <a:ext uri="{FF2B5EF4-FFF2-40B4-BE49-F238E27FC236}">
                <a16:creationId xmlns:a16="http://schemas.microsoft.com/office/drawing/2014/main" id="{097126F1-D995-444D-8642-03F5F5E0DBAA}"/>
              </a:ext>
            </a:extLst>
          </p:cNvPr>
          <p:cNvSpPr>
            <a:spLocks/>
          </p:cNvSpPr>
          <p:nvPr/>
        </p:nvSpPr>
        <p:spPr bwMode="auto">
          <a:xfrm>
            <a:off x="3561975" y="5663771"/>
            <a:ext cx="221914" cy="174008"/>
          </a:xfrm>
          <a:custGeom>
            <a:avLst/>
            <a:gdLst>
              <a:gd name="T0" fmla="*/ 0 w 152"/>
              <a:gd name="T1" fmla="*/ 0 h 118"/>
              <a:gd name="T2" fmla="*/ 152 w 152"/>
              <a:gd name="T3" fmla="*/ 118 h 118"/>
              <a:gd name="T4" fmla="*/ 0 60000 65536"/>
              <a:gd name="T5" fmla="*/ 0 60000 65536"/>
              <a:gd name="T6" fmla="*/ 0 w 152"/>
              <a:gd name="T7" fmla="*/ 0 h 118"/>
              <a:gd name="T8" fmla="*/ 152 w 152"/>
              <a:gd name="T9" fmla="*/ 118 h 118"/>
            </a:gdLst>
            <a:ahLst/>
            <a:cxnLst>
              <a:cxn ang="T4">
                <a:pos x="T0" y="T1"/>
              </a:cxn>
              <a:cxn ang="T5">
                <a:pos x="T2" y="T3"/>
              </a:cxn>
            </a:cxnLst>
            <a:rect l="T6" t="T7" r="T8" b="T9"/>
            <a:pathLst>
              <a:path w="152" h="118">
                <a:moveTo>
                  <a:pt x="0" y="0"/>
                </a:moveTo>
                <a:lnTo>
                  <a:pt x="152" y="118"/>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67" name="Freeform 41">
            <a:extLst>
              <a:ext uri="{FF2B5EF4-FFF2-40B4-BE49-F238E27FC236}">
                <a16:creationId xmlns:a16="http://schemas.microsoft.com/office/drawing/2014/main" id="{8FA74CA7-BEE7-3E46-BAFF-EC2177B4B95C}"/>
              </a:ext>
            </a:extLst>
          </p:cNvPr>
          <p:cNvSpPr>
            <a:spLocks/>
          </p:cNvSpPr>
          <p:nvPr/>
        </p:nvSpPr>
        <p:spPr bwMode="auto">
          <a:xfrm>
            <a:off x="3743010" y="5560546"/>
            <a:ext cx="823417" cy="120921"/>
          </a:xfrm>
          <a:custGeom>
            <a:avLst/>
            <a:gdLst>
              <a:gd name="T0" fmla="*/ 0 w 564"/>
              <a:gd name="T1" fmla="*/ 0 h 82"/>
              <a:gd name="T2" fmla="*/ 564 w 564"/>
              <a:gd name="T3" fmla="*/ 82 h 82"/>
              <a:gd name="T4" fmla="*/ 0 60000 65536"/>
              <a:gd name="T5" fmla="*/ 0 60000 65536"/>
              <a:gd name="T6" fmla="*/ 0 w 564"/>
              <a:gd name="T7" fmla="*/ 0 h 82"/>
              <a:gd name="T8" fmla="*/ 564 w 564"/>
              <a:gd name="T9" fmla="*/ 82 h 82"/>
            </a:gdLst>
            <a:ahLst/>
            <a:cxnLst>
              <a:cxn ang="T4">
                <a:pos x="T0" y="T1"/>
              </a:cxn>
              <a:cxn ang="T5">
                <a:pos x="T2" y="T3"/>
              </a:cxn>
            </a:cxnLst>
            <a:rect l="T6" t="T7" r="T8" b="T9"/>
            <a:pathLst>
              <a:path w="564" h="82">
                <a:moveTo>
                  <a:pt x="0" y="0"/>
                </a:moveTo>
                <a:lnTo>
                  <a:pt x="564" y="82"/>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68" name="Freeform 42">
            <a:extLst>
              <a:ext uri="{FF2B5EF4-FFF2-40B4-BE49-F238E27FC236}">
                <a16:creationId xmlns:a16="http://schemas.microsoft.com/office/drawing/2014/main" id="{A5B0DFEC-B8A9-C34F-94A0-A4E2936DD8A8}"/>
              </a:ext>
            </a:extLst>
          </p:cNvPr>
          <p:cNvSpPr>
            <a:spLocks/>
          </p:cNvSpPr>
          <p:nvPr/>
        </p:nvSpPr>
        <p:spPr bwMode="auto">
          <a:xfrm>
            <a:off x="3652492" y="5321654"/>
            <a:ext cx="110957" cy="138616"/>
          </a:xfrm>
          <a:custGeom>
            <a:avLst/>
            <a:gdLst>
              <a:gd name="T0" fmla="*/ 0 w 76"/>
              <a:gd name="T1" fmla="*/ 94 h 94"/>
              <a:gd name="T2" fmla="*/ 76 w 76"/>
              <a:gd name="T3" fmla="*/ 0 h 94"/>
              <a:gd name="T4" fmla="*/ 0 60000 65536"/>
              <a:gd name="T5" fmla="*/ 0 60000 65536"/>
              <a:gd name="T6" fmla="*/ 0 w 76"/>
              <a:gd name="T7" fmla="*/ 0 h 94"/>
              <a:gd name="T8" fmla="*/ 76 w 76"/>
              <a:gd name="T9" fmla="*/ 94 h 94"/>
            </a:gdLst>
            <a:ahLst/>
            <a:cxnLst>
              <a:cxn ang="T4">
                <a:pos x="T0" y="T1"/>
              </a:cxn>
              <a:cxn ang="T5">
                <a:pos x="T2" y="T3"/>
              </a:cxn>
            </a:cxnLst>
            <a:rect l="T6" t="T7" r="T8" b="T9"/>
            <a:pathLst>
              <a:path w="76" h="94">
                <a:moveTo>
                  <a:pt x="0" y="94"/>
                </a:moveTo>
                <a:lnTo>
                  <a:pt x="76" y="0"/>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69" name="Freeform 43">
            <a:extLst>
              <a:ext uri="{FF2B5EF4-FFF2-40B4-BE49-F238E27FC236}">
                <a16:creationId xmlns:a16="http://schemas.microsoft.com/office/drawing/2014/main" id="{698BCEC3-16FB-314C-831F-6D55ED13B108}"/>
              </a:ext>
            </a:extLst>
          </p:cNvPr>
          <p:cNvSpPr>
            <a:spLocks/>
          </p:cNvSpPr>
          <p:nvPr/>
        </p:nvSpPr>
        <p:spPr bwMode="auto">
          <a:xfrm>
            <a:off x="2446565" y="4767189"/>
            <a:ext cx="367910" cy="168109"/>
          </a:xfrm>
          <a:custGeom>
            <a:avLst/>
            <a:gdLst>
              <a:gd name="T0" fmla="*/ 0 w 252"/>
              <a:gd name="T1" fmla="*/ 114 h 114"/>
              <a:gd name="T2" fmla="*/ 252 w 252"/>
              <a:gd name="T3" fmla="*/ 0 h 114"/>
              <a:gd name="T4" fmla="*/ 0 60000 65536"/>
              <a:gd name="T5" fmla="*/ 0 60000 65536"/>
              <a:gd name="T6" fmla="*/ 0 w 252"/>
              <a:gd name="T7" fmla="*/ 0 h 114"/>
              <a:gd name="T8" fmla="*/ 252 w 252"/>
              <a:gd name="T9" fmla="*/ 114 h 114"/>
            </a:gdLst>
            <a:ahLst/>
            <a:cxnLst>
              <a:cxn ang="T4">
                <a:pos x="T0" y="T1"/>
              </a:cxn>
              <a:cxn ang="T5">
                <a:pos x="T2" y="T3"/>
              </a:cxn>
            </a:cxnLst>
            <a:rect l="T6" t="T7" r="T8" b="T9"/>
            <a:pathLst>
              <a:path w="252" h="114">
                <a:moveTo>
                  <a:pt x="0" y="114"/>
                </a:moveTo>
                <a:lnTo>
                  <a:pt x="252" y="0"/>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70" name="Freeform 44">
            <a:extLst>
              <a:ext uri="{FF2B5EF4-FFF2-40B4-BE49-F238E27FC236}">
                <a16:creationId xmlns:a16="http://schemas.microsoft.com/office/drawing/2014/main" id="{8CB7EA9B-46A2-DA43-BD84-E5E548E767A3}"/>
              </a:ext>
            </a:extLst>
          </p:cNvPr>
          <p:cNvSpPr>
            <a:spLocks/>
          </p:cNvSpPr>
          <p:nvPr/>
        </p:nvSpPr>
        <p:spPr bwMode="auto">
          <a:xfrm>
            <a:off x="3083108" y="4855667"/>
            <a:ext cx="648222" cy="380458"/>
          </a:xfrm>
          <a:custGeom>
            <a:avLst/>
            <a:gdLst>
              <a:gd name="T0" fmla="*/ 0 w 444"/>
              <a:gd name="T1" fmla="*/ 0 h 258"/>
              <a:gd name="T2" fmla="*/ 444 w 444"/>
              <a:gd name="T3" fmla="*/ 258 h 258"/>
              <a:gd name="T4" fmla="*/ 0 60000 65536"/>
              <a:gd name="T5" fmla="*/ 0 60000 65536"/>
              <a:gd name="T6" fmla="*/ 0 w 444"/>
              <a:gd name="T7" fmla="*/ 0 h 258"/>
              <a:gd name="T8" fmla="*/ 444 w 444"/>
              <a:gd name="T9" fmla="*/ 258 h 258"/>
            </a:gdLst>
            <a:ahLst/>
            <a:cxnLst>
              <a:cxn ang="T4">
                <a:pos x="T0" y="T1"/>
              </a:cxn>
              <a:cxn ang="T5">
                <a:pos x="T2" y="T3"/>
              </a:cxn>
            </a:cxnLst>
            <a:rect l="T6" t="T7" r="T8" b="T9"/>
            <a:pathLst>
              <a:path w="444" h="258">
                <a:moveTo>
                  <a:pt x="0" y="0"/>
                </a:moveTo>
                <a:lnTo>
                  <a:pt x="444" y="258"/>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71" name="Freeform 45">
            <a:extLst>
              <a:ext uri="{FF2B5EF4-FFF2-40B4-BE49-F238E27FC236}">
                <a16:creationId xmlns:a16="http://schemas.microsoft.com/office/drawing/2014/main" id="{7D4FB268-A169-0F4B-9C84-1ACD0524121A}"/>
              </a:ext>
            </a:extLst>
          </p:cNvPr>
          <p:cNvSpPr>
            <a:spLocks/>
          </p:cNvSpPr>
          <p:nvPr/>
        </p:nvSpPr>
        <p:spPr bwMode="auto">
          <a:xfrm>
            <a:off x="5016095" y="5029675"/>
            <a:ext cx="954814" cy="619350"/>
          </a:xfrm>
          <a:custGeom>
            <a:avLst/>
            <a:gdLst>
              <a:gd name="T0" fmla="*/ 0 w 654"/>
              <a:gd name="T1" fmla="*/ 420 h 420"/>
              <a:gd name="T2" fmla="*/ 654 w 654"/>
              <a:gd name="T3" fmla="*/ 0 h 420"/>
              <a:gd name="T4" fmla="*/ 0 60000 65536"/>
              <a:gd name="T5" fmla="*/ 0 60000 65536"/>
              <a:gd name="T6" fmla="*/ 0 w 654"/>
              <a:gd name="T7" fmla="*/ 0 h 420"/>
              <a:gd name="T8" fmla="*/ 654 w 654"/>
              <a:gd name="T9" fmla="*/ 420 h 420"/>
            </a:gdLst>
            <a:ahLst/>
            <a:cxnLst>
              <a:cxn ang="T4">
                <a:pos x="T0" y="T1"/>
              </a:cxn>
              <a:cxn ang="T5">
                <a:pos x="T2" y="T3"/>
              </a:cxn>
            </a:cxnLst>
            <a:rect l="T6" t="T7" r="T8" b="T9"/>
            <a:pathLst>
              <a:path w="654" h="420">
                <a:moveTo>
                  <a:pt x="0" y="420"/>
                </a:moveTo>
                <a:lnTo>
                  <a:pt x="654" y="0"/>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72" name="Oval 46">
            <a:extLst>
              <a:ext uri="{FF2B5EF4-FFF2-40B4-BE49-F238E27FC236}">
                <a16:creationId xmlns:a16="http://schemas.microsoft.com/office/drawing/2014/main" id="{77EAE8E4-EF1C-944D-B5DF-947BBACAF6BC}"/>
              </a:ext>
            </a:extLst>
          </p:cNvPr>
          <p:cNvSpPr>
            <a:spLocks noChangeArrowheads="1"/>
          </p:cNvSpPr>
          <p:nvPr/>
        </p:nvSpPr>
        <p:spPr bwMode="auto">
          <a:xfrm>
            <a:off x="5890611" y="4936773"/>
            <a:ext cx="456967" cy="12092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73" name="Line 47">
            <a:extLst>
              <a:ext uri="{FF2B5EF4-FFF2-40B4-BE49-F238E27FC236}">
                <a16:creationId xmlns:a16="http://schemas.microsoft.com/office/drawing/2014/main" id="{7605033D-73A1-924E-99FE-EDD6125246F5}"/>
              </a:ext>
            </a:extLst>
          </p:cNvPr>
          <p:cNvSpPr>
            <a:spLocks noChangeShapeType="1"/>
          </p:cNvSpPr>
          <p:nvPr/>
        </p:nvSpPr>
        <p:spPr bwMode="auto">
          <a:xfrm>
            <a:off x="5890611" y="4924975"/>
            <a:ext cx="0" cy="737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74" name="Line 48">
            <a:extLst>
              <a:ext uri="{FF2B5EF4-FFF2-40B4-BE49-F238E27FC236}">
                <a16:creationId xmlns:a16="http://schemas.microsoft.com/office/drawing/2014/main" id="{DBC0B4AB-D0E3-C74F-9785-E25E20C244C4}"/>
              </a:ext>
            </a:extLst>
          </p:cNvPr>
          <p:cNvSpPr>
            <a:spLocks noChangeShapeType="1"/>
          </p:cNvSpPr>
          <p:nvPr/>
        </p:nvSpPr>
        <p:spPr bwMode="auto">
          <a:xfrm>
            <a:off x="6347578" y="4924975"/>
            <a:ext cx="0" cy="737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75" name="Rectangle 49">
            <a:extLst>
              <a:ext uri="{FF2B5EF4-FFF2-40B4-BE49-F238E27FC236}">
                <a16:creationId xmlns:a16="http://schemas.microsoft.com/office/drawing/2014/main" id="{592A5C53-BD83-384A-9C2D-08CEEB785BC8}"/>
              </a:ext>
            </a:extLst>
          </p:cNvPr>
          <p:cNvSpPr>
            <a:spLocks noChangeArrowheads="1"/>
          </p:cNvSpPr>
          <p:nvPr/>
        </p:nvSpPr>
        <p:spPr bwMode="auto">
          <a:xfrm>
            <a:off x="5890611" y="4924975"/>
            <a:ext cx="452588" cy="737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176" name="Oval 50">
            <a:extLst>
              <a:ext uri="{FF2B5EF4-FFF2-40B4-BE49-F238E27FC236}">
                <a16:creationId xmlns:a16="http://schemas.microsoft.com/office/drawing/2014/main" id="{5D02A58E-4F5A-EC40-B29A-0D5700D169BA}"/>
              </a:ext>
            </a:extLst>
          </p:cNvPr>
          <p:cNvSpPr>
            <a:spLocks noChangeArrowheads="1"/>
          </p:cNvSpPr>
          <p:nvPr/>
        </p:nvSpPr>
        <p:spPr bwMode="auto">
          <a:xfrm>
            <a:off x="5886231" y="4837972"/>
            <a:ext cx="456967" cy="14009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77" name="Rectangle 51">
            <a:extLst>
              <a:ext uri="{FF2B5EF4-FFF2-40B4-BE49-F238E27FC236}">
                <a16:creationId xmlns:a16="http://schemas.microsoft.com/office/drawing/2014/main" id="{A8B4ED51-5EBD-7A42-A070-7C85A13AFB2E}"/>
              </a:ext>
            </a:extLst>
          </p:cNvPr>
          <p:cNvSpPr>
            <a:spLocks noChangeArrowheads="1"/>
          </p:cNvSpPr>
          <p:nvPr/>
        </p:nvSpPr>
        <p:spPr bwMode="auto">
          <a:xfrm>
            <a:off x="6013247" y="4857142"/>
            <a:ext cx="205854" cy="179906"/>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78" name="Text Box 52">
            <a:extLst>
              <a:ext uri="{FF2B5EF4-FFF2-40B4-BE49-F238E27FC236}">
                <a16:creationId xmlns:a16="http://schemas.microsoft.com/office/drawing/2014/main" id="{6864AE40-C653-554F-B5F5-7FCE890517DF}"/>
              </a:ext>
            </a:extLst>
          </p:cNvPr>
          <p:cNvSpPr txBox="1">
            <a:spLocks noChangeArrowheads="1"/>
          </p:cNvSpPr>
          <p:nvPr/>
        </p:nvSpPr>
        <p:spPr bwMode="auto">
          <a:xfrm>
            <a:off x="5887691" y="4761290"/>
            <a:ext cx="467187" cy="3966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2a</a:t>
            </a:r>
            <a:endParaRPr lang="en-US" kern="0" dirty="0">
              <a:solidFill>
                <a:srgbClr val="000000"/>
              </a:solidFill>
            </a:endParaRPr>
          </a:p>
        </p:txBody>
      </p:sp>
      <p:sp>
        <p:nvSpPr>
          <p:cNvPr id="179" name="Text Box 53">
            <a:extLst>
              <a:ext uri="{FF2B5EF4-FFF2-40B4-BE49-F238E27FC236}">
                <a16:creationId xmlns:a16="http://schemas.microsoft.com/office/drawing/2014/main" id="{9674ED05-1E44-A445-B61A-D179B03704BB}"/>
              </a:ext>
            </a:extLst>
          </p:cNvPr>
          <p:cNvSpPr txBox="1">
            <a:spLocks noChangeArrowheads="1"/>
          </p:cNvSpPr>
          <p:nvPr/>
        </p:nvSpPr>
        <p:spPr bwMode="auto">
          <a:xfrm>
            <a:off x="1840470" y="5215261"/>
            <a:ext cx="665742" cy="3966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0" fontAlgn="base" hangingPunct="0">
              <a:spcBef>
                <a:spcPct val="0"/>
              </a:spcBef>
              <a:spcAft>
                <a:spcPct val="0"/>
              </a:spcAft>
              <a:defRPr/>
            </a:pPr>
            <a:r>
              <a:rPr lang="en-US" sz="2000" kern="0" dirty="0">
                <a:solidFill>
                  <a:srgbClr val="000000"/>
                </a:solidFill>
              </a:rPr>
              <a:t>AS3</a:t>
            </a:r>
            <a:endParaRPr lang="en-US" sz="1800" kern="0" dirty="0">
              <a:solidFill>
                <a:srgbClr val="000000"/>
              </a:solidFill>
            </a:endParaRPr>
          </a:p>
        </p:txBody>
      </p:sp>
      <p:sp>
        <p:nvSpPr>
          <p:cNvPr id="180" name="Text Box 54">
            <a:extLst>
              <a:ext uri="{FF2B5EF4-FFF2-40B4-BE49-F238E27FC236}">
                <a16:creationId xmlns:a16="http://schemas.microsoft.com/office/drawing/2014/main" id="{005A3212-FAC4-D446-8E0A-533A16ECE775}"/>
              </a:ext>
            </a:extLst>
          </p:cNvPr>
          <p:cNvSpPr txBox="1">
            <a:spLocks noChangeArrowheads="1"/>
          </p:cNvSpPr>
          <p:nvPr/>
        </p:nvSpPr>
        <p:spPr bwMode="auto">
          <a:xfrm>
            <a:off x="5345452" y="5839068"/>
            <a:ext cx="665742" cy="3966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0" fontAlgn="base" hangingPunct="0">
              <a:spcBef>
                <a:spcPct val="0"/>
              </a:spcBef>
              <a:spcAft>
                <a:spcPct val="0"/>
              </a:spcAft>
              <a:defRPr/>
            </a:pPr>
            <a:r>
              <a:rPr lang="en-US" sz="2000" kern="0" dirty="0">
                <a:solidFill>
                  <a:srgbClr val="000000"/>
                </a:solidFill>
              </a:rPr>
              <a:t>AS1</a:t>
            </a:r>
            <a:endParaRPr lang="en-US" sz="1800" kern="0" dirty="0">
              <a:solidFill>
                <a:srgbClr val="000000"/>
              </a:solidFill>
            </a:endParaRPr>
          </a:p>
        </p:txBody>
      </p:sp>
      <p:sp>
        <p:nvSpPr>
          <p:cNvPr id="181" name="Text Box 55">
            <a:extLst>
              <a:ext uri="{FF2B5EF4-FFF2-40B4-BE49-F238E27FC236}">
                <a16:creationId xmlns:a16="http://schemas.microsoft.com/office/drawing/2014/main" id="{7DE50C34-9B18-1849-8D31-CE3E7E2F0717}"/>
              </a:ext>
            </a:extLst>
          </p:cNvPr>
          <p:cNvSpPr txBox="1">
            <a:spLocks noChangeArrowheads="1"/>
          </p:cNvSpPr>
          <p:nvPr/>
        </p:nvSpPr>
        <p:spPr bwMode="auto">
          <a:xfrm>
            <a:off x="7116511" y="5463035"/>
            <a:ext cx="616103" cy="368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0" fontAlgn="base" hangingPunct="0">
              <a:spcBef>
                <a:spcPct val="0"/>
              </a:spcBef>
              <a:spcAft>
                <a:spcPct val="0"/>
              </a:spcAft>
              <a:defRPr/>
            </a:pPr>
            <a:r>
              <a:rPr lang="en-US" sz="1800" kern="0" dirty="0">
                <a:solidFill>
                  <a:srgbClr val="000000"/>
                </a:solidFill>
              </a:rPr>
              <a:t>AS2</a:t>
            </a:r>
          </a:p>
        </p:txBody>
      </p:sp>
      <p:sp>
        <p:nvSpPr>
          <p:cNvPr id="182" name="Oval 56">
            <a:extLst>
              <a:ext uri="{FF2B5EF4-FFF2-40B4-BE49-F238E27FC236}">
                <a16:creationId xmlns:a16="http://schemas.microsoft.com/office/drawing/2014/main" id="{4CAC6F24-F619-7E4B-9E0A-AF6FB0ECB08F}"/>
              </a:ext>
            </a:extLst>
          </p:cNvPr>
          <p:cNvSpPr>
            <a:spLocks noChangeArrowheads="1"/>
          </p:cNvSpPr>
          <p:nvPr/>
        </p:nvSpPr>
        <p:spPr bwMode="auto">
          <a:xfrm>
            <a:off x="3280202" y="5545800"/>
            <a:ext cx="456967" cy="119446"/>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83" name="Line 57">
            <a:extLst>
              <a:ext uri="{FF2B5EF4-FFF2-40B4-BE49-F238E27FC236}">
                <a16:creationId xmlns:a16="http://schemas.microsoft.com/office/drawing/2014/main" id="{37706C00-5AFA-4E4F-AEE2-E86CBA64F507}"/>
              </a:ext>
            </a:extLst>
          </p:cNvPr>
          <p:cNvSpPr>
            <a:spLocks noChangeShapeType="1"/>
          </p:cNvSpPr>
          <p:nvPr/>
        </p:nvSpPr>
        <p:spPr bwMode="auto">
          <a:xfrm>
            <a:off x="3280202" y="5535477"/>
            <a:ext cx="0" cy="737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84" name="Line 58">
            <a:extLst>
              <a:ext uri="{FF2B5EF4-FFF2-40B4-BE49-F238E27FC236}">
                <a16:creationId xmlns:a16="http://schemas.microsoft.com/office/drawing/2014/main" id="{F53BFE68-5413-9042-B5B8-E870B9DF06EF}"/>
              </a:ext>
            </a:extLst>
          </p:cNvPr>
          <p:cNvSpPr>
            <a:spLocks noChangeShapeType="1"/>
          </p:cNvSpPr>
          <p:nvPr/>
        </p:nvSpPr>
        <p:spPr bwMode="auto">
          <a:xfrm>
            <a:off x="3738630" y="5535477"/>
            <a:ext cx="0" cy="737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85" name="Rectangle 59">
            <a:extLst>
              <a:ext uri="{FF2B5EF4-FFF2-40B4-BE49-F238E27FC236}">
                <a16:creationId xmlns:a16="http://schemas.microsoft.com/office/drawing/2014/main" id="{E66B86FC-0EE6-A646-BA10-BADF35B023EA}"/>
              </a:ext>
            </a:extLst>
          </p:cNvPr>
          <p:cNvSpPr>
            <a:spLocks noChangeArrowheads="1"/>
          </p:cNvSpPr>
          <p:nvPr/>
        </p:nvSpPr>
        <p:spPr bwMode="auto">
          <a:xfrm>
            <a:off x="3280202" y="5535477"/>
            <a:ext cx="452588" cy="6930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186" name="Oval 60">
            <a:extLst>
              <a:ext uri="{FF2B5EF4-FFF2-40B4-BE49-F238E27FC236}">
                <a16:creationId xmlns:a16="http://schemas.microsoft.com/office/drawing/2014/main" id="{E2C4F48E-C2B7-F040-A479-AD3AA9552BB4}"/>
              </a:ext>
            </a:extLst>
          </p:cNvPr>
          <p:cNvSpPr>
            <a:spLocks noChangeArrowheads="1"/>
          </p:cNvSpPr>
          <p:nvPr/>
        </p:nvSpPr>
        <p:spPr bwMode="auto">
          <a:xfrm>
            <a:off x="3275822" y="5455847"/>
            <a:ext cx="456967" cy="141566"/>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87" name="Rectangle 61">
            <a:extLst>
              <a:ext uri="{FF2B5EF4-FFF2-40B4-BE49-F238E27FC236}">
                <a16:creationId xmlns:a16="http://schemas.microsoft.com/office/drawing/2014/main" id="{782B4D58-3187-1646-B67F-4472AD6DF18D}"/>
              </a:ext>
            </a:extLst>
          </p:cNvPr>
          <p:cNvSpPr>
            <a:spLocks noChangeArrowheads="1"/>
          </p:cNvSpPr>
          <p:nvPr/>
        </p:nvSpPr>
        <p:spPr bwMode="auto">
          <a:xfrm>
            <a:off x="3399919" y="5494187"/>
            <a:ext cx="207314" cy="141566"/>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88" name="Text Box 62">
            <a:extLst>
              <a:ext uri="{FF2B5EF4-FFF2-40B4-BE49-F238E27FC236}">
                <a16:creationId xmlns:a16="http://schemas.microsoft.com/office/drawing/2014/main" id="{CEC455E8-C4B8-6444-936D-9F9CEE323826}"/>
              </a:ext>
            </a:extLst>
          </p:cNvPr>
          <p:cNvSpPr txBox="1">
            <a:spLocks noChangeArrowheads="1"/>
          </p:cNvSpPr>
          <p:nvPr/>
        </p:nvSpPr>
        <p:spPr bwMode="auto">
          <a:xfrm>
            <a:off x="3280202" y="5367368"/>
            <a:ext cx="467187" cy="3966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1a</a:t>
            </a:r>
            <a:endParaRPr lang="en-US" kern="0" dirty="0">
              <a:solidFill>
                <a:srgbClr val="000000"/>
              </a:solidFill>
            </a:endParaRPr>
          </a:p>
        </p:txBody>
      </p:sp>
      <p:grpSp>
        <p:nvGrpSpPr>
          <p:cNvPr id="189" name="Group 63">
            <a:extLst>
              <a:ext uri="{FF2B5EF4-FFF2-40B4-BE49-F238E27FC236}">
                <a16:creationId xmlns:a16="http://schemas.microsoft.com/office/drawing/2014/main" id="{8B168416-DE6F-9546-A33D-5DC186D755BF}"/>
              </a:ext>
            </a:extLst>
          </p:cNvPr>
          <p:cNvGrpSpPr>
            <a:grpSpLocks/>
          </p:cNvGrpSpPr>
          <p:nvPr/>
        </p:nvGrpSpPr>
        <p:grpSpPr bwMode="auto">
          <a:xfrm>
            <a:off x="6394297" y="4593181"/>
            <a:ext cx="461347" cy="396679"/>
            <a:chOff x="4320" y="1936"/>
            <a:chExt cx="316" cy="269"/>
          </a:xfrm>
        </p:grpSpPr>
        <p:sp>
          <p:nvSpPr>
            <p:cNvPr id="242" name="Oval 64">
              <a:extLst>
                <a:ext uri="{FF2B5EF4-FFF2-40B4-BE49-F238E27FC236}">
                  <a16:creationId xmlns:a16="http://schemas.microsoft.com/office/drawing/2014/main" id="{17477FF4-6D5F-744F-A7C6-65D539FF25C9}"/>
                </a:ext>
              </a:extLst>
            </p:cNvPr>
            <p:cNvSpPr>
              <a:spLocks noChangeArrowheads="1"/>
            </p:cNvSpPr>
            <p:nvPr/>
          </p:nvSpPr>
          <p:spPr bwMode="auto">
            <a:xfrm>
              <a:off x="4323" y="2054"/>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43" name="Line 65">
              <a:extLst>
                <a:ext uri="{FF2B5EF4-FFF2-40B4-BE49-F238E27FC236}">
                  <a16:creationId xmlns:a16="http://schemas.microsoft.com/office/drawing/2014/main" id="{7681775B-D11F-204C-B161-6FEDD638731C}"/>
                </a:ext>
              </a:extLst>
            </p:cNvPr>
            <p:cNvSpPr>
              <a:spLocks noChangeShapeType="1"/>
            </p:cNvSpPr>
            <p:nvPr/>
          </p:nvSpPr>
          <p:spPr bwMode="auto">
            <a:xfrm>
              <a:off x="4323" y="2047"/>
              <a:ext cx="0" cy="5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44" name="Line 66">
              <a:extLst>
                <a:ext uri="{FF2B5EF4-FFF2-40B4-BE49-F238E27FC236}">
                  <a16:creationId xmlns:a16="http://schemas.microsoft.com/office/drawing/2014/main" id="{C9C1462B-D75D-9043-BD36-C8666A0E3E76}"/>
                </a:ext>
              </a:extLst>
            </p:cNvPr>
            <p:cNvSpPr>
              <a:spLocks noChangeShapeType="1"/>
            </p:cNvSpPr>
            <p:nvPr/>
          </p:nvSpPr>
          <p:spPr bwMode="auto">
            <a:xfrm>
              <a:off x="4636" y="2047"/>
              <a:ext cx="0" cy="5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45" name="Rectangle 67">
              <a:extLst>
                <a:ext uri="{FF2B5EF4-FFF2-40B4-BE49-F238E27FC236}">
                  <a16:creationId xmlns:a16="http://schemas.microsoft.com/office/drawing/2014/main" id="{D2A31C20-F821-2245-A13A-E48BBF035C90}"/>
                </a:ext>
              </a:extLst>
            </p:cNvPr>
            <p:cNvSpPr>
              <a:spLocks noChangeArrowheads="1"/>
            </p:cNvSpPr>
            <p:nvPr/>
          </p:nvSpPr>
          <p:spPr bwMode="auto">
            <a:xfrm>
              <a:off x="4323" y="2047"/>
              <a:ext cx="310" cy="51"/>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246" name="Oval 68">
              <a:extLst>
                <a:ext uri="{FF2B5EF4-FFF2-40B4-BE49-F238E27FC236}">
                  <a16:creationId xmlns:a16="http://schemas.microsoft.com/office/drawing/2014/main" id="{E3B56467-2A6B-814A-A9D2-32B39DA9E2D8}"/>
                </a:ext>
              </a:extLst>
            </p:cNvPr>
            <p:cNvSpPr>
              <a:spLocks noChangeArrowheads="1"/>
            </p:cNvSpPr>
            <p:nvPr/>
          </p:nvSpPr>
          <p:spPr bwMode="auto">
            <a:xfrm>
              <a:off x="4320" y="1988"/>
              <a:ext cx="313" cy="97"/>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47" name="Rectangle 69">
              <a:extLst>
                <a:ext uri="{FF2B5EF4-FFF2-40B4-BE49-F238E27FC236}">
                  <a16:creationId xmlns:a16="http://schemas.microsoft.com/office/drawing/2014/main" id="{4CCA8E7D-2AA0-DB42-8739-0E698AF3EF16}"/>
                </a:ext>
              </a:extLst>
            </p:cNvPr>
            <p:cNvSpPr>
              <a:spLocks noChangeArrowheads="1"/>
            </p:cNvSpPr>
            <p:nvPr/>
          </p:nvSpPr>
          <p:spPr bwMode="auto">
            <a:xfrm>
              <a:off x="4407" y="2001"/>
              <a:ext cx="141" cy="11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48" name="Text Box 70">
              <a:extLst>
                <a:ext uri="{FF2B5EF4-FFF2-40B4-BE49-F238E27FC236}">
                  <a16:creationId xmlns:a16="http://schemas.microsoft.com/office/drawing/2014/main" id="{B0E12A9A-8AC6-2C4B-B109-A569883BDF8B}"/>
                </a:ext>
              </a:extLst>
            </p:cNvPr>
            <p:cNvSpPr txBox="1">
              <a:spLocks noChangeArrowheads="1"/>
            </p:cNvSpPr>
            <p:nvPr/>
          </p:nvSpPr>
          <p:spPr bwMode="auto">
            <a:xfrm>
              <a:off x="4325" y="1936"/>
              <a:ext cx="310"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2c</a:t>
              </a:r>
              <a:endParaRPr lang="en-US" kern="0" dirty="0">
                <a:solidFill>
                  <a:srgbClr val="000000"/>
                </a:solidFill>
              </a:endParaRPr>
            </a:p>
          </p:txBody>
        </p:sp>
      </p:grpSp>
      <p:grpSp>
        <p:nvGrpSpPr>
          <p:cNvPr id="190" name="Group 71">
            <a:extLst>
              <a:ext uri="{FF2B5EF4-FFF2-40B4-BE49-F238E27FC236}">
                <a16:creationId xmlns:a16="http://schemas.microsoft.com/office/drawing/2014/main" id="{21E7E3D0-5FA0-9646-84AD-FC33AA41FD3A}"/>
              </a:ext>
            </a:extLst>
          </p:cNvPr>
          <p:cNvGrpSpPr>
            <a:grpSpLocks/>
          </p:cNvGrpSpPr>
          <p:nvPr/>
        </p:nvGrpSpPr>
        <p:grpSpPr bwMode="auto">
          <a:xfrm>
            <a:off x="6797246" y="4920552"/>
            <a:ext cx="468647" cy="396679"/>
            <a:chOff x="4596" y="2158"/>
            <a:chExt cx="321" cy="269"/>
          </a:xfrm>
        </p:grpSpPr>
        <p:sp>
          <p:nvSpPr>
            <p:cNvPr id="235" name="Oval 72">
              <a:extLst>
                <a:ext uri="{FF2B5EF4-FFF2-40B4-BE49-F238E27FC236}">
                  <a16:creationId xmlns:a16="http://schemas.microsoft.com/office/drawing/2014/main" id="{5608D056-551C-0B44-A60B-A3E90AFB7DFB}"/>
                </a:ext>
              </a:extLst>
            </p:cNvPr>
            <p:cNvSpPr>
              <a:spLocks noChangeArrowheads="1"/>
            </p:cNvSpPr>
            <p:nvPr/>
          </p:nvSpPr>
          <p:spPr bwMode="auto">
            <a:xfrm>
              <a:off x="4599" y="2276"/>
              <a:ext cx="311"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36" name="Line 73">
              <a:extLst>
                <a:ext uri="{FF2B5EF4-FFF2-40B4-BE49-F238E27FC236}">
                  <a16:creationId xmlns:a16="http://schemas.microsoft.com/office/drawing/2014/main" id="{FA977711-B8B6-4247-BDAB-A3001746C4D4}"/>
                </a:ext>
              </a:extLst>
            </p:cNvPr>
            <p:cNvSpPr>
              <a:spLocks noChangeShapeType="1"/>
            </p:cNvSpPr>
            <p:nvPr/>
          </p:nvSpPr>
          <p:spPr bwMode="auto">
            <a:xfrm>
              <a:off x="4599" y="2269"/>
              <a:ext cx="0" cy="5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37" name="Line 74">
              <a:extLst>
                <a:ext uri="{FF2B5EF4-FFF2-40B4-BE49-F238E27FC236}">
                  <a16:creationId xmlns:a16="http://schemas.microsoft.com/office/drawing/2014/main" id="{6CA75CE1-2E8D-0F48-8641-8C18C90BD88D}"/>
                </a:ext>
              </a:extLst>
            </p:cNvPr>
            <p:cNvSpPr>
              <a:spLocks noChangeShapeType="1"/>
            </p:cNvSpPr>
            <p:nvPr/>
          </p:nvSpPr>
          <p:spPr bwMode="auto">
            <a:xfrm>
              <a:off x="4910" y="2269"/>
              <a:ext cx="0" cy="5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38" name="Rectangle 75">
              <a:extLst>
                <a:ext uri="{FF2B5EF4-FFF2-40B4-BE49-F238E27FC236}">
                  <a16:creationId xmlns:a16="http://schemas.microsoft.com/office/drawing/2014/main" id="{4ED73E8C-48F2-3A4F-B322-2CCB3CBA0862}"/>
                </a:ext>
              </a:extLst>
            </p:cNvPr>
            <p:cNvSpPr>
              <a:spLocks noChangeArrowheads="1"/>
            </p:cNvSpPr>
            <p:nvPr/>
          </p:nvSpPr>
          <p:spPr bwMode="auto">
            <a:xfrm>
              <a:off x="4599" y="2269"/>
              <a:ext cx="310" cy="51"/>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239" name="Oval 76">
              <a:extLst>
                <a:ext uri="{FF2B5EF4-FFF2-40B4-BE49-F238E27FC236}">
                  <a16:creationId xmlns:a16="http://schemas.microsoft.com/office/drawing/2014/main" id="{6345CAD2-BEAC-0E49-9C80-9EB68603FE17}"/>
                </a:ext>
              </a:extLst>
            </p:cNvPr>
            <p:cNvSpPr>
              <a:spLocks noChangeArrowheads="1"/>
            </p:cNvSpPr>
            <p:nvPr/>
          </p:nvSpPr>
          <p:spPr bwMode="auto">
            <a:xfrm>
              <a:off x="4596" y="2208"/>
              <a:ext cx="313" cy="97"/>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40" name="Rectangle 77">
              <a:extLst>
                <a:ext uri="{FF2B5EF4-FFF2-40B4-BE49-F238E27FC236}">
                  <a16:creationId xmlns:a16="http://schemas.microsoft.com/office/drawing/2014/main" id="{E1F2376F-3613-4042-A35F-DEE5F89C6C4C}"/>
                </a:ext>
              </a:extLst>
            </p:cNvPr>
            <p:cNvSpPr>
              <a:spLocks noChangeArrowheads="1"/>
            </p:cNvSpPr>
            <p:nvPr/>
          </p:nvSpPr>
          <p:spPr bwMode="auto">
            <a:xfrm>
              <a:off x="4683" y="2221"/>
              <a:ext cx="141" cy="11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41" name="Text Box 78">
              <a:extLst>
                <a:ext uri="{FF2B5EF4-FFF2-40B4-BE49-F238E27FC236}">
                  <a16:creationId xmlns:a16="http://schemas.microsoft.com/office/drawing/2014/main" id="{7C2657A7-4F00-3C45-AD0D-9FB7A649BB45}"/>
                </a:ext>
              </a:extLst>
            </p:cNvPr>
            <p:cNvSpPr txBox="1">
              <a:spLocks noChangeArrowheads="1"/>
            </p:cNvSpPr>
            <p:nvPr/>
          </p:nvSpPr>
          <p:spPr bwMode="auto">
            <a:xfrm>
              <a:off x="4598" y="2158"/>
              <a:ext cx="319"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2b</a:t>
              </a:r>
              <a:endParaRPr lang="en-US" kern="0" dirty="0">
                <a:solidFill>
                  <a:srgbClr val="000000"/>
                </a:solidFill>
              </a:endParaRPr>
            </a:p>
          </p:txBody>
        </p:sp>
      </p:grpSp>
      <p:grpSp>
        <p:nvGrpSpPr>
          <p:cNvPr id="191" name="Group 79">
            <a:extLst>
              <a:ext uri="{FF2B5EF4-FFF2-40B4-BE49-F238E27FC236}">
                <a16:creationId xmlns:a16="http://schemas.microsoft.com/office/drawing/2014/main" id="{46AC6AA7-B51A-F140-B460-7AA4784A8771}"/>
              </a:ext>
            </a:extLst>
          </p:cNvPr>
          <p:cNvGrpSpPr>
            <a:grpSpLocks/>
          </p:cNvGrpSpPr>
          <p:nvPr/>
        </p:nvGrpSpPr>
        <p:grpSpPr bwMode="auto">
          <a:xfrm>
            <a:off x="4562047" y="5466169"/>
            <a:ext cx="468647" cy="396679"/>
            <a:chOff x="2015" y="1976"/>
            <a:chExt cx="321" cy="269"/>
          </a:xfrm>
        </p:grpSpPr>
        <p:sp>
          <p:nvSpPr>
            <p:cNvPr id="227" name="Oval 80">
              <a:extLst>
                <a:ext uri="{FF2B5EF4-FFF2-40B4-BE49-F238E27FC236}">
                  <a16:creationId xmlns:a16="http://schemas.microsoft.com/office/drawing/2014/main" id="{F0AF513D-168E-BC43-A87F-98530A7A7340}"/>
                </a:ext>
              </a:extLst>
            </p:cNvPr>
            <p:cNvSpPr>
              <a:spLocks noChangeArrowheads="1"/>
            </p:cNvSpPr>
            <p:nvPr/>
          </p:nvSpPr>
          <p:spPr bwMode="auto">
            <a:xfrm>
              <a:off x="2019" y="2102"/>
              <a:ext cx="311"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28" name="Line 81">
              <a:extLst>
                <a:ext uri="{FF2B5EF4-FFF2-40B4-BE49-F238E27FC236}">
                  <a16:creationId xmlns:a16="http://schemas.microsoft.com/office/drawing/2014/main" id="{98E003C3-39B5-AD4E-B694-FF067F96F0C8}"/>
                </a:ext>
              </a:extLst>
            </p:cNvPr>
            <p:cNvSpPr>
              <a:spLocks noChangeShapeType="1"/>
            </p:cNvSpPr>
            <p:nvPr/>
          </p:nvSpPr>
          <p:spPr bwMode="auto">
            <a:xfrm>
              <a:off x="2019" y="2097"/>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29" name="Line 82">
              <a:extLst>
                <a:ext uri="{FF2B5EF4-FFF2-40B4-BE49-F238E27FC236}">
                  <a16:creationId xmlns:a16="http://schemas.microsoft.com/office/drawing/2014/main" id="{FD35A7A2-366B-1C41-BFC6-E12754C8019D}"/>
                </a:ext>
              </a:extLst>
            </p:cNvPr>
            <p:cNvSpPr>
              <a:spLocks noChangeShapeType="1"/>
            </p:cNvSpPr>
            <p:nvPr/>
          </p:nvSpPr>
          <p:spPr bwMode="auto">
            <a:xfrm>
              <a:off x="2330" y="2097"/>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30" name="Rectangle 83">
              <a:extLst>
                <a:ext uri="{FF2B5EF4-FFF2-40B4-BE49-F238E27FC236}">
                  <a16:creationId xmlns:a16="http://schemas.microsoft.com/office/drawing/2014/main" id="{5442F6D1-04E0-A44F-8910-B76948571B99}"/>
                </a:ext>
              </a:extLst>
            </p:cNvPr>
            <p:cNvSpPr>
              <a:spLocks noChangeArrowheads="1"/>
            </p:cNvSpPr>
            <p:nvPr/>
          </p:nvSpPr>
          <p:spPr bwMode="auto">
            <a:xfrm>
              <a:off x="2019" y="2097"/>
              <a:ext cx="310" cy="47"/>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231" name="Oval 84">
              <a:extLst>
                <a:ext uri="{FF2B5EF4-FFF2-40B4-BE49-F238E27FC236}">
                  <a16:creationId xmlns:a16="http://schemas.microsoft.com/office/drawing/2014/main" id="{7CE682FE-3948-5143-B692-07DEF21A92CD}"/>
                </a:ext>
              </a:extLst>
            </p:cNvPr>
            <p:cNvSpPr>
              <a:spLocks noChangeArrowheads="1"/>
            </p:cNvSpPr>
            <p:nvPr/>
          </p:nvSpPr>
          <p:spPr bwMode="auto">
            <a:xfrm>
              <a:off x="2016" y="2036"/>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232" name="Group 85">
              <a:extLst>
                <a:ext uri="{FF2B5EF4-FFF2-40B4-BE49-F238E27FC236}">
                  <a16:creationId xmlns:a16="http://schemas.microsoft.com/office/drawing/2014/main" id="{ACD8E934-A29C-E940-B27E-262F5DE7DCDF}"/>
                </a:ext>
              </a:extLst>
            </p:cNvPr>
            <p:cNvGrpSpPr>
              <a:grpSpLocks/>
            </p:cNvGrpSpPr>
            <p:nvPr/>
          </p:nvGrpSpPr>
          <p:grpSpPr bwMode="auto">
            <a:xfrm>
              <a:off x="2015" y="1976"/>
              <a:ext cx="321" cy="269"/>
              <a:chOff x="2894" y="2425"/>
              <a:chExt cx="328" cy="269"/>
            </a:xfrm>
          </p:grpSpPr>
          <p:sp>
            <p:nvSpPr>
              <p:cNvPr id="233" name="Rectangle 86">
                <a:extLst>
                  <a:ext uri="{FF2B5EF4-FFF2-40B4-BE49-F238E27FC236}">
                    <a16:creationId xmlns:a16="http://schemas.microsoft.com/office/drawing/2014/main" id="{6556355B-9BE3-D746-A820-E89A58911EF8}"/>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34" name="Text Box 87">
                <a:extLst>
                  <a:ext uri="{FF2B5EF4-FFF2-40B4-BE49-F238E27FC236}">
                    <a16:creationId xmlns:a16="http://schemas.microsoft.com/office/drawing/2014/main" id="{87A983D3-02A0-4A4B-A676-14BB88EA3128}"/>
                  </a:ext>
                </a:extLst>
              </p:cNvPr>
              <p:cNvSpPr txBox="1">
                <a:spLocks noChangeArrowheads="1"/>
              </p:cNvSpPr>
              <p:nvPr/>
            </p:nvSpPr>
            <p:spPr bwMode="auto">
              <a:xfrm>
                <a:off x="2894" y="2425"/>
                <a:ext cx="328"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1b</a:t>
                </a:r>
                <a:endParaRPr lang="en-US" kern="0" dirty="0">
                  <a:solidFill>
                    <a:srgbClr val="000000"/>
                  </a:solidFill>
                </a:endParaRPr>
              </a:p>
            </p:txBody>
          </p:sp>
        </p:grpSp>
      </p:grpSp>
      <p:grpSp>
        <p:nvGrpSpPr>
          <p:cNvPr id="199" name="Group 99">
            <a:extLst>
              <a:ext uri="{FF2B5EF4-FFF2-40B4-BE49-F238E27FC236}">
                <a16:creationId xmlns:a16="http://schemas.microsoft.com/office/drawing/2014/main" id="{4C6CCD3C-47D1-7847-84AE-9A444B7FD9F9}"/>
              </a:ext>
            </a:extLst>
          </p:cNvPr>
          <p:cNvGrpSpPr>
            <a:grpSpLocks/>
          </p:cNvGrpSpPr>
          <p:nvPr/>
        </p:nvGrpSpPr>
        <p:grpSpPr bwMode="auto">
          <a:xfrm>
            <a:off x="2231951" y="4354289"/>
            <a:ext cx="461347" cy="396679"/>
            <a:chOff x="2016" y="1976"/>
            <a:chExt cx="316" cy="269"/>
          </a:xfrm>
        </p:grpSpPr>
        <p:sp>
          <p:nvSpPr>
            <p:cNvPr id="215" name="Oval 100">
              <a:extLst>
                <a:ext uri="{FF2B5EF4-FFF2-40B4-BE49-F238E27FC236}">
                  <a16:creationId xmlns:a16="http://schemas.microsoft.com/office/drawing/2014/main" id="{9CFFD192-2352-574C-A1F6-73C764467286}"/>
                </a:ext>
              </a:extLst>
            </p:cNvPr>
            <p:cNvSpPr>
              <a:spLocks noChangeArrowheads="1"/>
            </p:cNvSpPr>
            <p:nvPr/>
          </p:nvSpPr>
          <p:spPr bwMode="auto">
            <a:xfrm>
              <a:off x="2019" y="2102"/>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16" name="Line 101">
              <a:extLst>
                <a:ext uri="{FF2B5EF4-FFF2-40B4-BE49-F238E27FC236}">
                  <a16:creationId xmlns:a16="http://schemas.microsoft.com/office/drawing/2014/main" id="{AA179453-C4E3-E244-B9A9-11831D82618D}"/>
                </a:ext>
              </a:extLst>
            </p:cNvPr>
            <p:cNvSpPr>
              <a:spLocks noChangeShapeType="1"/>
            </p:cNvSpPr>
            <p:nvPr/>
          </p:nvSpPr>
          <p:spPr bwMode="auto">
            <a:xfrm>
              <a:off x="2019" y="2095"/>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17" name="Line 102">
              <a:extLst>
                <a:ext uri="{FF2B5EF4-FFF2-40B4-BE49-F238E27FC236}">
                  <a16:creationId xmlns:a16="http://schemas.microsoft.com/office/drawing/2014/main" id="{1CE386C9-63A7-F044-A083-5284BFD15472}"/>
                </a:ext>
              </a:extLst>
            </p:cNvPr>
            <p:cNvSpPr>
              <a:spLocks noChangeShapeType="1"/>
            </p:cNvSpPr>
            <p:nvPr/>
          </p:nvSpPr>
          <p:spPr bwMode="auto">
            <a:xfrm>
              <a:off x="2332" y="2095"/>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18" name="Rectangle 103">
              <a:extLst>
                <a:ext uri="{FF2B5EF4-FFF2-40B4-BE49-F238E27FC236}">
                  <a16:creationId xmlns:a16="http://schemas.microsoft.com/office/drawing/2014/main" id="{50227DAD-D708-784A-BD13-83429F1C25BE}"/>
                </a:ext>
              </a:extLst>
            </p:cNvPr>
            <p:cNvSpPr>
              <a:spLocks noChangeArrowheads="1"/>
            </p:cNvSpPr>
            <p:nvPr/>
          </p:nvSpPr>
          <p:spPr bwMode="auto">
            <a:xfrm>
              <a:off x="2019" y="2095"/>
              <a:ext cx="310" cy="50"/>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219" name="Oval 104">
              <a:extLst>
                <a:ext uri="{FF2B5EF4-FFF2-40B4-BE49-F238E27FC236}">
                  <a16:creationId xmlns:a16="http://schemas.microsoft.com/office/drawing/2014/main" id="{6DA156B1-5FE9-414A-BB48-46A4A52B9073}"/>
                </a:ext>
              </a:extLst>
            </p:cNvPr>
            <p:cNvSpPr>
              <a:spLocks noChangeArrowheads="1"/>
            </p:cNvSpPr>
            <p:nvPr/>
          </p:nvSpPr>
          <p:spPr bwMode="auto">
            <a:xfrm>
              <a:off x="2016" y="2037"/>
              <a:ext cx="313" cy="94"/>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220" name="Group 105">
              <a:extLst>
                <a:ext uri="{FF2B5EF4-FFF2-40B4-BE49-F238E27FC236}">
                  <a16:creationId xmlns:a16="http://schemas.microsoft.com/office/drawing/2014/main" id="{80512439-7B6B-C54B-82D0-66D0AB25D2A7}"/>
                </a:ext>
              </a:extLst>
            </p:cNvPr>
            <p:cNvGrpSpPr>
              <a:grpSpLocks/>
            </p:cNvGrpSpPr>
            <p:nvPr/>
          </p:nvGrpSpPr>
          <p:grpSpPr bwMode="auto">
            <a:xfrm>
              <a:off x="2020" y="1976"/>
              <a:ext cx="308" cy="269"/>
              <a:chOff x="2899" y="2425"/>
              <a:chExt cx="315" cy="269"/>
            </a:xfrm>
          </p:grpSpPr>
          <p:sp>
            <p:nvSpPr>
              <p:cNvPr id="221" name="Rectangle 106">
                <a:extLst>
                  <a:ext uri="{FF2B5EF4-FFF2-40B4-BE49-F238E27FC236}">
                    <a16:creationId xmlns:a16="http://schemas.microsoft.com/office/drawing/2014/main" id="{91098A50-7FC0-CB4E-9B97-2D7AE96D06C6}"/>
                  </a:ext>
                </a:extLst>
              </p:cNvPr>
              <p:cNvSpPr>
                <a:spLocks noChangeArrowheads="1"/>
              </p:cNvSpPr>
              <p:nvPr/>
            </p:nvSpPr>
            <p:spPr bwMode="auto">
              <a:xfrm>
                <a:off x="2982" y="2490"/>
                <a:ext cx="142" cy="130"/>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22" name="Text Box 107">
                <a:extLst>
                  <a:ext uri="{FF2B5EF4-FFF2-40B4-BE49-F238E27FC236}">
                    <a16:creationId xmlns:a16="http://schemas.microsoft.com/office/drawing/2014/main" id="{FBCF2ABD-1064-2947-85B9-C0D4E2616D8E}"/>
                  </a:ext>
                </a:extLst>
              </p:cNvPr>
              <p:cNvSpPr txBox="1">
                <a:spLocks noChangeArrowheads="1"/>
              </p:cNvSpPr>
              <p:nvPr/>
            </p:nvSpPr>
            <p:spPr bwMode="auto">
              <a:xfrm>
                <a:off x="2899" y="2425"/>
                <a:ext cx="315"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3c</a:t>
                </a:r>
                <a:endParaRPr lang="en-US" kern="0" dirty="0">
                  <a:solidFill>
                    <a:srgbClr val="000000"/>
                  </a:solidFill>
                </a:endParaRPr>
              </a:p>
            </p:txBody>
          </p:sp>
        </p:grpSp>
      </p:grpSp>
      <p:sp>
        <p:nvSpPr>
          <p:cNvPr id="200" name="Line 108">
            <a:extLst>
              <a:ext uri="{FF2B5EF4-FFF2-40B4-BE49-F238E27FC236}">
                <a16:creationId xmlns:a16="http://schemas.microsoft.com/office/drawing/2014/main" id="{47A25237-349D-A842-8706-F347B2434568}"/>
              </a:ext>
            </a:extLst>
          </p:cNvPr>
          <p:cNvSpPr>
            <a:spLocks noChangeShapeType="1"/>
          </p:cNvSpPr>
          <p:nvPr/>
        </p:nvSpPr>
        <p:spPr bwMode="auto">
          <a:xfrm flipH="1">
            <a:off x="2266990" y="4669862"/>
            <a:ext cx="90518" cy="15926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01" name="Line 109">
            <a:extLst>
              <a:ext uri="{FF2B5EF4-FFF2-40B4-BE49-F238E27FC236}">
                <a16:creationId xmlns:a16="http://schemas.microsoft.com/office/drawing/2014/main" id="{6A3F47BD-80C7-0747-85CB-F22F1B792701}"/>
              </a:ext>
            </a:extLst>
          </p:cNvPr>
          <p:cNvSpPr>
            <a:spLocks noChangeShapeType="1"/>
          </p:cNvSpPr>
          <p:nvPr/>
        </p:nvSpPr>
        <p:spPr bwMode="auto">
          <a:xfrm>
            <a:off x="1818783" y="4737696"/>
            <a:ext cx="211694" cy="16221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02" name="Line 110">
            <a:extLst>
              <a:ext uri="{FF2B5EF4-FFF2-40B4-BE49-F238E27FC236}">
                <a16:creationId xmlns:a16="http://schemas.microsoft.com/office/drawing/2014/main" id="{6CB9126B-13F6-7D4E-B1DD-C7EB25541B07}"/>
              </a:ext>
            </a:extLst>
          </p:cNvPr>
          <p:cNvSpPr>
            <a:spLocks noChangeShapeType="1"/>
          </p:cNvSpPr>
          <p:nvPr/>
        </p:nvSpPr>
        <p:spPr bwMode="auto">
          <a:xfrm flipH="1">
            <a:off x="2547302" y="4214198"/>
            <a:ext cx="198555" cy="2241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03" name="Line 111">
            <a:extLst>
              <a:ext uri="{FF2B5EF4-FFF2-40B4-BE49-F238E27FC236}">
                <a16:creationId xmlns:a16="http://schemas.microsoft.com/office/drawing/2014/main" id="{22C33C4C-9469-EC40-8CEF-2C586DEC66C3}"/>
              </a:ext>
            </a:extLst>
          </p:cNvPr>
          <p:cNvSpPr>
            <a:spLocks noChangeShapeType="1"/>
          </p:cNvSpPr>
          <p:nvPr/>
        </p:nvSpPr>
        <p:spPr bwMode="auto">
          <a:xfrm>
            <a:off x="2139974" y="4200926"/>
            <a:ext cx="175195" cy="2624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04" name="Line 112">
            <a:extLst>
              <a:ext uri="{FF2B5EF4-FFF2-40B4-BE49-F238E27FC236}">
                <a16:creationId xmlns:a16="http://schemas.microsoft.com/office/drawing/2014/main" id="{4C48EF93-B210-4F4B-9854-165045A32FD0}"/>
              </a:ext>
            </a:extLst>
          </p:cNvPr>
          <p:cNvSpPr>
            <a:spLocks noChangeShapeType="1"/>
          </p:cNvSpPr>
          <p:nvPr/>
        </p:nvSpPr>
        <p:spPr bwMode="auto">
          <a:xfrm flipH="1">
            <a:off x="3103547" y="4338068"/>
            <a:ext cx="102197" cy="3037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05" name="Line 113">
            <a:extLst>
              <a:ext uri="{FF2B5EF4-FFF2-40B4-BE49-F238E27FC236}">
                <a16:creationId xmlns:a16="http://schemas.microsoft.com/office/drawing/2014/main" id="{EBEA8126-4CF3-3A41-ABAC-D142E166341E}"/>
              </a:ext>
            </a:extLst>
          </p:cNvPr>
          <p:cNvSpPr>
            <a:spLocks noChangeShapeType="1"/>
          </p:cNvSpPr>
          <p:nvPr/>
        </p:nvSpPr>
        <p:spPr bwMode="auto">
          <a:xfrm>
            <a:off x="7246913" y="5100458"/>
            <a:ext cx="32411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06" name="Line 114">
            <a:extLst>
              <a:ext uri="{FF2B5EF4-FFF2-40B4-BE49-F238E27FC236}">
                <a16:creationId xmlns:a16="http://schemas.microsoft.com/office/drawing/2014/main" id="{9F42B725-C1EB-5648-AA83-55F576D99A64}"/>
              </a:ext>
            </a:extLst>
          </p:cNvPr>
          <p:cNvSpPr>
            <a:spLocks noChangeShapeType="1"/>
          </p:cNvSpPr>
          <p:nvPr/>
        </p:nvSpPr>
        <p:spPr bwMode="auto">
          <a:xfrm flipV="1">
            <a:off x="7160776" y="4638895"/>
            <a:ext cx="382509" cy="37455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07" name="Line 115">
            <a:extLst>
              <a:ext uri="{FF2B5EF4-FFF2-40B4-BE49-F238E27FC236}">
                <a16:creationId xmlns:a16="http://schemas.microsoft.com/office/drawing/2014/main" id="{257DE23D-92D6-6B48-8933-BB087A4B7F3B}"/>
              </a:ext>
            </a:extLst>
          </p:cNvPr>
          <p:cNvSpPr>
            <a:spLocks noChangeShapeType="1"/>
          </p:cNvSpPr>
          <p:nvPr/>
        </p:nvSpPr>
        <p:spPr bwMode="auto">
          <a:xfrm flipH="1" flipV="1">
            <a:off x="6356338" y="4388206"/>
            <a:ext cx="185415" cy="2978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08" name="Line 116">
            <a:extLst>
              <a:ext uri="{FF2B5EF4-FFF2-40B4-BE49-F238E27FC236}">
                <a16:creationId xmlns:a16="http://schemas.microsoft.com/office/drawing/2014/main" id="{3008FEDF-B989-AD47-B8DC-811C63A78E62}"/>
              </a:ext>
            </a:extLst>
          </p:cNvPr>
          <p:cNvSpPr>
            <a:spLocks noChangeShapeType="1"/>
          </p:cNvSpPr>
          <p:nvPr/>
        </p:nvSpPr>
        <p:spPr bwMode="auto">
          <a:xfrm flipH="1" flipV="1">
            <a:off x="5900830" y="4538619"/>
            <a:ext cx="198555" cy="27280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09" name="Line 117">
            <a:extLst>
              <a:ext uri="{FF2B5EF4-FFF2-40B4-BE49-F238E27FC236}">
                <a16:creationId xmlns:a16="http://schemas.microsoft.com/office/drawing/2014/main" id="{7072AB1C-E687-5F42-AD97-F842F241CC4D}"/>
              </a:ext>
            </a:extLst>
          </p:cNvPr>
          <p:cNvSpPr>
            <a:spLocks noChangeShapeType="1"/>
          </p:cNvSpPr>
          <p:nvPr/>
        </p:nvSpPr>
        <p:spPr bwMode="auto">
          <a:xfrm flipH="1">
            <a:off x="3141506" y="5637228"/>
            <a:ext cx="197095" cy="1725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10" name="Line 118">
            <a:extLst>
              <a:ext uri="{FF2B5EF4-FFF2-40B4-BE49-F238E27FC236}">
                <a16:creationId xmlns:a16="http://schemas.microsoft.com/office/drawing/2014/main" id="{368439BD-38EC-0F4F-AB79-71712E1AE097}"/>
              </a:ext>
            </a:extLst>
          </p:cNvPr>
          <p:cNvSpPr>
            <a:spLocks noChangeShapeType="1"/>
          </p:cNvSpPr>
          <p:nvPr/>
        </p:nvSpPr>
        <p:spPr bwMode="auto">
          <a:xfrm flipH="1" flipV="1">
            <a:off x="3091868" y="5488289"/>
            <a:ext cx="185415" cy="1179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11" name="Line 119">
            <a:extLst>
              <a:ext uri="{FF2B5EF4-FFF2-40B4-BE49-F238E27FC236}">
                <a16:creationId xmlns:a16="http://schemas.microsoft.com/office/drawing/2014/main" id="{05F4047A-FA71-B345-8F4D-7557CE9C3159}"/>
              </a:ext>
            </a:extLst>
          </p:cNvPr>
          <p:cNvSpPr>
            <a:spLocks noChangeShapeType="1"/>
          </p:cNvSpPr>
          <p:nvPr/>
        </p:nvSpPr>
        <p:spPr bwMode="auto">
          <a:xfrm flipH="1">
            <a:off x="3487517" y="5887917"/>
            <a:ext cx="309511" cy="2212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12" name="Line 120">
            <a:extLst>
              <a:ext uri="{FF2B5EF4-FFF2-40B4-BE49-F238E27FC236}">
                <a16:creationId xmlns:a16="http://schemas.microsoft.com/office/drawing/2014/main" id="{00691E04-3135-5045-8A22-A3445401A5C1}"/>
              </a:ext>
            </a:extLst>
          </p:cNvPr>
          <p:cNvSpPr>
            <a:spLocks noChangeShapeType="1"/>
          </p:cNvSpPr>
          <p:nvPr/>
        </p:nvSpPr>
        <p:spPr bwMode="auto">
          <a:xfrm flipV="1">
            <a:off x="4192677" y="5212531"/>
            <a:ext cx="334331" cy="147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13" name="Line 121">
            <a:extLst>
              <a:ext uri="{FF2B5EF4-FFF2-40B4-BE49-F238E27FC236}">
                <a16:creationId xmlns:a16="http://schemas.microsoft.com/office/drawing/2014/main" id="{C2D8B9BD-B900-B448-8B0A-9B6A048DBB86}"/>
              </a:ext>
            </a:extLst>
          </p:cNvPr>
          <p:cNvSpPr>
            <a:spLocks noChangeShapeType="1"/>
          </p:cNvSpPr>
          <p:nvPr/>
        </p:nvSpPr>
        <p:spPr bwMode="auto">
          <a:xfrm>
            <a:off x="4859879" y="5762572"/>
            <a:ext cx="173735" cy="16221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14" name="Line 122">
            <a:extLst>
              <a:ext uri="{FF2B5EF4-FFF2-40B4-BE49-F238E27FC236}">
                <a16:creationId xmlns:a16="http://schemas.microsoft.com/office/drawing/2014/main" id="{EA45D5A9-0BF3-874E-B10C-996FD8308B65}"/>
              </a:ext>
            </a:extLst>
          </p:cNvPr>
          <p:cNvSpPr>
            <a:spLocks noChangeShapeType="1"/>
          </p:cNvSpPr>
          <p:nvPr/>
        </p:nvSpPr>
        <p:spPr bwMode="auto">
          <a:xfrm>
            <a:off x="4156178" y="5324603"/>
            <a:ext cx="211694" cy="11059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282" name="Group 281">
            <a:extLst>
              <a:ext uri="{FF2B5EF4-FFF2-40B4-BE49-F238E27FC236}">
                <a16:creationId xmlns:a16="http://schemas.microsoft.com/office/drawing/2014/main" id="{AA6A0761-EFD0-B448-950E-18DB9794940F}"/>
              </a:ext>
            </a:extLst>
          </p:cNvPr>
          <p:cNvGrpSpPr/>
          <p:nvPr/>
        </p:nvGrpSpPr>
        <p:grpSpPr>
          <a:xfrm>
            <a:off x="1778696" y="3924256"/>
            <a:ext cx="5968456" cy="2124592"/>
            <a:chOff x="3175544" y="3748892"/>
            <a:chExt cx="5968456" cy="2124592"/>
          </a:xfrm>
        </p:grpSpPr>
        <p:grpSp>
          <p:nvGrpSpPr>
            <p:cNvPr id="264" name="Group 263">
              <a:extLst>
                <a:ext uri="{FF2B5EF4-FFF2-40B4-BE49-F238E27FC236}">
                  <a16:creationId xmlns:a16="http://schemas.microsoft.com/office/drawing/2014/main" id="{759DD332-1646-744E-B0B3-D290BCF0ED64}"/>
                </a:ext>
              </a:extLst>
            </p:cNvPr>
            <p:cNvGrpSpPr/>
            <p:nvPr/>
          </p:nvGrpSpPr>
          <p:grpSpPr>
            <a:xfrm>
              <a:off x="3175544" y="3748892"/>
              <a:ext cx="1609399" cy="1316010"/>
              <a:chOff x="3188070" y="3748892"/>
              <a:chExt cx="1609399" cy="1316010"/>
            </a:xfrm>
          </p:grpSpPr>
          <p:sp>
            <p:nvSpPr>
              <p:cNvPr id="253" name="Freeform 4">
                <a:extLst>
                  <a:ext uri="{FF2B5EF4-FFF2-40B4-BE49-F238E27FC236}">
                    <a16:creationId xmlns:a16="http://schemas.microsoft.com/office/drawing/2014/main" id="{B1786030-A05C-3C4B-90A8-A5DA8E673523}"/>
                  </a:ext>
                </a:extLst>
              </p:cNvPr>
              <p:cNvSpPr>
                <a:spLocks/>
              </p:cNvSpPr>
              <p:nvPr/>
            </p:nvSpPr>
            <p:spPr bwMode="auto">
              <a:xfrm>
                <a:off x="3188070" y="3748892"/>
                <a:ext cx="1609399" cy="1316010"/>
              </a:xfrm>
              <a:custGeom>
                <a:avLst/>
                <a:gdLst>
                  <a:gd name="T0" fmla="*/ 134 w 1198"/>
                  <a:gd name="T1" fmla="*/ 270558 h 451"/>
                  <a:gd name="T2" fmla="*/ 273 w 1198"/>
                  <a:gd name="T3" fmla="*/ 132828 h 451"/>
                  <a:gd name="T4" fmla="*/ 679 w 1198"/>
                  <a:gd name="T5" fmla="*/ 73044 h 451"/>
                  <a:gd name="T6" fmla="*/ 1501 w 1198"/>
                  <a:gd name="T7" fmla="*/ 37135 h 451"/>
                  <a:gd name="T8" fmla="*/ 1796 w 1198"/>
                  <a:gd name="T9" fmla="*/ 294460 h 451"/>
                  <a:gd name="T10" fmla="*/ 1350 w 1198"/>
                  <a:gd name="T11" fmla="*/ 616944 h 451"/>
                  <a:gd name="T12" fmla="*/ 466 w 1198"/>
                  <a:gd name="T13" fmla="*/ 634874 h 451"/>
                  <a:gd name="T14" fmla="*/ 54 w 1198"/>
                  <a:gd name="T15" fmla="*/ 503524 h 451"/>
                  <a:gd name="T16" fmla="*/ 134 w 1198"/>
                  <a:gd name="T17" fmla="*/ 270558 h 4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98"/>
                  <a:gd name="T28" fmla="*/ 0 h 451"/>
                  <a:gd name="T29" fmla="*/ 1198 w 1198"/>
                  <a:gd name="T30" fmla="*/ 451 h 45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98" h="451">
                    <a:moveTo>
                      <a:pt x="88" y="181"/>
                    </a:moveTo>
                    <a:cubicBezTo>
                      <a:pt x="159" y="143"/>
                      <a:pt x="120" y="111"/>
                      <a:pt x="180" y="89"/>
                    </a:cubicBezTo>
                    <a:cubicBezTo>
                      <a:pt x="240" y="67"/>
                      <a:pt x="313" y="60"/>
                      <a:pt x="448" y="49"/>
                    </a:cubicBezTo>
                    <a:cubicBezTo>
                      <a:pt x="583" y="38"/>
                      <a:pt x="866" y="0"/>
                      <a:pt x="988" y="25"/>
                    </a:cubicBezTo>
                    <a:cubicBezTo>
                      <a:pt x="1110" y="50"/>
                      <a:pt x="1198" y="132"/>
                      <a:pt x="1181" y="197"/>
                    </a:cubicBezTo>
                    <a:cubicBezTo>
                      <a:pt x="1164" y="262"/>
                      <a:pt x="1034" y="375"/>
                      <a:pt x="889" y="413"/>
                    </a:cubicBezTo>
                    <a:cubicBezTo>
                      <a:pt x="744" y="451"/>
                      <a:pt x="449" y="438"/>
                      <a:pt x="307" y="425"/>
                    </a:cubicBezTo>
                    <a:cubicBezTo>
                      <a:pt x="165" y="412"/>
                      <a:pt x="72" y="378"/>
                      <a:pt x="36" y="337"/>
                    </a:cubicBezTo>
                    <a:cubicBezTo>
                      <a:pt x="0" y="296"/>
                      <a:pt x="77" y="213"/>
                      <a:pt x="88" y="181"/>
                    </a:cubicBezTo>
                    <a:close/>
                  </a:path>
                </a:pathLst>
              </a:custGeom>
              <a:gradFill>
                <a:gsLst>
                  <a:gs pos="24000">
                    <a:schemeClr val="bg1"/>
                  </a:gs>
                  <a:gs pos="99000">
                    <a:schemeClr val="bg1">
                      <a:alpha val="67000"/>
                    </a:schemeClr>
                  </a:gs>
                </a:gsLst>
                <a:path path="circl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263" name="Group 262">
                <a:extLst>
                  <a:ext uri="{FF2B5EF4-FFF2-40B4-BE49-F238E27FC236}">
                    <a16:creationId xmlns:a16="http://schemas.microsoft.com/office/drawing/2014/main" id="{2A2171EC-FE7C-D541-B23A-F748C585D569}"/>
                  </a:ext>
                </a:extLst>
              </p:cNvPr>
              <p:cNvGrpSpPr/>
              <p:nvPr/>
            </p:nvGrpSpPr>
            <p:grpSpPr>
              <a:xfrm>
                <a:off x="3323010" y="3984960"/>
                <a:ext cx="1290181" cy="895439"/>
                <a:chOff x="2145563" y="2093530"/>
                <a:chExt cx="1290181" cy="895439"/>
              </a:xfrm>
            </p:grpSpPr>
            <p:sp>
              <p:nvSpPr>
                <p:cNvPr id="4" name="TextBox 3">
                  <a:extLst>
                    <a:ext uri="{FF2B5EF4-FFF2-40B4-BE49-F238E27FC236}">
                      <a16:creationId xmlns:a16="http://schemas.microsoft.com/office/drawing/2014/main" id="{6723594D-379C-E642-A5A9-5C895D3CFBCB}"/>
                    </a:ext>
                  </a:extLst>
                </p:cNvPr>
                <p:cNvSpPr txBox="1"/>
                <p:nvPr/>
              </p:nvSpPr>
              <p:spPr>
                <a:xfrm>
                  <a:off x="2307787" y="2257804"/>
                  <a:ext cx="1017010" cy="617861"/>
                </a:xfrm>
                <a:prstGeom prst="rect">
                  <a:avLst/>
                </a:prstGeom>
                <a:noFill/>
              </p:spPr>
              <p:txBody>
                <a:bodyPr wrap="none" rtlCol="0">
                  <a:spAutoFit/>
                </a:bodyPr>
                <a:lstStyle/>
                <a:p>
                  <a:pPr algn="ctr">
                    <a:lnSpc>
                      <a:spcPct val="85000"/>
                    </a:lnSpc>
                  </a:pPr>
                  <a:r>
                    <a:rPr lang="en-US" sz="2000" dirty="0">
                      <a:solidFill>
                        <a:srgbClr val="0000A8"/>
                      </a:solidFill>
                    </a:rPr>
                    <a:t>intra-AS</a:t>
                  </a:r>
                </a:p>
                <a:p>
                  <a:pPr algn="ctr">
                    <a:lnSpc>
                      <a:spcPct val="85000"/>
                    </a:lnSpc>
                  </a:pPr>
                  <a:r>
                    <a:rPr lang="en-US" sz="2000" dirty="0">
                      <a:solidFill>
                        <a:srgbClr val="0000A8"/>
                      </a:solidFill>
                    </a:rPr>
                    <a:t>routing</a:t>
                  </a:r>
                </a:p>
              </p:txBody>
            </p:sp>
            <p:sp>
              <p:nvSpPr>
                <p:cNvPr id="8" name="Oval 7">
                  <a:extLst>
                    <a:ext uri="{FF2B5EF4-FFF2-40B4-BE49-F238E27FC236}">
                      <a16:creationId xmlns:a16="http://schemas.microsoft.com/office/drawing/2014/main" id="{2472BBF8-088B-A449-9470-EBB3D14828B2}"/>
                    </a:ext>
                  </a:extLst>
                </p:cNvPr>
                <p:cNvSpPr/>
                <p:nvPr/>
              </p:nvSpPr>
              <p:spPr>
                <a:xfrm>
                  <a:off x="2145563" y="2093530"/>
                  <a:ext cx="1290181" cy="864296"/>
                </a:xfrm>
                <a:prstGeom prst="ellipse">
                  <a:avLst/>
                </a:prstGeom>
                <a:noFill/>
                <a:ln w="381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56" name="Rectangle 255">
                  <a:extLst>
                    <a:ext uri="{FF2B5EF4-FFF2-40B4-BE49-F238E27FC236}">
                      <a16:creationId xmlns:a16="http://schemas.microsoft.com/office/drawing/2014/main" id="{0100B31F-13F0-1E46-B425-81FB4EF4CED2}"/>
                    </a:ext>
                  </a:extLst>
                </p:cNvPr>
                <p:cNvSpPr/>
                <p:nvPr/>
              </p:nvSpPr>
              <p:spPr>
                <a:xfrm>
                  <a:off x="2417523" y="2844399"/>
                  <a:ext cx="776614" cy="14457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258" name="Straight Arrow Connector 257">
                  <a:extLst>
                    <a:ext uri="{FF2B5EF4-FFF2-40B4-BE49-F238E27FC236}">
                      <a16:creationId xmlns:a16="http://schemas.microsoft.com/office/drawing/2014/main" id="{E47A0939-C51B-A042-A7CC-F4275B61338E}"/>
                    </a:ext>
                  </a:extLst>
                </p:cNvPr>
                <p:cNvCxnSpPr>
                  <a:cxnSpLocks/>
                </p:cNvCxnSpPr>
                <p:nvPr/>
              </p:nvCxnSpPr>
              <p:spPr>
                <a:xfrm flipH="1">
                  <a:off x="3111009" y="2833557"/>
                  <a:ext cx="138182" cy="97585"/>
                </a:xfrm>
                <a:prstGeom prst="straightConnector1">
                  <a:avLst/>
                </a:prstGeom>
                <a:ln w="38100">
                  <a:solidFill>
                    <a:srgbClr val="0000A8"/>
                  </a:solidFill>
                  <a:tailEnd type="triangle"/>
                </a:ln>
              </p:spPr>
              <p:style>
                <a:lnRef idx="1">
                  <a:schemeClr val="accent1"/>
                </a:lnRef>
                <a:fillRef idx="0">
                  <a:schemeClr val="accent1"/>
                </a:fillRef>
                <a:effectRef idx="0">
                  <a:schemeClr val="accent1"/>
                </a:effectRef>
                <a:fontRef idx="minor">
                  <a:schemeClr val="tx1"/>
                </a:fontRef>
              </p:style>
            </p:cxnSp>
          </p:grpSp>
        </p:grpSp>
        <p:grpSp>
          <p:nvGrpSpPr>
            <p:cNvPr id="273" name="Group 272">
              <a:extLst>
                <a:ext uri="{FF2B5EF4-FFF2-40B4-BE49-F238E27FC236}">
                  <a16:creationId xmlns:a16="http://schemas.microsoft.com/office/drawing/2014/main" id="{F59F95CB-2AFB-954F-A034-BBA60D5D4EF0}"/>
                </a:ext>
              </a:extLst>
            </p:cNvPr>
            <p:cNvGrpSpPr/>
            <p:nvPr/>
          </p:nvGrpSpPr>
          <p:grpSpPr>
            <a:xfrm>
              <a:off x="4345585" y="4779701"/>
              <a:ext cx="2744147" cy="1093783"/>
              <a:chOff x="4345585" y="4779701"/>
              <a:chExt cx="2744147" cy="1093783"/>
            </a:xfrm>
          </p:grpSpPr>
          <p:sp>
            <p:nvSpPr>
              <p:cNvPr id="254" name="Freeform 5">
                <a:extLst>
                  <a:ext uri="{FF2B5EF4-FFF2-40B4-BE49-F238E27FC236}">
                    <a16:creationId xmlns:a16="http://schemas.microsoft.com/office/drawing/2014/main" id="{0F89B688-4E67-2344-8F6E-D25D73FDDC05}"/>
                  </a:ext>
                </a:extLst>
              </p:cNvPr>
              <p:cNvSpPr>
                <a:spLocks/>
              </p:cNvSpPr>
              <p:nvPr/>
            </p:nvSpPr>
            <p:spPr bwMode="auto">
              <a:xfrm>
                <a:off x="4345585" y="4779701"/>
                <a:ext cx="2744147" cy="1093783"/>
              </a:xfrm>
              <a:custGeom>
                <a:avLst/>
                <a:gdLst>
                  <a:gd name="T0" fmla="*/ 1319 w 1583"/>
                  <a:gd name="T1" fmla="*/ 862 h 682"/>
                  <a:gd name="T2" fmla="*/ 3445 w 1583"/>
                  <a:gd name="T3" fmla="*/ 285 h 682"/>
                  <a:gd name="T4" fmla="*/ 6645 w 1583"/>
                  <a:gd name="T5" fmla="*/ 77 h 682"/>
                  <a:gd name="T6" fmla="*/ 9794 w 1583"/>
                  <a:gd name="T7" fmla="*/ 744 h 682"/>
                  <a:gd name="T8" fmla="*/ 13238 w 1583"/>
                  <a:gd name="T9" fmla="*/ 1642 h 682"/>
                  <a:gd name="T10" fmla="*/ 10773 w 1583"/>
                  <a:gd name="T11" fmla="*/ 2476 h 682"/>
                  <a:gd name="T12" fmla="*/ 5844 w 1583"/>
                  <a:gd name="T13" fmla="*/ 2523 h 682"/>
                  <a:gd name="T14" fmla="*/ 751 w 1583"/>
                  <a:gd name="T15" fmla="*/ 2291 h 682"/>
                  <a:gd name="T16" fmla="*/ 1319 w 1583"/>
                  <a:gd name="T17" fmla="*/ 862 h 6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83"/>
                  <a:gd name="T28" fmla="*/ 0 h 682"/>
                  <a:gd name="T29" fmla="*/ 1583 w 1583"/>
                  <a:gd name="T30" fmla="*/ 682 h 68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83" h="682">
                    <a:moveTo>
                      <a:pt x="155" y="224"/>
                    </a:moveTo>
                    <a:cubicBezTo>
                      <a:pt x="208" y="137"/>
                      <a:pt x="302" y="108"/>
                      <a:pt x="407" y="74"/>
                    </a:cubicBezTo>
                    <a:cubicBezTo>
                      <a:pt x="512" y="40"/>
                      <a:pt x="660" y="0"/>
                      <a:pt x="785" y="20"/>
                    </a:cubicBezTo>
                    <a:cubicBezTo>
                      <a:pt x="910" y="40"/>
                      <a:pt x="1027" y="126"/>
                      <a:pt x="1157" y="194"/>
                    </a:cubicBezTo>
                    <a:cubicBezTo>
                      <a:pt x="1287" y="262"/>
                      <a:pt x="1545" y="353"/>
                      <a:pt x="1564" y="428"/>
                    </a:cubicBezTo>
                    <a:cubicBezTo>
                      <a:pt x="1583" y="503"/>
                      <a:pt x="1417" y="606"/>
                      <a:pt x="1272" y="644"/>
                    </a:cubicBezTo>
                    <a:cubicBezTo>
                      <a:pt x="1127" y="682"/>
                      <a:pt x="887" y="664"/>
                      <a:pt x="690" y="656"/>
                    </a:cubicBezTo>
                    <a:cubicBezTo>
                      <a:pt x="493" y="648"/>
                      <a:pt x="178" y="668"/>
                      <a:pt x="89" y="596"/>
                    </a:cubicBezTo>
                    <a:cubicBezTo>
                      <a:pt x="0" y="524"/>
                      <a:pt x="102" y="311"/>
                      <a:pt x="155" y="224"/>
                    </a:cubicBezTo>
                    <a:close/>
                  </a:path>
                </a:pathLst>
              </a:custGeom>
              <a:gradFill flip="none" rotWithShape="1">
                <a:gsLst>
                  <a:gs pos="20000">
                    <a:schemeClr val="bg1"/>
                  </a:gs>
                  <a:gs pos="99000">
                    <a:schemeClr val="bg1">
                      <a:alpha val="73000"/>
                    </a:schemeClr>
                  </a:gs>
                </a:gsLst>
                <a:path path="circle">
                  <a:fillToRect l="50000" t="50000" r="50000" b="50000"/>
                </a:path>
                <a:tileRect/>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267" name="Group 266">
                <a:extLst>
                  <a:ext uri="{FF2B5EF4-FFF2-40B4-BE49-F238E27FC236}">
                    <a16:creationId xmlns:a16="http://schemas.microsoft.com/office/drawing/2014/main" id="{48016CA7-C957-1C4D-A120-A23AF9524D91}"/>
                  </a:ext>
                </a:extLst>
              </p:cNvPr>
              <p:cNvGrpSpPr/>
              <p:nvPr/>
            </p:nvGrpSpPr>
            <p:grpSpPr>
              <a:xfrm>
                <a:off x="4915903" y="4888922"/>
                <a:ext cx="1290181" cy="895439"/>
                <a:chOff x="2158089" y="2093530"/>
                <a:chExt cx="1290181" cy="895439"/>
              </a:xfrm>
            </p:grpSpPr>
            <p:sp>
              <p:nvSpPr>
                <p:cNvPr id="268" name="TextBox 267">
                  <a:extLst>
                    <a:ext uri="{FF2B5EF4-FFF2-40B4-BE49-F238E27FC236}">
                      <a16:creationId xmlns:a16="http://schemas.microsoft.com/office/drawing/2014/main" id="{3AB46CFF-D2D9-204B-8D26-6EBD60AC189A}"/>
                    </a:ext>
                  </a:extLst>
                </p:cNvPr>
                <p:cNvSpPr txBox="1"/>
                <p:nvPr/>
              </p:nvSpPr>
              <p:spPr>
                <a:xfrm>
                  <a:off x="2307787" y="2257804"/>
                  <a:ext cx="1017010" cy="617861"/>
                </a:xfrm>
                <a:prstGeom prst="rect">
                  <a:avLst/>
                </a:prstGeom>
                <a:noFill/>
              </p:spPr>
              <p:txBody>
                <a:bodyPr wrap="none" rtlCol="0">
                  <a:spAutoFit/>
                </a:bodyPr>
                <a:lstStyle/>
                <a:p>
                  <a:pPr algn="ctr">
                    <a:lnSpc>
                      <a:spcPct val="85000"/>
                    </a:lnSpc>
                  </a:pPr>
                  <a:r>
                    <a:rPr lang="en-US" sz="2000" dirty="0">
                      <a:solidFill>
                        <a:srgbClr val="0000A8"/>
                      </a:solidFill>
                    </a:rPr>
                    <a:t>intra-AS</a:t>
                  </a:r>
                </a:p>
                <a:p>
                  <a:pPr algn="ctr">
                    <a:lnSpc>
                      <a:spcPct val="85000"/>
                    </a:lnSpc>
                  </a:pPr>
                  <a:r>
                    <a:rPr lang="en-US" sz="2000" dirty="0">
                      <a:solidFill>
                        <a:srgbClr val="0000A8"/>
                      </a:solidFill>
                    </a:rPr>
                    <a:t>routing</a:t>
                  </a:r>
                </a:p>
              </p:txBody>
            </p:sp>
            <p:sp>
              <p:nvSpPr>
                <p:cNvPr id="269" name="Oval 268">
                  <a:extLst>
                    <a:ext uri="{FF2B5EF4-FFF2-40B4-BE49-F238E27FC236}">
                      <a16:creationId xmlns:a16="http://schemas.microsoft.com/office/drawing/2014/main" id="{62F828E9-D5D5-A845-92F1-06245C1556E7}"/>
                    </a:ext>
                  </a:extLst>
                </p:cNvPr>
                <p:cNvSpPr/>
                <p:nvPr/>
              </p:nvSpPr>
              <p:spPr>
                <a:xfrm>
                  <a:off x="2158089" y="2093530"/>
                  <a:ext cx="1290181" cy="864296"/>
                </a:xfrm>
                <a:prstGeom prst="ellipse">
                  <a:avLst/>
                </a:prstGeom>
                <a:noFill/>
                <a:ln w="381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0" name="Rectangle 269">
                  <a:extLst>
                    <a:ext uri="{FF2B5EF4-FFF2-40B4-BE49-F238E27FC236}">
                      <a16:creationId xmlns:a16="http://schemas.microsoft.com/office/drawing/2014/main" id="{DF703CA7-434F-3941-821C-59863FBA7287}"/>
                    </a:ext>
                  </a:extLst>
                </p:cNvPr>
                <p:cNvSpPr/>
                <p:nvPr/>
              </p:nvSpPr>
              <p:spPr>
                <a:xfrm>
                  <a:off x="2417523" y="2844399"/>
                  <a:ext cx="776614" cy="14457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271" name="Straight Arrow Connector 270">
                  <a:extLst>
                    <a:ext uri="{FF2B5EF4-FFF2-40B4-BE49-F238E27FC236}">
                      <a16:creationId xmlns:a16="http://schemas.microsoft.com/office/drawing/2014/main" id="{4E454930-4E41-434B-860E-CAB25B708B4C}"/>
                    </a:ext>
                  </a:extLst>
                </p:cNvPr>
                <p:cNvCxnSpPr>
                  <a:cxnSpLocks/>
                </p:cNvCxnSpPr>
                <p:nvPr/>
              </p:nvCxnSpPr>
              <p:spPr>
                <a:xfrm flipH="1">
                  <a:off x="3111009" y="2833557"/>
                  <a:ext cx="138182" cy="97585"/>
                </a:xfrm>
                <a:prstGeom prst="straightConnector1">
                  <a:avLst/>
                </a:prstGeom>
                <a:ln w="38100">
                  <a:solidFill>
                    <a:srgbClr val="0000A8"/>
                  </a:solidFill>
                  <a:tailEnd type="triangle"/>
                </a:ln>
              </p:spPr>
              <p:style>
                <a:lnRef idx="1">
                  <a:schemeClr val="accent1"/>
                </a:lnRef>
                <a:fillRef idx="0">
                  <a:schemeClr val="accent1"/>
                </a:fillRef>
                <a:effectRef idx="0">
                  <a:schemeClr val="accent1"/>
                </a:effectRef>
                <a:fontRef idx="minor">
                  <a:schemeClr val="tx1"/>
                </a:fontRef>
              </p:style>
            </p:cxnSp>
          </p:grpSp>
        </p:grpSp>
        <p:grpSp>
          <p:nvGrpSpPr>
            <p:cNvPr id="281" name="Group 280">
              <a:extLst>
                <a:ext uri="{FF2B5EF4-FFF2-40B4-BE49-F238E27FC236}">
                  <a16:creationId xmlns:a16="http://schemas.microsoft.com/office/drawing/2014/main" id="{E2F34647-CA92-A545-AFCE-B82A0FF135E5}"/>
                </a:ext>
              </a:extLst>
            </p:cNvPr>
            <p:cNvGrpSpPr/>
            <p:nvPr/>
          </p:nvGrpSpPr>
          <p:grpSpPr>
            <a:xfrm>
              <a:off x="6989573" y="3977477"/>
              <a:ext cx="2154427" cy="1384541"/>
              <a:chOff x="6989573" y="3977477"/>
              <a:chExt cx="2154427" cy="1384541"/>
            </a:xfrm>
          </p:grpSpPr>
          <p:sp>
            <p:nvSpPr>
              <p:cNvPr id="255" name="Freeform 3">
                <a:extLst>
                  <a:ext uri="{FF2B5EF4-FFF2-40B4-BE49-F238E27FC236}">
                    <a16:creationId xmlns:a16="http://schemas.microsoft.com/office/drawing/2014/main" id="{1536733F-1420-C242-99F9-B2C1A846C638}"/>
                  </a:ext>
                </a:extLst>
              </p:cNvPr>
              <p:cNvSpPr>
                <a:spLocks/>
              </p:cNvSpPr>
              <p:nvPr/>
            </p:nvSpPr>
            <p:spPr bwMode="auto">
              <a:xfrm>
                <a:off x="6989573" y="3977477"/>
                <a:ext cx="2154427" cy="1384541"/>
              </a:xfrm>
              <a:custGeom>
                <a:avLst/>
                <a:gdLst>
                  <a:gd name="T0" fmla="*/ 1063 w 1162"/>
                  <a:gd name="T1" fmla="*/ 49351 h 543"/>
                  <a:gd name="T2" fmla="*/ 6960 w 1162"/>
                  <a:gd name="T3" fmla="*/ 4162 h 543"/>
                  <a:gd name="T4" fmla="*/ 17785 w 1162"/>
                  <a:gd name="T5" fmla="*/ 23973 h 543"/>
                  <a:gd name="T6" fmla="*/ 21649 w 1162"/>
                  <a:gd name="T7" fmla="*/ 72662 h 543"/>
                  <a:gd name="T8" fmla="*/ 19828 w 1162"/>
                  <a:gd name="T9" fmla="*/ 137161 h 543"/>
                  <a:gd name="T10" fmla="*/ 11083 w 1162"/>
                  <a:gd name="T11" fmla="*/ 164591 h 543"/>
                  <a:gd name="T12" fmla="*/ 1657 w 1162"/>
                  <a:gd name="T13" fmla="*/ 133650 h 543"/>
                  <a:gd name="T14" fmla="*/ 1063 w 1162"/>
                  <a:gd name="T15" fmla="*/ 49351 h 543"/>
                  <a:gd name="T16" fmla="*/ 0 60000 65536"/>
                  <a:gd name="T17" fmla="*/ 0 60000 65536"/>
                  <a:gd name="T18" fmla="*/ 0 60000 65536"/>
                  <a:gd name="T19" fmla="*/ 0 60000 65536"/>
                  <a:gd name="T20" fmla="*/ 0 60000 65536"/>
                  <a:gd name="T21" fmla="*/ 0 60000 65536"/>
                  <a:gd name="T22" fmla="*/ 0 60000 65536"/>
                  <a:gd name="T23" fmla="*/ 0 60000 65536"/>
                  <a:gd name="T24" fmla="*/ 0 w 1162"/>
                  <a:gd name="T25" fmla="*/ 0 h 543"/>
                  <a:gd name="T26" fmla="*/ 1162 w 1162"/>
                  <a:gd name="T27" fmla="*/ 543 h 5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62" h="543">
                    <a:moveTo>
                      <a:pt x="56" y="162"/>
                    </a:moveTo>
                    <a:cubicBezTo>
                      <a:pt x="115" y="100"/>
                      <a:pt x="221" y="28"/>
                      <a:pt x="368" y="14"/>
                    </a:cubicBezTo>
                    <a:cubicBezTo>
                      <a:pt x="515" y="0"/>
                      <a:pt x="811" y="42"/>
                      <a:pt x="940" y="79"/>
                    </a:cubicBezTo>
                    <a:cubicBezTo>
                      <a:pt x="1069" y="116"/>
                      <a:pt x="1126" y="177"/>
                      <a:pt x="1144" y="239"/>
                    </a:cubicBezTo>
                    <a:cubicBezTo>
                      <a:pt x="1162" y="301"/>
                      <a:pt x="1141" y="401"/>
                      <a:pt x="1048" y="451"/>
                    </a:cubicBezTo>
                    <a:cubicBezTo>
                      <a:pt x="955" y="501"/>
                      <a:pt x="746" y="543"/>
                      <a:pt x="586" y="541"/>
                    </a:cubicBezTo>
                    <a:cubicBezTo>
                      <a:pt x="426" y="539"/>
                      <a:pt x="176" y="502"/>
                      <a:pt x="88" y="439"/>
                    </a:cubicBezTo>
                    <a:cubicBezTo>
                      <a:pt x="0" y="376"/>
                      <a:pt x="63" y="220"/>
                      <a:pt x="56" y="162"/>
                    </a:cubicBezTo>
                    <a:close/>
                  </a:path>
                </a:pathLst>
              </a:custGeom>
              <a:gradFill>
                <a:gsLst>
                  <a:gs pos="24000">
                    <a:schemeClr val="bg1"/>
                  </a:gs>
                  <a:gs pos="99000">
                    <a:schemeClr val="bg1">
                      <a:alpha val="67000"/>
                    </a:schemeClr>
                  </a:gs>
                </a:gsLst>
                <a:path path="circl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276" name="Group 275">
                <a:extLst>
                  <a:ext uri="{FF2B5EF4-FFF2-40B4-BE49-F238E27FC236}">
                    <a16:creationId xmlns:a16="http://schemas.microsoft.com/office/drawing/2014/main" id="{92ED2415-587F-4B43-864E-2DFBFD8318B6}"/>
                  </a:ext>
                </a:extLst>
              </p:cNvPr>
              <p:cNvGrpSpPr/>
              <p:nvPr/>
            </p:nvGrpSpPr>
            <p:grpSpPr>
              <a:xfrm>
                <a:off x="7396057" y="4300199"/>
                <a:ext cx="1290181" cy="895439"/>
                <a:chOff x="2158089" y="2093530"/>
                <a:chExt cx="1290181" cy="895439"/>
              </a:xfrm>
            </p:grpSpPr>
            <p:sp>
              <p:nvSpPr>
                <p:cNvPr id="277" name="TextBox 276">
                  <a:extLst>
                    <a:ext uri="{FF2B5EF4-FFF2-40B4-BE49-F238E27FC236}">
                      <a16:creationId xmlns:a16="http://schemas.microsoft.com/office/drawing/2014/main" id="{5E266E0C-04F2-274C-A906-0CE2714D9E26}"/>
                    </a:ext>
                  </a:extLst>
                </p:cNvPr>
                <p:cNvSpPr txBox="1"/>
                <p:nvPr/>
              </p:nvSpPr>
              <p:spPr>
                <a:xfrm>
                  <a:off x="2307787" y="2257804"/>
                  <a:ext cx="1017010" cy="617861"/>
                </a:xfrm>
                <a:prstGeom prst="rect">
                  <a:avLst/>
                </a:prstGeom>
                <a:noFill/>
              </p:spPr>
              <p:txBody>
                <a:bodyPr wrap="none" rtlCol="0">
                  <a:spAutoFit/>
                </a:bodyPr>
                <a:lstStyle/>
                <a:p>
                  <a:pPr algn="ctr">
                    <a:lnSpc>
                      <a:spcPct val="85000"/>
                    </a:lnSpc>
                  </a:pPr>
                  <a:r>
                    <a:rPr lang="en-US" sz="2000" dirty="0">
                      <a:solidFill>
                        <a:srgbClr val="0000A8"/>
                      </a:solidFill>
                    </a:rPr>
                    <a:t>intra-AS</a:t>
                  </a:r>
                </a:p>
                <a:p>
                  <a:pPr algn="ctr">
                    <a:lnSpc>
                      <a:spcPct val="85000"/>
                    </a:lnSpc>
                  </a:pPr>
                  <a:r>
                    <a:rPr lang="en-US" sz="2000" dirty="0">
                      <a:solidFill>
                        <a:srgbClr val="0000A8"/>
                      </a:solidFill>
                    </a:rPr>
                    <a:t>routing</a:t>
                  </a:r>
                </a:p>
              </p:txBody>
            </p:sp>
            <p:sp>
              <p:nvSpPr>
                <p:cNvPr id="278" name="Oval 277">
                  <a:extLst>
                    <a:ext uri="{FF2B5EF4-FFF2-40B4-BE49-F238E27FC236}">
                      <a16:creationId xmlns:a16="http://schemas.microsoft.com/office/drawing/2014/main" id="{AF109F00-AEAA-434C-BBF7-9540A765DEAD}"/>
                    </a:ext>
                  </a:extLst>
                </p:cNvPr>
                <p:cNvSpPr/>
                <p:nvPr/>
              </p:nvSpPr>
              <p:spPr>
                <a:xfrm>
                  <a:off x="2158089" y="2093530"/>
                  <a:ext cx="1290181" cy="864296"/>
                </a:xfrm>
                <a:prstGeom prst="ellipse">
                  <a:avLst/>
                </a:prstGeom>
                <a:noFill/>
                <a:ln w="381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79" name="Rectangle 278">
                  <a:extLst>
                    <a:ext uri="{FF2B5EF4-FFF2-40B4-BE49-F238E27FC236}">
                      <a16:creationId xmlns:a16="http://schemas.microsoft.com/office/drawing/2014/main" id="{BC93F16D-2C1A-E249-87B4-695F781B3787}"/>
                    </a:ext>
                  </a:extLst>
                </p:cNvPr>
                <p:cNvSpPr/>
                <p:nvPr/>
              </p:nvSpPr>
              <p:spPr>
                <a:xfrm>
                  <a:off x="2417523" y="2844399"/>
                  <a:ext cx="776614" cy="14457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280" name="Straight Arrow Connector 279">
                  <a:extLst>
                    <a:ext uri="{FF2B5EF4-FFF2-40B4-BE49-F238E27FC236}">
                      <a16:creationId xmlns:a16="http://schemas.microsoft.com/office/drawing/2014/main" id="{BF12078B-FFCB-5B4D-96D9-6482BC5DACC1}"/>
                    </a:ext>
                  </a:extLst>
                </p:cNvPr>
                <p:cNvCxnSpPr>
                  <a:cxnSpLocks/>
                </p:cNvCxnSpPr>
                <p:nvPr/>
              </p:nvCxnSpPr>
              <p:spPr>
                <a:xfrm flipH="1">
                  <a:off x="3111009" y="2833557"/>
                  <a:ext cx="138182" cy="97585"/>
                </a:xfrm>
                <a:prstGeom prst="straightConnector1">
                  <a:avLst/>
                </a:prstGeom>
                <a:ln w="38100">
                  <a:solidFill>
                    <a:srgbClr val="0000A8"/>
                  </a:solidFill>
                  <a:tailEnd type="triangle"/>
                </a:ln>
              </p:spPr>
              <p:style>
                <a:lnRef idx="1">
                  <a:schemeClr val="accent1"/>
                </a:lnRef>
                <a:fillRef idx="0">
                  <a:schemeClr val="accent1"/>
                </a:fillRef>
                <a:effectRef idx="0">
                  <a:schemeClr val="accent1"/>
                </a:effectRef>
                <a:fontRef idx="minor">
                  <a:schemeClr val="tx1"/>
                </a:fontRef>
              </p:style>
            </p:cxnSp>
          </p:grpSp>
        </p:grpSp>
      </p:grpSp>
      <p:grpSp>
        <p:nvGrpSpPr>
          <p:cNvPr id="312" name="Group 311">
            <a:extLst>
              <a:ext uri="{FF2B5EF4-FFF2-40B4-BE49-F238E27FC236}">
                <a16:creationId xmlns:a16="http://schemas.microsoft.com/office/drawing/2014/main" id="{78E22769-1D43-5840-8394-0FE0463D5740}"/>
              </a:ext>
            </a:extLst>
          </p:cNvPr>
          <p:cNvGrpSpPr/>
          <p:nvPr/>
        </p:nvGrpSpPr>
        <p:grpSpPr>
          <a:xfrm>
            <a:off x="1812296" y="3939436"/>
            <a:ext cx="5968456" cy="2124592"/>
            <a:chOff x="3202684" y="3763506"/>
            <a:chExt cx="5968456" cy="2124592"/>
          </a:xfrm>
        </p:grpSpPr>
        <p:grpSp>
          <p:nvGrpSpPr>
            <p:cNvPr id="310" name="Group 309">
              <a:extLst>
                <a:ext uri="{FF2B5EF4-FFF2-40B4-BE49-F238E27FC236}">
                  <a16:creationId xmlns:a16="http://schemas.microsoft.com/office/drawing/2014/main" id="{744E07CE-3F29-2C44-A38C-A63250BD37CA}"/>
                </a:ext>
              </a:extLst>
            </p:cNvPr>
            <p:cNvGrpSpPr/>
            <p:nvPr/>
          </p:nvGrpSpPr>
          <p:grpSpPr>
            <a:xfrm>
              <a:off x="3202684" y="3763506"/>
              <a:ext cx="5968456" cy="2124592"/>
              <a:chOff x="2563856" y="-1509951"/>
              <a:chExt cx="5968456" cy="2124592"/>
            </a:xfrm>
          </p:grpSpPr>
          <p:sp>
            <p:nvSpPr>
              <p:cNvPr id="304" name="Freeform 4">
                <a:extLst>
                  <a:ext uri="{FF2B5EF4-FFF2-40B4-BE49-F238E27FC236}">
                    <a16:creationId xmlns:a16="http://schemas.microsoft.com/office/drawing/2014/main" id="{D30911A6-6911-094B-927D-A42ABA72DF40}"/>
                  </a:ext>
                </a:extLst>
              </p:cNvPr>
              <p:cNvSpPr>
                <a:spLocks/>
              </p:cNvSpPr>
              <p:nvPr/>
            </p:nvSpPr>
            <p:spPr bwMode="auto">
              <a:xfrm>
                <a:off x="2563856" y="-1509951"/>
                <a:ext cx="1609399" cy="1316010"/>
              </a:xfrm>
              <a:custGeom>
                <a:avLst/>
                <a:gdLst>
                  <a:gd name="T0" fmla="*/ 134 w 1198"/>
                  <a:gd name="T1" fmla="*/ 270558 h 451"/>
                  <a:gd name="T2" fmla="*/ 273 w 1198"/>
                  <a:gd name="T3" fmla="*/ 132828 h 451"/>
                  <a:gd name="T4" fmla="*/ 679 w 1198"/>
                  <a:gd name="T5" fmla="*/ 73044 h 451"/>
                  <a:gd name="T6" fmla="*/ 1501 w 1198"/>
                  <a:gd name="T7" fmla="*/ 37135 h 451"/>
                  <a:gd name="T8" fmla="*/ 1796 w 1198"/>
                  <a:gd name="T9" fmla="*/ 294460 h 451"/>
                  <a:gd name="T10" fmla="*/ 1350 w 1198"/>
                  <a:gd name="T11" fmla="*/ 616944 h 451"/>
                  <a:gd name="T12" fmla="*/ 466 w 1198"/>
                  <a:gd name="T13" fmla="*/ 634874 h 451"/>
                  <a:gd name="T14" fmla="*/ 54 w 1198"/>
                  <a:gd name="T15" fmla="*/ 503524 h 451"/>
                  <a:gd name="T16" fmla="*/ 134 w 1198"/>
                  <a:gd name="T17" fmla="*/ 270558 h 4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98"/>
                  <a:gd name="T28" fmla="*/ 0 h 451"/>
                  <a:gd name="T29" fmla="*/ 1198 w 1198"/>
                  <a:gd name="T30" fmla="*/ 451 h 45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98" h="451">
                    <a:moveTo>
                      <a:pt x="88" y="181"/>
                    </a:moveTo>
                    <a:cubicBezTo>
                      <a:pt x="159" y="143"/>
                      <a:pt x="120" y="111"/>
                      <a:pt x="180" y="89"/>
                    </a:cubicBezTo>
                    <a:cubicBezTo>
                      <a:pt x="240" y="67"/>
                      <a:pt x="313" y="60"/>
                      <a:pt x="448" y="49"/>
                    </a:cubicBezTo>
                    <a:cubicBezTo>
                      <a:pt x="583" y="38"/>
                      <a:pt x="866" y="0"/>
                      <a:pt x="988" y="25"/>
                    </a:cubicBezTo>
                    <a:cubicBezTo>
                      <a:pt x="1110" y="50"/>
                      <a:pt x="1198" y="132"/>
                      <a:pt x="1181" y="197"/>
                    </a:cubicBezTo>
                    <a:cubicBezTo>
                      <a:pt x="1164" y="262"/>
                      <a:pt x="1034" y="375"/>
                      <a:pt x="889" y="413"/>
                    </a:cubicBezTo>
                    <a:cubicBezTo>
                      <a:pt x="744" y="451"/>
                      <a:pt x="449" y="438"/>
                      <a:pt x="307" y="425"/>
                    </a:cubicBezTo>
                    <a:cubicBezTo>
                      <a:pt x="165" y="412"/>
                      <a:pt x="72" y="378"/>
                      <a:pt x="36" y="337"/>
                    </a:cubicBezTo>
                    <a:cubicBezTo>
                      <a:pt x="0" y="296"/>
                      <a:pt x="77" y="213"/>
                      <a:pt x="88" y="181"/>
                    </a:cubicBezTo>
                    <a:close/>
                  </a:path>
                </a:pathLst>
              </a:custGeom>
              <a:gradFill>
                <a:gsLst>
                  <a:gs pos="24000">
                    <a:schemeClr val="bg1"/>
                  </a:gs>
                  <a:gs pos="99000">
                    <a:schemeClr val="bg1">
                      <a:alpha val="67000"/>
                    </a:schemeClr>
                  </a:gs>
                </a:gsLst>
                <a:path path="circl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98" name="Freeform 5">
                <a:extLst>
                  <a:ext uri="{FF2B5EF4-FFF2-40B4-BE49-F238E27FC236}">
                    <a16:creationId xmlns:a16="http://schemas.microsoft.com/office/drawing/2014/main" id="{5CB4E5C1-2135-4947-936C-2E606AB35C41}"/>
                  </a:ext>
                </a:extLst>
              </p:cNvPr>
              <p:cNvSpPr>
                <a:spLocks/>
              </p:cNvSpPr>
              <p:nvPr/>
            </p:nvSpPr>
            <p:spPr bwMode="auto">
              <a:xfrm>
                <a:off x="3733897" y="-479142"/>
                <a:ext cx="2744147" cy="1093783"/>
              </a:xfrm>
              <a:custGeom>
                <a:avLst/>
                <a:gdLst>
                  <a:gd name="T0" fmla="*/ 1319 w 1583"/>
                  <a:gd name="T1" fmla="*/ 862 h 682"/>
                  <a:gd name="T2" fmla="*/ 3445 w 1583"/>
                  <a:gd name="T3" fmla="*/ 285 h 682"/>
                  <a:gd name="T4" fmla="*/ 6645 w 1583"/>
                  <a:gd name="T5" fmla="*/ 77 h 682"/>
                  <a:gd name="T6" fmla="*/ 9794 w 1583"/>
                  <a:gd name="T7" fmla="*/ 744 h 682"/>
                  <a:gd name="T8" fmla="*/ 13238 w 1583"/>
                  <a:gd name="T9" fmla="*/ 1642 h 682"/>
                  <a:gd name="T10" fmla="*/ 10773 w 1583"/>
                  <a:gd name="T11" fmla="*/ 2476 h 682"/>
                  <a:gd name="T12" fmla="*/ 5844 w 1583"/>
                  <a:gd name="T13" fmla="*/ 2523 h 682"/>
                  <a:gd name="T14" fmla="*/ 751 w 1583"/>
                  <a:gd name="T15" fmla="*/ 2291 h 682"/>
                  <a:gd name="T16" fmla="*/ 1319 w 1583"/>
                  <a:gd name="T17" fmla="*/ 862 h 6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83"/>
                  <a:gd name="T28" fmla="*/ 0 h 682"/>
                  <a:gd name="T29" fmla="*/ 1583 w 1583"/>
                  <a:gd name="T30" fmla="*/ 682 h 68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83" h="682">
                    <a:moveTo>
                      <a:pt x="155" y="224"/>
                    </a:moveTo>
                    <a:cubicBezTo>
                      <a:pt x="208" y="137"/>
                      <a:pt x="302" y="108"/>
                      <a:pt x="407" y="74"/>
                    </a:cubicBezTo>
                    <a:cubicBezTo>
                      <a:pt x="512" y="40"/>
                      <a:pt x="660" y="0"/>
                      <a:pt x="785" y="20"/>
                    </a:cubicBezTo>
                    <a:cubicBezTo>
                      <a:pt x="910" y="40"/>
                      <a:pt x="1027" y="126"/>
                      <a:pt x="1157" y="194"/>
                    </a:cubicBezTo>
                    <a:cubicBezTo>
                      <a:pt x="1287" y="262"/>
                      <a:pt x="1545" y="353"/>
                      <a:pt x="1564" y="428"/>
                    </a:cubicBezTo>
                    <a:cubicBezTo>
                      <a:pt x="1583" y="503"/>
                      <a:pt x="1417" y="606"/>
                      <a:pt x="1272" y="644"/>
                    </a:cubicBezTo>
                    <a:cubicBezTo>
                      <a:pt x="1127" y="682"/>
                      <a:pt x="887" y="664"/>
                      <a:pt x="690" y="656"/>
                    </a:cubicBezTo>
                    <a:cubicBezTo>
                      <a:pt x="493" y="648"/>
                      <a:pt x="178" y="668"/>
                      <a:pt x="89" y="596"/>
                    </a:cubicBezTo>
                    <a:cubicBezTo>
                      <a:pt x="0" y="524"/>
                      <a:pt x="102" y="311"/>
                      <a:pt x="155" y="224"/>
                    </a:cubicBezTo>
                    <a:close/>
                  </a:path>
                </a:pathLst>
              </a:custGeom>
              <a:gradFill flip="none" rotWithShape="1">
                <a:gsLst>
                  <a:gs pos="20000">
                    <a:schemeClr val="bg1"/>
                  </a:gs>
                  <a:gs pos="99000">
                    <a:schemeClr val="bg1">
                      <a:alpha val="73000"/>
                    </a:schemeClr>
                  </a:gs>
                </a:gsLst>
                <a:path path="circle">
                  <a:fillToRect l="50000" t="50000" r="50000" b="50000"/>
                </a:path>
                <a:tileRect/>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92" name="Freeform 3">
                <a:extLst>
                  <a:ext uri="{FF2B5EF4-FFF2-40B4-BE49-F238E27FC236}">
                    <a16:creationId xmlns:a16="http://schemas.microsoft.com/office/drawing/2014/main" id="{17419CA7-50EA-4644-BAD8-E64BA60CCA3E}"/>
                  </a:ext>
                </a:extLst>
              </p:cNvPr>
              <p:cNvSpPr>
                <a:spLocks/>
              </p:cNvSpPr>
              <p:nvPr/>
            </p:nvSpPr>
            <p:spPr bwMode="auto">
              <a:xfrm>
                <a:off x="6377885" y="-1281366"/>
                <a:ext cx="2154427" cy="1384541"/>
              </a:xfrm>
              <a:custGeom>
                <a:avLst/>
                <a:gdLst>
                  <a:gd name="T0" fmla="*/ 1063 w 1162"/>
                  <a:gd name="T1" fmla="*/ 49351 h 543"/>
                  <a:gd name="T2" fmla="*/ 6960 w 1162"/>
                  <a:gd name="T3" fmla="*/ 4162 h 543"/>
                  <a:gd name="T4" fmla="*/ 17785 w 1162"/>
                  <a:gd name="T5" fmla="*/ 23973 h 543"/>
                  <a:gd name="T6" fmla="*/ 21649 w 1162"/>
                  <a:gd name="T7" fmla="*/ 72662 h 543"/>
                  <a:gd name="T8" fmla="*/ 19828 w 1162"/>
                  <a:gd name="T9" fmla="*/ 137161 h 543"/>
                  <a:gd name="T10" fmla="*/ 11083 w 1162"/>
                  <a:gd name="T11" fmla="*/ 164591 h 543"/>
                  <a:gd name="T12" fmla="*/ 1657 w 1162"/>
                  <a:gd name="T13" fmla="*/ 133650 h 543"/>
                  <a:gd name="T14" fmla="*/ 1063 w 1162"/>
                  <a:gd name="T15" fmla="*/ 49351 h 543"/>
                  <a:gd name="T16" fmla="*/ 0 60000 65536"/>
                  <a:gd name="T17" fmla="*/ 0 60000 65536"/>
                  <a:gd name="T18" fmla="*/ 0 60000 65536"/>
                  <a:gd name="T19" fmla="*/ 0 60000 65536"/>
                  <a:gd name="T20" fmla="*/ 0 60000 65536"/>
                  <a:gd name="T21" fmla="*/ 0 60000 65536"/>
                  <a:gd name="T22" fmla="*/ 0 60000 65536"/>
                  <a:gd name="T23" fmla="*/ 0 60000 65536"/>
                  <a:gd name="T24" fmla="*/ 0 w 1162"/>
                  <a:gd name="T25" fmla="*/ 0 h 543"/>
                  <a:gd name="T26" fmla="*/ 1162 w 1162"/>
                  <a:gd name="T27" fmla="*/ 543 h 5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62" h="543">
                    <a:moveTo>
                      <a:pt x="56" y="162"/>
                    </a:moveTo>
                    <a:cubicBezTo>
                      <a:pt x="115" y="100"/>
                      <a:pt x="221" y="28"/>
                      <a:pt x="368" y="14"/>
                    </a:cubicBezTo>
                    <a:cubicBezTo>
                      <a:pt x="515" y="0"/>
                      <a:pt x="811" y="42"/>
                      <a:pt x="940" y="79"/>
                    </a:cubicBezTo>
                    <a:cubicBezTo>
                      <a:pt x="1069" y="116"/>
                      <a:pt x="1126" y="177"/>
                      <a:pt x="1144" y="239"/>
                    </a:cubicBezTo>
                    <a:cubicBezTo>
                      <a:pt x="1162" y="301"/>
                      <a:pt x="1141" y="401"/>
                      <a:pt x="1048" y="451"/>
                    </a:cubicBezTo>
                    <a:cubicBezTo>
                      <a:pt x="955" y="501"/>
                      <a:pt x="746" y="543"/>
                      <a:pt x="586" y="541"/>
                    </a:cubicBezTo>
                    <a:cubicBezTo>
                      <a:pt x="426" y="539"/>
                      <a:pt x="176" y="502"/>
                      <a:pt x="88" y="439"/>
                    </a:cubicBezTo>
                    <a:cubicBezTo>
                      <a:pt x="0" y="376"/>
                      <a:pt x="63" y="220"/>
                      <a:pt x="56" y="162"/>
                    </a:cubicBezTo>
                    <a:close/>
                  </a:path>
                </a:pathLst>
              </a:custGeom>
              <a:gradFill>
                <a:gsLst>
                  <a:gs pos="24000">
                    <a:schemeClr val="bg1"/>
                  </a:gs>
                  <a:gs pos="99000">
                    <a:schemeClr val="bg1">
                      <a:alpha val="67000"/>
                    </a:schemeClr>
                  </a:gs>
                </a:gsLst>
                <a:path path="circl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cxnSp>
            <p:nvCxnSpPr>
              <p:cNvPr id="284" name="Straight Arrow Connector 283">
                <a:extLst>
                  <a:ext uri="{FF2B5EF4-FFF2-40B4-BE49-F238E27FC236}">
                    <a16:creationId xmlns:a16="http://schemas.microsoft.com/office/drawing/2014/main" id="{D9F899E2-41E6-F644-9D09-629032DFBB9F}"/>
                  </a:ext>
                </a:extLst>
              </p:cNvPr>
              <p:cNvCxnSpPr>
                <a:cxnSpLocks/>
              </p:cNvCxnSpPr>
              <p:nvPr/>
            </p:nvCxnSpPr>
            <p:spPr>
              <a:xfrm flipV="1">
                <a:off x="5824603" y="-501042"/>
                <a:ext cx="814192" cy="501042"/>
              </a:xfrm>
              <a:prstGeom prst="straightConnector1">
                <a:avLst/>
              </a:prstGeom>
              <a:ln w="3810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86" name="Straight Arrow Connector 285">
                <a:extLst>
                  <a:ext uri="{FF2B5EF4-FFF2-40B4-BE49-F238E27FC236}">
                    <a16:creationId xmlns:a16="http://schemas.microsoft.com/office/drawing/2014/main" id="{498B5083-E95A-D548-919E-B088084EACD8}"/>
                  </a:ext>
                </a:extLst>
              </p:cNvPr>
              <p:cNvCxnSpPr>
                <a:cxnSpLocks/>
              </p:cNvCxnSpPr>
              <p:nvPr/>
            </p:nvCxnSpPr>
            <p:spPr>
              <a:xfrm>
                <a:off x="4010416" y="-711896"/>
                <a:ext cx="724423" cy="436323"/>
              </a:xfrm>
              <a:prstGeom prst="straightConnector1">
                <a:avLst/>
              </a:prstGeom>
              <a:ln w="3810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grpSp>
        <p:sp>
          <p:nvSpPr>
            <p:cNvPr id="311" name="TextBox 310">
              <a:extLst>
                <a:ext uri="{FF2B5EF4-FFF2-40B4-BE49-F238E27FC236}">
                  <a16:creationId xmlns:a16="http://schemas.microsoft.com/office/drawing/2014/main" id="{B03A980E-CDF4-394B-8ACB-E178989326AD}"/>
                </a:ext>
              </a:extLst>
            </p:cNvPr>
            <p:cNvSpPr txBox="1"/>
            <p:nvPr/>
          </p:nvSpPr>
          <p:spPr>
            <a:xfrm>
              <a:off x="4935255" y="4346532"/>
              <a:ext cx="2217106" cy="461665"/>
            </a:xfrm>
            <a:prstGeom prst="rect">
              <a:avLst/>
            </a:prstGeom>
            <a:noFill/>
          </p:spPr>
          <p:txBody>
            <a:bodyPr wrap="square" rtlCol="0">
              <a:spAutoFit/>
            </a:bodyPr>
            <a:lstStyle/>
            <a:p>
              <a:r>
                <a:rPr lang="en-US" sz="2400" dirty="0">
                  <a:solidFill>
                    <a:srgbClr val="C00000"/>
                  </a:solidFill>
                </a:rPr>
                <a:t>inter-AS routing</a:t>
              </a:r>
            </a:p>
          </p:txBody>
        </p:sp>
      </p:grpSp>
      <p:grpSp>
        <p:nvGrpSpPr>
          <p:cNvPr id="313" name="Group 312">
            <a:extLst>
              <a:ext uri="{FF2B5EF4-FFF2-40B4-BE49-F238E27FC236}">
                <a16:creationId xmlns:a16="http://schemas.microsoft.com/office/drawing/2014/main" id="{AFDBFFAE-83D8-D74E-B3C9-F3CDF234CDF3}"/>
              </a:ext>
            </a:extLst>
          </p:cNvPr>
          <p:cNvGrpSpPr/>
          <p:nvPr/>
        </p:nvGrpSpPr>
        <p:grpSpPr>
          <a:xfrm>
            <a:off x="3723768" y="1866380"/>
            <a:ext cx="2334629" cy="3331019"/>
            <a:chOff x="5176788" y="1691016"/>
            <a:chExt cx="2334629" cy="3331019"/>
          </a:xfrm>
        </p:grpSpPr>
        <p:sp>
          <p:nvSpPr>
            <p:cNvPr id="314" name="Freeform 313">
              <a:extLst>
                <a:ext uri="{FF2B5EF4-FFF2-40B4-BE49-F238E27FC236}">
                  <a16:creationId xmlns:a16="http://schemas.microsoft.com/office/drawing/2014/main" id="{DA2EECEA-6E2F-594A-A168-0AF941E524C3}"/>
                </a:ext>
              </a:extLst>
            </p:cNvPr>
            <p:cNvSpPr/>
            <p:nvPr/>
          </p:nvSpPr>
          <p:spPr bwMode="auto">
            <a:xfrm flipH="1">
              <a:off x="5219204" y="3674178"/>
              <a:ext cx="2255450" cy="134785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2217181 w 2532501"/>
                <a:gd name="connsiteY0" fmla="*/ 747595 h 747595"/>
                <a:gd name="connsiteX1" fmla="*/ 0 w 2532501"/>
                <a:gd name="connsiteY1" fmla="*/ 310 h 747595"/>
                <a:gd name="connsiteX2" fmla="*/ 2251233 w 2532501"/>
                <a:gd name="connsiteY2" fmla="*/ 1468 h 747595"/>
                <a:gd name="connsiteX3" fmla="*/ 2532501 w 2532501"/>
                <a:gd name="connsiteY3" fmla="*/ 710902 h 747595"/>
                <a:gd name="connsiteX4" fmla="*/ 2217181 w 2532501"/>
                <a:gd name="connsiteY4" fmla="*/ 747595 h 747595"/>
                <a:gd name="connsiteX0" fmla="*/ 1904181 w 2532501"/>
                <a:gd name="connsiteY0" fmla="*/ 1349639 h 1349639"/>
                <a:gd name="connsiteX1" fmla="*/ 0 w 2532501"/>
                <a:gd name="connsiteY1" fmla="*/ 310 h 1349639"/>
                <a:gd name="connsiteX2" fmla="*/ 2251233 w 2532501"/>
                <a:gd name="connsiteY2" fmla="*/ 1468 h 1349639"/>
                <a:gd name="connsiteX3" fmla="*/ 2532501 w 2532501"/>
                <a:gd name="connsiteY3" fmla="*/ 710902 h 1349639"/>
                <a:gd name="connsiteX4" fmla="*/ 1904181 w 2532501"/>
                <a:gd name="connsiteY4" fmla="*/ 1349639 h 1349639"/>
                <a:gd name="connsiteX0" fmla="*/ 1904181 w 2532501"/>
                <a:gd name="connsiteY0" fmla="*/ 1349639 h 1349639"/>
                <a:gd name="connsiteX1" fmla="*/ 0 w 2532501"/>
                <a:gd name="connsiteY1" fmla="*/ 310 h 1349639"/>
                <a:gd name="connsiteX2" fmla="*/ 2251233 w 2532501"/>
                <a:gd name="connsiteY2" fmla="*/ 1468 h 1349639"/>
                <a:gd name="connsiteX3" fmla="*/ 2532501 w 2532501"/>
                <a:gd name="connsiteY3" fmla="*/ 710902 h 1349639"/>
                <a:gd name="connsiteX4" fmla="*/ 1904181 w 2532501"/>
                <a:gd name="connsiteY4" fmla="*/ 1349639 h 1349639"/>
                <a:gd name="connsiteX0" fmla="*/ 1904181 w 2274923"/>
                <a:gd name="connsiteY0" fmla="*/ 1349639 h 1349639"/>
                <a:gd name="connsiteX1" fmla="*/ 0 w 2274923"/>
                <a:gd name="connsiteY1" fmla="*/ 310 h 1349639"/>
                <a:gd name="connsiteX2" fmla="*/ 2251233 w 2274923"/>
                <a:gd name="connsiteY2" fmla="*/ 1468 h 1349639"/>
                <a:gd name="connsiteX3" fmla="*/ 2244541 w 2274923"/>
                <a:gd name="connsiteY3" fmla="*/ 1338031 h 1349639"/>
                <a:gd name="connsiteX4" fmla="*/ 1904181 w 2274923"/>
                <a:gd name="connsiteY4" fmla="*/ 1349639 h 1349639"/>
                <a:gd name="connsiteX0" fmla="*/ 1904181 w 2251233"/>
                <a:gd name="connsiteY0" fmla="*/ 1349639 h 1349639"/>
                <a:gd name="connsiteX1" fmla="*/ 0 w 2251233"/>
                <a:gd name="connsiteY1" fmla="*/ 310 h 1349639"/>
                <a:gd name="connsiteX2" fmla="*/ 2251233 w 2251233"/>
                <a:gd name="connsiteY2" fmla="*/ 1468 h 1349639"/>
                <a:gd name="connsiteX3" fmla="*/ 2244541 w 2251233"/>
                <a:gd name="connsiteY3" fmla="*/ 1338031 h 1349639"/>
                <a:gd name="connsiteX4" fmla="*/ 1904181 w 2251233"/>
                <a:gd name="connsiteY4" fmla="*/ 1349639 h 1349639"/>
                <a:gd name="connsiteX0" fmla="*/ 1855043 w 2251233"/>
                <a:gd name="connsiteY0" fmla="*/ 1349639 h 1349639"/>
                <a:gd name="connsiteX1" fmla="*/ 0 w 2251233"/>
                <a:gd name="connsiteY1" fmla="*/ 310 h 1349639"/>
                <a:gd name="connsiteX2" fmla="*/ 2251233 w 2251233"/>
                <a:gd name="connsiteY2" fmla="*/ 1468 h 1349639"/>
                <a:gd name="connsiteX3" fmla="*/ 2244541 w 2251233"/>
                <a:gd name="connsiteY3" fmla="*/ 1338031 h 1349639"/>
                <a:gd name="connsiteX4" fmla="*/ 1855043 w 2251233"/>
                <a:gd name="connsiteY4" fmla="*/ 1349639 h 1349639"/>
                <a:gd name="connsiteX0" fmla="*/ 1855043 w 2254368"/>
                <a:gd name="connsiteY0" fmla="*/ 1349639 h 1349639"/>
                <a:gd name="connsiteX1" fmla="*/ 0 w 2254368"/>
                <a:gd name="connsiteY1" fmla="*/ 310 h 1349639"/>
                <a:gd name="connsiteX2" fmla="*/ 2251233 w 2254368"/>
                <a:gd name="connsiteY2" fmla="*/ 1468 h 1349639"/>
                <a:gd name="connsiteX3" fmla="*/ 2254368 w 2254368"/>
                <a:gd name="connsiteY3" fmla="*/ 1315058 h 1349639"/>
                <a:gd name="connsiteX4" fmla="*/ 1855043 w 2254368"/>
                <a:gd name="connsiteY4" fmla="*/ 1349639 h 1349639"/>
                <a:gd name="connsiteX0" fmla="*/ 1855043 w 2254368"/>
                <a:gd name="connsiteY0" fmla="*/ 1349639 h 1349639"/>
                <a:gd name="connsiteX1" fmla="*/ 0 w 2254368"/>
                <a:gd name="connsiteY1" fmla="*/ 310 h 1349639"/>
                <a:gd name="connsiteX2" fmla="*/ 2251233 w 2254368"/>
                <a:gd name="connsiteY2" fmla="*/ 1468 h 1349639"/>
                <a:gd name="connsiteX3" fmla="*/ 2254368 w 2254368"/>
                <a:gd name="connsiteY3" fmla="*/ 1315058 h 1349639"/>
                <a:gd name="connsiteX4" fmla="*/ 1855043 w 2254368"/>
                <a:gd name="connsiteY4" fmla="*/ 1349639 h 1349639"/>
                <a:gd name="connsiteX0" fmla="*/ 1855043 w 2254368"/>
                <a:gd name="connsiteY0" fmla="*/ 1349639 h 1349639"/>
                <a:gd name="connsiteX1" fmla="*/ 0 w 2254368"/>
                <a:gd name="connsiteY1" fmla="*/ 310 h 1349639"/>
                <a:gd name="connsiteX2" fmla="*/ 2251233 w 2254368"/>
                <a:gd name="connsiteY2" fmla="*/ 1468 h 1349639"/>
                <a:gd name="connsiteX3" fmla="*/ 2254368 w 2254368"/>
                <a:gd name="connsiteY3" fmla="*/ 1315058 h 1349639"/>
                <a:gd name="connsiteX4" fmla="*/ 1855043 w 2254368"/>
                <a:gd name="connsiteY4" fmla="*/ 1349639 h 13496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4368" h="1349639">
                  <a:moveTo>
                    <a:pt x="1855043" y="1349639"/>
                  </a:moveTo>
                  <a:cubicBezTo>
                    <a:pt x="1304110" y="746280"/>
                    <a:pt x="628999" y="499249"/>
                    <a:pt x="0" y="310"/>
                  </a:cubicBezTo>
                  <a:cubicBezTo>
                    <a:pt x="333077" y="4877"/>
                    <a:pt x="1918156" y="-3099"/>
                    <a:pt x="2251233" y="1468"/>
                  </a:cubicBezTo>
                  <a:cubicBezTo>
                    <a:pt x="2089546" y="493074"/>
                    <a:pt x="2029736" y="828030"/>
                    <a:pt x="2254368" y="1315058"/>
                  </a:cubicBezTo>
                  <a:cubicBezTo>
                    <a:pt x="2028914" y="1268083"/>
                    <a:pt x="1915520" y="1271535"/>
                    <a:pt x="1855043" y="1349639"/>
                  </a:cubicBezTo>
                  <a:close/>
                </a:path>
              </a:pathLst>
            </a:custGeom>
            <a:gradFill rotWithShape="1">
              <a:gsLst>
                <a:gs pos="0">
                  <a:srgbClr val="FFFFFF">
                    <a:lumMod val="95000"/>
                  </a:srgbClr>
                </a:gs>
                <a:gs pos="100000">
                  <a:srgbClr val="FFFFFF">
                    <a:lumMod val="75000"/>
                  </a:srgbClr>
                </a:gs>
              </a:gsLst>
              <a:lin ang="16200000" scaled="0"/>
            </a:gradFill>
            <a:ln w="9525" cap="flat" cmpd="sng" algn="ctr">
              <a:noFill/>
              <a:prstDash val="solid"/>
            </a:ln>
            <a:effectLst/>
          </p:spPr>
          <p:txBody>
            <a:bodyPr anchor="ctr"/>
            <a:lstStyle/>
            <a:p>
              <a:pPr algn="ctr" eaLnBrk="0" fontAlgn="base" hangingPunct="0">
                <a:spcBef>
                  <a:spcPct val="0"/>
                </a:spcBef>
                <a:spcAft>
                  <a:spcPct val="0"/>
                </a:spcAft>
                <a:defRPr/>
              </a:pPr>
              <a:endParaRPr lang="en-US" kern="0" dirty="0">
                <a:solidFill>
                  <a:srgbClr val="FFFFFF"/>
                </a:solidFill>
                <a:latin typeface="Gill Sans MT"/>
              </a:endParaRPr>
            </a:p>
          </p:txBody>
        </p:sp>
        <p:grpSp>
          <p:nvGrpSpPr>
            <p:cNvPr id="315" name="Group 314">
              <a:extLst>
                <a:ext uri="{FF2B5EF4-FFF2-40B4-BE49-F238E27FC236}">
                  <a16:creationId xmlns:a16="http://schemas.microsoft.com/office/drawing/2014/main" id="{600673E8-B325-EB44-9A2A-C4636D3BA1D7}"/>
                </a:ext>
              </a:extLst>
            </p:cNvPr>
            <p:cNvGrpSpPr/>
            <p:nvPr/>
          </p:nvGrpSpPr>
          <p:grpSpPr>
            <a:xfrm>
              <a:off x="5176788" y="1691016"/>
              <a:ext cx="2334629" cy="2102794"/>
              <a:chOff x="5176788" y="1691016"/>
              <a:chExt cx="2334629" cy="2102794"/>
            </a:xfrm>
          </p:grpSpPr>
          <p:grpSp>
            <p:nvGrpSpPr>
              <p:cNvPr id="316" name="Group 28">
                <a:extLst>
                  <a:ext uri="{FF2B5EF4-FFF2-40B4-BE49-F238E27FC236}">
                    <a16:creationId xmlns:a16="http://schemas.microsoft.com/office/drawing/2014/main" id="{66AF714D-93D9-7849-A0E5-53CA64E792D4}"/>
                  </a:ext>
                </a:extLst>
              </p:cNvPr>
              <p:cNvGrpSpPr>
                <a:grpSpLocks/>
              </p:cNvGrpSpPr>
              <p:nvPr/>
            </p:nvGrpSpPr>
            <p:grpSpPr bwMode="auto">
              <a:xfrm>
                <a:off x="5176788" y="1691016"/>
                <a:ext cx="2334629" cy="2102794"/>
                <a:chOff x="1858002" y="3709936"/>
                <a:chExt cx="1045872" cy="1739899"/>
              </a:xfrm>
            </p:grpSpPr>
            <p:sp>
              <p:nvSpPr>
                <p:cNvPr id="330" name="Rectangle 329">
                  <a:extLst>
                    <a:ext uri="{FF2B5EF4-FFF2-40B4-BE49-F238E27FC236}">
                      <a16:creationId xmlns:a16="http://schemas.microsoft.com/office/drawing/2014/main" id="{4500FA73-0BCC-C84B-A5CA-CA01BB6F74E4}"/>
                    </a:ext>
                  </a:extLst>
                </p:cNvPr>
                <p:cNvSpPr/>
                <p:nvPr/>
              </p:nvSpPr>
              <p:spPr bwMode="auto">
                <a:xfrm rot="10800000">
                  <a:off x="1867527" y="3957547"/>
                  <a:ext cx="1033544" cy="61109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algn="ctr" eaLnBrk="0" fontAlgn="base" hangingPunct="0">
                    <a:spcBef>
                      <a:spcPct val="0"/>
                    </a:spcBef>
                    <a:spcAft>
                      <a:spcPct val="0"/>
                    </a:spcAft>
                    <a:defRPr/>
                  </a:pPr>
                  <a:endParaRPr lang="en-US" kern="0" dirty="0">
                    <a:solidFill>
                      <a:srgbClr val="FFFFFF"/>
                    </a:solidFill>
                    <a:latin typeface="Gill Sans MT"/>
                  </a:endParaRPr>
                </a:p>
              </p:txBody>
            </p:sp>
            <p:grpSp>
              <p:nvGrpSpPr>
                <p:cNvPr id="331" name="Group 498">
                  <a:extLst>
                    <a:ext uri="{FF2B5EF4-FFF2-40B4-BE49-F238E27FC236}">
                      <a16:creationId xmlns:a16="http://schemas.microsoft.com/office/drawing/2014/main" id="{C0D2A279-F942-0D48-8005-63696D9EA9B2}"/>
                    </a:ext>
                  </a:extLst>
                </p:cNvPr>
                <p:cNvGrpSpPr>
                  <a:grpSpLocks/>
                </p:cNvGrpSpPr>
                <p:nvPr/>
              </p:nvGrpSpPr>
              <p:grpSpPr bwMode="auto">
                <a:xfrm>
                  <a:off x="1858805" y="5088863"/>
                  <a:ext cx="1035373" cy="360972"/>
                  <a:chOff x="4128636" y="3606589"/>
                  <a:chExt cx="568145" cy="338667"/>
                </a:xfrm>
              </p:grpSpPr>
              <p:sp>
                <p:nvSpPr>
                  <p:cNvPr id="345" name="Oval 344">
                    <a:extLst>
                      <a:ext uri="{FF2B5EF4-FFF2-40B4-BE49-F238E27FC236}">
                        <a16:creationId xmlns:a16="http://schemas.microsoft.com/office/drawing/2014/main" id="{588FE4E7-26AC-4943-A3F8-4D8DBC528B55}"/>
                      </a:ext>
                    </a:extLst>
                  </p:cNvPr>
                  <p:cNvSpPr/>
                  <p:nvPr/>
                </p:nvSpPr>
                <p:spPr>
                  <a:xfrm>
                    <a:off x="4129067" y="3720144"/>
                    <a:ext cx="567968"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algn="ctr" eaLnBrk="0" fontAlgn="base" hangingPunct="0">
                      <a:spcBef>
                        <a:spcPct val="0"/>
                      </a:spcBef>
                      <a:spcAft>
                        <a:spcPct val="0"/>
                      </a:spcAft>
                      <a:defRPr/>
                    </a:pPr>
                    <a:endParaRPr lang="en-US" kern="0" dirty="0">
                      <a:solidFill>
                        <a:srgbClr val="FFFFFF"/>
                      </a:solidFill>
                      <a:latin typeface="Gill Sans MT"/>
                    </a:endParaRPr>
                  </a:p>
                </p:txBody>
              </p:sp>
              <p:sp>
                <p:nvSpPr>
                  <p:cNvPr id="346" name="Rectangle 345">
                    <a:extLst>
                      <a:ext uri="{FF2B5EF4-FFF2-40B4-BE49-F238E27FC236}">
                        <a16:creationId xmlns:a16="http://schemas.microsoft.com/office/drawing/2014/main" id="{3806B90C-D448-5046-B33D-F8620D8693A3}"/>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algn="ctr" eaLnBrk="0" fontAlgn="base" hangingPunct="0">
                      <a:spcBef>
                        <a:spcPct val="0"/>
                      </a:spcBef>
                      <a:spcAft>
                        <a:spcPct val="0"/>
                      </a:spcAft>
                      <a:defRPr/>
                    </a:pPr>
                    <a:endParaRPr lang="en-US" kern="0" dirty="0">
                      <a:solidFill>
                        <a:srgbClr val="FFFFFF"/>
                      </a:solidFill>
                      <a:latin typeface="Gill Sans MT"/>
                    </a:endParaRPr>
                  </a:p>
                </p:txBody>
              </p:sp>
              <p:sp>
                <p:nvSpPr>
                  <p:cNvPr id="347" name="Oval 346">
                    <a:extLst>
                      <a:ext uri="{FF2B5EF4-FFF2-40B4-BE49-F238E27FC236}">
                        <a16:creationId xmlns:a16="http://schemas.microsoft.com/office/drawing/2014/main" id="{77D5E21E-12EC-7C4E-A4FD-F87EB3559FC3}"/>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algn="ctr" eaLnBrk="0" fontAlgn="base" hangingPunct="0">
                      <a:spcBef>
                        <a:spcPct val="0"/>
                      </a:spcBef>
                      <a:spcAft>
                        <a:spcPct val="0"/>
                      </a:spcAft>
                      <a:defRPr/>
                    </a:pPr>
                    <a:endParaRPr lang="en-US" kern="0" dirty="0">
                      <a:solidFill>
                        <a:srgbClr val="FFFFFF"/>
                      </a:solidFill>
                      <a:latin typeface="Gill Sans MT"/>
                    </a:endParaRPr>
                  </a:p>
                </p:txBody>
              </p:sp>
              <p:cxnSp>
                <p:nvCxnSpPr>
                  <p:cNvPr id="348" name="Straight Connector 347">
                    <a:extLst>
                      <a:ext uri="{FF2B5EF4-FFF2-40B4-BE49-F238E27FC236}">
                        <a16:creationId xmlns:a16="http://schemas.microsoft.com/office/drawing/2014/main" id="{EB1D307E-35F6-7B4D-9ECA-535608E8FF64}"/>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349" name="Straight Connector 348">
                    <a:extLst>
                      <a:ext uri="{FF2B5EF4-FFF2-40B4-BE49-F238E27FC236}">
                        <a16:creationId xmlns:a16="http://schemas.microsoft.com/office/drawing/2014/main" id="{9890F937-B02F-3941-AA75-F2A6C60ADB6E}"/>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332" name="Rectangle 331">
                  <a:extLst>
                    <a:ext uri="{FF2B5EF4-FFF2-40B4-BE49-F238E27FC236}">
                      <a16:creationId xmlns:a16="http://schemas.microsoft.com/office/drawing/2014/main" id="{C1A7B8C0-653F-D043-A5D6-8D8D02496547}"/>
                    </a:ext>
                  </a:extLst>
                </p:cNvPr>
                <p:cNvSpPr/>
                <p:nvPr/>
              </p:nvSpPr>
              <p:spPr bwMode="auto">
                <a:xfrm>
                  <a:off x="1859676" y="4691826"/>
                  <a:ext cx="1037420" cy="522210"/>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algn="ctr" eaLnBrk="0" fontAlgn="base" hangingPunct="0">
                    <a:spcBef>
                      <a:spcPct val="0"/>
                    </a:spcBef>
                    <a:spcAft>
                      <a:spcPct val="0"/>
                    </a:spcAft>
                    <a:defRPr/>
                  </a:pPr>
                  <a:endParaRPr lang="en-US" kern="0" dirty="0">
                    <a:solidFill>
                      <a:srgbClr val="FFFFFF"/>
                    </a:solidFill>
                    <a:latin typeface="Gill Sans MT"/>
                  </a:endParaRPr>
                </a:p>
              </p:txBody>
            </p:sp>
            <p:cxnSp>
              <p:nvCxnSpPr>
                <p:cNvPr id="333" name="Straight Connector 332">
                  <a:extLst>
                    <a:ext uri="{FF2B5EF4-FFF2-40B4-BE49-F238E27FC236}">
                      <a16:creationId xmlns:a16="http://schemas.microsoft.com/office/drawing/2014/main" id="{441ECEE8-5F06-204E-BCD7-77C25E8AF081}"/>
                    </a:ext>
                  </a:extLst>
                </p:cNvPr>
                <p:cNvCxnSpPr>
                  <a:cxnSpLocks/>
                  <a:stCxn id="337" idx="1"/>
                </p:cNvCxnSpPr>
                <p:nvPr/>
              </p:nvCxnSpPr>
              <p:spPr bwMode="auto">
                <a:xfrm flipH="1">
                  <a:off x="1861178" y="3924839"/>
                  <a:ext cx="1007" cy="1295073"/>
                </a:xfrm>
                <a:prstGeom prst="line">
                  <a:avLst/>
                </a:prstGeom>
                <a:noFill/>
                <a:ln w="3175" cap="flat" cmpd="sng" algn="ctr">
                  <a:solidFill>
                    <a:srgbClr val="000000"/>
                  </a:solidFill>
                  <a:prstDash val="sysDash"/>
                </a:ln>
                <a:effectLst/>
              </p:spPr>
            </p:cxnSp>
            <p:cxnSp>
              <p:nvCxnSpPr>
                <p:cNvPr id="334" name="Straight Connector 333">
                  <a:extLst>
                    <a:ext uri="{FF2B5EF4-FFF2-40B4-BE49-F238E27FC236}">
                      <a16:creationId xmlns:a16="http://schemas.microsoft.com/office/drawing/2014/main" id="{D714DFB4-74AF-AA45-805C-53E5CDD7DB02}"/>
                    </a:ext>
                  </a:extLst>
                </p:cNvPr>
                <p:cNvCxnSpPr/>
                <p:nvPr/>
              </p:nvCxnSpPr>
              <p:spPr bwMode="auto">
                <a:xfrm flipH="1">
                  <a:off x="2894641" y="3971833"/>
                  <a:ext cx="6350" cy="1269810"/>
                </a:xfrm>
                <a:prstGeom prst="line">
                  <a:avLst/>
                </a:prstGeom>
                <a:noFill/>
                <a:ln w="3175" cap="flat" cmpd="sng" algn="ctr">
                  <a:solidFill>
                    <a:srgbClr val="000000"/>
                  </a:solidFill>
                  <a:prstDash val="sysDash"/>
                </a:ln>
                <a:effectLst/>
              </p:spPr>
            </p:cxnSp>
            <p:grpSp>
              <p:nvGrpSpPr>
                <p:cNvPr id="335" name="Group 504">
                  <a:extLst>
                    <a:ext uri="{FF2B5EF4-FFF2-40B4-BE49-F238E27FC236}">
                      <a16:creationId xmlns:a16="http://schemas.microsoft.com/office/drawing/2014/main" id="{2A0950AE-6556-8E45-8D36-C13C7443E2BF}"/>
                    </a:ext>
                  </a:extLst>
                </p:cNvPr>
                <p:cNvGrpSpPr>
                  <a:grpSpLocks/>
                </p:cNvGrpSpPr>
                <p:nvPr/>
              </p:nvGrpSpPr>
              <p:grpSpPr bwMode="auto">
                <a:xfrm>
                  <a:off x="1858002" y="3709936"/>
                  <a:ext cx="1045872" cy="398402"/>
                  <a:chOff x="2185125" y="1574638"/>
                  <a:chExt cx="1201487" cy="429505"/>
                </a:xfrm>
              </p:grpSpPr>
              <p:sp>
                <p:nvSpPr>
                  <p:cNvPr id="336" name="Oval 335">
                    <a:extLst>
                      <a:ext uri="{FF2B5EF4-FFF2-40B4-BE49-F238E27FC236}">
                        <a16:creationId xmlns:a16="http://schemas.microsoft.com/office/drawing/2014/main" id="{26F4269B-B9E1-DD40-BD3F-9AD462CC181B}"/>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algn="ctr" eaLnBrk="0" fontAlgn="base" hangingPunct="0">
                      <a:spcBef>
                        <a:spcPct val="0"/>
                      </a:spcBef>
                      <a:spcAft>
                        <a:spcPct val="0"/>
                      </a:spcAft>
                      <a:defRPr/>
                    </a:pPr>
                    <a:endParaRPr lang="en-US" kern="0" dirty="0">
                      <a:ln>
                        <a:solidFill>
                          <a:srgbClr val="000000"/>
                        </a:solidFill>
                      </a:ln>
                      <a:solidFill>
                        <a:srgbClr val="FFFFFF"/>
                      </a:solidFill>
                      <a:latin typeface="Gill Sans MT"/>
                    </a:endParaRPr>
                  </a:p>
                </p:txBody>
              </p:sp>
              <p:sp>
                <p:nvSpPr>
                  <p:cNvPr id="337" name="Rectangle 336">
                    <a:extLst>
                      <a:ext uri="{FF2B5EF4-FFF2-40B4-BE49-F238E27FC236}">
                        <a16:creationId xmlns:a16="http://schemas.microsoft.com/office/drawing/2014/main" id="{D6F97DEA-39E6-7943-9504-B9FD46A24726}"/>
                      </a:ext>
                    </a:extLst>
                  </p:cNvPr>
                  <p:cNvSpPr/>
                  <p:nvPr/>
                </p:nvSpPr>
                <p:spPr bwMode="auto">
                  <a:xfrm>
                    <a:off x="2189930" y="1749849"/>
                    <a:ext cx="1195120"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algn="ctr" eaLnBrk="0" fontAlgn="base" hangingPunct="0">
                      <a:spcBef>
                        <a:spcPct val="0"/>
                      </a:spcBef>
                      <a:spcAft>
                        <a:spcPct val="0"/>
                      </a:spcAft>
                      <a:defRPr/>
                    </a:pPr>
                    <a:endParaRPr lang="en-US" kern="0" dirty="0">
                      <a:solidFill>
                        <a:srgbClr val="FFFFFF"/>
                      </a:solidFill>
                      <a:latin typeface="Gill Sans MT"/>
                    </a:endParaRPr>
                  </a:p>
                </p:txBody>
              </p:sp>
              <p:sp>
                <p:nvSpPr>
                  <p:cNvPr id="338" name="Oval 337">
                    <a:extLst>
                      <a:ext uri="{FF2B5EF4-FFF2-40B4-BE49-F238E27FC236}">
                        <a16:creationId xmlns:a16="http://schemas.microsoft.com/office/drawing/2014/main" id="{CC4C5A26-4306-EB49-843F-3B0B4CF63CF3}"/>
                      </a:ext>
                    </a:extLst>
                  </p:cNvPr>
                  <p:cNvSpPr>
                    <a:spLocks noChangeArrowheads="1"/>
                  </p:cNvSpPr>
                  <p:nvPr/>
                </p:nvSpPr>
                <p:spPr bwMode="auto">
                  <a:xfrm flipV="1">
                    <a:off x="2189930"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algn="ctr" eaLnBrk="0" fontAlgn="base" hangingPunct="0">
                      <a:spcBef>
                        <a:spcPct val="0"/>
                      </a:spcBef>
                      <a:spcAft>
                        <a:spcPct val="0"/>
                      </a:spcAft>
                      <a:defRPr/>
                    </a:pPr>
                    <a:endParaRPr lang="en-US" kern="0" dirty="0">
                      <a:ln>
                        <a:solidFill>
                          <a:srgbClr val="000000"/>
                        </a:solidFill>
                      </a:ln>
                      <a:solidFill>
                        <a:srgbClr val="FFFFFF"/>
                      </a:solidFill>
                      <a:latin typeface="Gill Sans MT"/>
                      <a:ea typeface="ＭＳ Ｐゴシック" panose="020B0600070205080204" pitchFamily="34" charset="-128"/>
                    </a:endParaRPr>
                  </a:p>
                </p:txBody>
              </p:sp>
              <p:sp>
                <p:nvSpPr>
                  <p:cNvPr id="339" name="Freeform 338">
                    <a:extLst>
                      <a:ext uri="{FF2B5EF4-FFF2-40B4-BE49-F238E27FC236}">
                        <a16:creationId xmlns:a16="http://schemas.microsoft.com/office/drawing/2014/main" id="{01521615-126F-9F48-B7B9-BC8FDF45A504}"/>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algn="ctr" eaLnBrk="0" fontAlgn="base" hangingPunct="0">
                      <a:spcBef>
                        <a:spcPct val="0"/>
                      </a:spcBef>
                      <a:spcAft>
                        <a:spcPct val="0"/>
                      </a:spcAft>
                      <a:defRPr/>
                    </a:pPr>
                    <a:endParaRPr lang="en-US" kern="0" dirty="0">
                      <a:solidFill>
                        <a:srgbClr val="FFFFFF"/>
                      </a:solidFill>
                      <a:latin typeface="Gill Sans MT"/>
                    </a:endParaRPr>
                  </a:p>
                </p:txBody>
              </p:sp>
              <p:sp>
                <p:nvSpPr>
                  <p:cNvPr id="340" name="Freeform 339">
                    <a:extLst>
                      <a:ext uri="{FF2B5EF4-FFF2-40B4-BE49-F238E27FC236}">
                        <a16:creationId xmlns:a16="http://schemas.microsoft.com/office/drawing/2014/main" id="{682F4762-B963-474F-AB4B-BD6A92DA5D21}"/>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eaLnBrk="0" fontAlgn="base" hangingPunct="0">
                      <a:spcBef>
                        <a:spcPct val="0"/>
                      </a:spcBef>
                      <a:spcAft>
                        <a:spcPct val="0"/>
                      </a:spcAft>
                      <a:defRPr/>
                    </a:pPr>
                    <a:endParaRPr lang="en-US" kern="0" dirty="0">
                      <a:solidFill>
                        <a:srgbClr val="000000"/>
                      </a:solidFill>
                      <a:latin typeface="Arial" panose="020B0604020202020204" pitchFamily="34" charset="0"/>
                      <a:ea typeface="ＭＳ Ｐゴシック" panose="020B0600070205080204" pitchFamily="34" charset="-128"/>
                    </a:endParaRPr>
                  </a:p>
                </p:txBody>
              </p:sp>
              <p:sp>
                <p:nvSpPr>
                  <p:cNvPr id="341" name="Freeform 340">
                    <a:extLst>
                      <a:ext uri="{FF2B5EF4-FFF2-40B4-BE49-F238E27FC236}">
                        <a16:creationId xmlns:a16="http://schemas.microsoft.com/office/drawing/2014/main" id="{78975C37-66B2-6A46-9D38-D07296BACE37}"/>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eaLnBrk="0" fontAlgn="base" hangingPunct="0">
                      <a:spcBef>
                        <a:spcPct val="0"/>
                      </a:spcBef>
                      <a:spcAft>
                        <a:spcPct val="0"/>
                      </a:spcAft>
                      <a:defRPr/>
                    </a:pPr>
                    <a:endParaRPr lang="en-US" kern="0" dirty="0">
                      <a:solidFill>
                        <a:srgbClr val="000000"/>
                      </a:solidFill>
                      <a:latin typeface="Arial" panose="020B0604020202020204" pitchFamily="34" charset="0"/>
                      <a:ea typeface="ＭＳ Ｐゴシック" panose="020B0600070205080204" pitchFamily="34" charset="-128"/>
                    </a:endParaRPr>
                  </a:p>
                </p:txBody>
              </p:sp>
              <p:sp>
                <p:nvSpPr>
                  <p:cNvPr id="342" name="Freeform 341">
                    <a:extLst>
                      <a:ext uri="{FF2B5EF4-FFF2-40B4-BE49-F238E27FC236}">
                        <a16:creationId xmlns:a16="http://schemas.microsoft.com/office/drawing/2014/main" id="{B027AD38-44DC-4749-ABE8-13603800E487}"/>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eaLnBrk="0" fontAlgn="base" hangingPunct="0">
                      <a:spcBef>
                        <a:spcPct val="0"/>
                      </a:spcBef>
                      <a:spcAft>
                        <a:spcPct val="0"/>
                      </a:spcAft>
                      <a:defRPr/>
                    </a:pPr>
                    <a:endParaRPr lang="en-US" kern="0" dirty="0">
                      <a:solidFill>
                        <a:srgbClr val="000000"/>
                      </a:solidFill>
                      <a:latin typeface="Arial" panose="020B0604020202020204" pitchFamily="34" charset="0"/>
                      <a:ea typeface="ＭＳ Ｐゴシック" panose="020B0600070205080204" pitchFamily="34" charset="-128"/>
                    </a:endParaRPr>
                  </a:p>
                </p:txBody>
              </p:sp>
              <p:cxnSp>
                <p:nvCxnSpPr>
                  <p:cNvPr id="343" name="Straight Connector 342">
                    <a:extLst>
                      <a:ext uri="{FF2B5EF4-FFF2-40B4-BE49-F238E27FC236}">
                        <a16:creationId xmlns:a16="http://schemas.microsoft.com/office/drawing/2014/main" id="{673C16FC-B30B-D341-BF16-BD40997429AA}"/>
                      </a:ext>
                    </a:extLst>
                  </p:cNvPr>
                  <p:cNvCxnSpPr>
                    <a:cxnSpLocks noChangeShapeType="1"/>
                    <a:endCxn id="338" idx="2"/>
                  </p:cNvCxnSpPr>
                  <p:nvPr/>
                </p:nvCxnSpPr>
                <p:spPr bwMode="auto">
                  <a:xfrm flipH="1" flipV="1">
                    <a:off x="2189930"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44" name="Straight Connector 343">
                    <a:extLst>
                      <a:ext uri="{FF2B5EF4-FFF2-40B4-BE49-F238E27FC236}">
                        <a16:creationId xmlns:a16="http://schemas.microsoft.com/office/drawing/2014/main" id="{5A3BCC1F-E36B-CC49-9618-2077B91F993F}"/>
                      </a:ext>
                    </a:extLst>
                  </p:cNvPr>
                  <p:cNvCxnSpPr>
                    <a:cxnSpLocks noChangeShapeType="1"/>
                  </p:cNvCxnSpPr>
                  <p:nvPr/>
                </p:nvCxnSpPr>
                <p:spPr bwMode="auto">
                  <a:xfrm flipH="1" flipV="1">
                    <a:off x="3384788"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317" name="Group 316">
                <a:extLst>
                  <a:ext uri="{FF2B5EF4-FFF2-40B4-BE49-F238E27FC236}">
                    <a16:creationId xmlns:a16="http://schemas.microsoft.com/office/drawing/2014/main" id="{920E80F8-831C-F447-978D-EA9239497E52}"/>
                  </a:ext>
                </a:extLst>
              </p:cNvPr>
              <p:cNvGrpSpPr/>
              <p:nvPr/>
            </p:nvGrpSpPr>
            <p:grpSpPr>
              <a:xfrm>
                <a:off x="5741299" y="2747246"/>
                <a:ext cx="1221860" cy="1008038"/>
                <a:chOff x="1992768" y="2310128"/>
                <a:chExt cx="1136650" cy="928372"/>
              </a:xfrm>
            </p:grpSpPr>
            <p:sp>
              <p:nvSpPr>
                <p:cNvPr id="326" name="Rectangle 325">
                  <a:extLst>
                    <a:ext uri="{FF2B5EF4-FFF2-40B4-BE49-F238E27FC236}">
                      <a16:creationId xmlns:a16="http://schemas.microsoft.com/office/drawing/2014/main" id="{6900D1B6-2E57-BA49-B3A0-822412AEDB17}"/>
                    </a:ext>
                  </a:extLst>
                </p:cNvPr>
                <p:cNvSpPr/>
                <p:nvPr/>
              </p:nvSpPr>
              <p:spPr>
                <a:xfrm>
                  <a:off x="1992768" y="2337583"/>
                  <a:ext cx="1136650" cy="900917"/>
                </a:xfrm>
                <a:prstGeom prst="rect">
                  <a:avLst/>
                </a:prstGeom>
                <a:solidFill>
                  <a:schemeClr val="bg1"/>
                </a:solidFill>
                <a:ln w="19050">
                  <a:solidFill>
                    <a:srgbClr val="C00000"/>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327" name="Straight Connector 326">
                  <a:extLst>
                    <a:ext uri="{FF2B5EF4-FFF2-40B4-BE49-F238E27FC236}">
                      <a16:creationId xmlns:a16="http://schemas.microsoft.com/office/drawing/2014/main" id="{8763EADC-6E94-F24D-B1CA-7347697DEEA6}"/>
                    </a:ext>
                  </a:extLst>
                </p:cNvPr>
                <p:cNvCxnSpPr>
                  <a:cxnSpLocks/>
                </p:cNvCxnSpPr>
                <p:nvPr/>
              </p:nvCxnSpPr>
              <p:spPr>
                <a:xfrm>
                  <a:off x="1992768" y="2735763"/>
                  <a:ext cx="113665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AF9577E6-692B-3740-9F2B-DD6835189CDE}"/>
                    </a:ext>
                  </a:extLst>
                </p:cNvPr>
                <p:cNvCxnSpPr>
                  <a:cxnSpLocks/>
                </p:cNvCxnSpPr>
                <p:nvPr/>
              </p:nvCxnSpPr>
              <p:spPr>
                <a:xfrm flipV="1">
                  <a:off x="2543809" y="2758130"/>
                  <a:ext cx="0" cy="45210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29" name="TextBox 328">
                  <a:extLst>
                    <a:ext uri="{FF2B5EF4-FFF2-40B4-BE49-F238E27FC236}">
                      <a16:creationId xmlns:a16="http://schemas.microsoft.com/office/drawing/2014/main" id="{78F7BED9-504A-A643-AF52-F41992DB5B48}"/>
                    </a:ext>
                  </a:extLst>
                </p:cNvPr>
                <p:cNvSpPr txBox="1"/>
                <p:nvPr/>
              </p:nvSpPr>
              <p:spPr>
                <a:xfrm>
                  <a:off x="2011312" y="2310128"/>
                  <a:ext cx="1094850" cy="391536"/>
                </a:xfrm>
                <a:prstGeom prst="rect">
                  <a:avLst/>
                </a:prstGeom>
                <a:noFill/>
              </p:spPr>
              <p:txBody>
                <a:bodyPr wrap="none" rtlCol="0">
                  <a:spAutoFit/>
                </a:bodyPr>
                <a:lstStyle/>
                <a:p>
                  <a:pPr algn="ctr">
                    <a:lnSpc>
                      <a:spcPct val="80000"/>
                    </a:lnSpc>
                  </a:pPr>
                  <a:r>
                    <a:rPr lang="en-US" sz="1600" dirty="0">
                      <a:solidFill>
                        <a:prstClr val="black"/>
                      </a:solidFill>
                    </a:rPr>
                    <a:t>forwarding</a:t>
                  </a:r>
                </a:p>
                <a:p>
                  <a:pPr algn="ctr">
                    <a:lnSpc>
                      <a:spcPct val="80000"/>
                    </a:lnSpc>
                  </a:pPr>
                  <a:r>
                    <a:rPr lang="en-US" sz="1600" dirty="0">
                      <a:solidFill>
                        <a:prstClr val="black"/>
                      </a:solidFill>
                    </a:rPr>
                    <a:t>table</a:t>
                  </a:r>
                </a:p>
              </p:txBody>
            </p:sp>
          </p:grpSp>
        </p:grpSp>
      </p:grpSp>
      <p:sp>
        <p:nvSpPr>
          <p:cNvPr id="350" name="Rectangle 124">
            <a:extLst>
              <a:ext uri="{FF2B5EF4-FFF2-40B4-BE49-F238E27FC236}">
                <a16:creationId xmlns:a16="http://schemas.microsoft.com/office/drawing/2014/main" id="{95E0DFFE-7997-234A-8A51-545E71EE1AA5}"/>
              </a:ext>
            </a:extLst>
          </p:cNvPr>
          <p:cNvSpPr txBox="1">
            <a:spLocks noChangeArrowheads="1"/>
          </p:cNvSpPr>
          <p:nvPr/>
        </p:nvSpPr>
        <p:spPr>
          <a:xfrm>
            <a:off x="6300592" y="1641655"/>
            <a:ext cx="5711869" cy="845513"/>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buFont typeface="Wingdings" pitchFamily="2" charset="2"/>
              <a:buNone/>
              <a:defRPr/>
            </a:pPr>
            <a:r>
              <a:rPr lang="en-US" dirty="0">
                <a:solidFill>
                  <a:prstClr val="black"/>
                </a:solidFill>
              </a:rPr>
              <a:t>forwarding table  configured by intra- and inter-AS routing algorithms</a:t>
            </a:r>
          </a:p>
        </p:txBody>
      </p:sp>
      <p:grpSp>
        <p:nvGrpSpPr>
          <p:cNvPr id="3" name="Group 2">
            <a:extLst>
              <a:ext uri="{FF2B5EF4-FFF2-40B4-BE49-F238E27FC236}">
                <a16:creationId xmlns:a16="http://schemas.microsoft.com/office/drawing/2014/main" id="{D62FEDEC-3FA5-1F45-A814-2033B8639820}"/>
              </a:ext>
            </a:extLst>
          </p:cNvPr>
          <p:cNvGrpSpPr/>
          <p:nvPr/>
        </p:nvGrpSpPr>
        <p:grpSpPr>
          <a:xfrm>
            <a:off x="3770936" y="2327478"/>
            <a:ext cx="989852" cy="1051967"/>
            <a:chOff x="-167080" y="2120214"/>
            <a:chExt cx="989852" cy="1051967"/>
          </a:xfrm>
        </p:grpSpPr>
        <p:grpSp>
          <p:nvGrpSpPr>
            <p:cNvPr id="197" name="Group 90">
              <a:extLst>
                <a:ext uri="{FF2B5EF4-FFF2-40B4-BE49-F238E27FC236}">
                  <a16:creationId xmlns:a16="http://schemas.microsoft.com/office/drawing/2014/main" id="{21522C5A-8A50-B941-AC04-C41FAA3C8996}"/>
                </a:ext>
              </a:extLst>
            </p:cNvPr>
            <p:cNvGrpSpPr>
              <a:grpSpLocks/>
            </p:cNvGrpSpPr>
            <p:nvPr/>
          </p:nvGrpSpPr>
          <p:grpSpPr bwMode="auto">
            <a:xfrm>
              <a:off x="-167080" y="2120214"/>
              <a:ext cx="989852" cy="697506"/>
              <a:chOff x="1653" y="2898"/>
              <a:chExt cx="678" cy="473"/>
            </a:xfrm>
            <a:effectLst>
              <a:outerShdw blurRad="50800" dist="38100" dir="18900000" algn="bl" rotWithShape="0">
                <a:prstClr val="black">
                  <a:alpha val="40000"/>
                </a:prstClr>
              </a:outerShdw>
            </a:effectLst>
          </p:grpSpPr>
          <p:sp>
            <p:nvSpPr>
              <p:cNvPr id="257" name="Oval 91">
                <a:extLst>
                  <a:ext uri="{FF2B5EF4-FFF2-40B4-BE49-F238E27FC236}">
                    <a16:creationId xmlns:a16="http://schemas.microsoft.com/office/drawing/2014/main" id="{78DAB5F6-AD90-0740-9E2E-4701E6DC64B5}"/>
                  </a:ext>
                </a:extLst>
              </p:cNvPr>
              <p:cNvSpPr>
                <a:spLocks noChangeArrowheads="1"/>
              </p:cNvSpPr>
              <p:nvPr/>
            </p:nvSpPr>
            <p:spPr bwMode="auto">
              <a:xfrm>
                <a:off x="1653" y="2898"/>
                <a:ext cx="678" cy="378"/>
              </a:xfrm>
              <a:prstGeom prst="ellipse">
                <a:avLst/>
              </a:prstGeom>
              <a:solidFill>
                <a:schemeClr val="bg1"/>
              </a:solidFill>
              <a:ln w="9525">
                <a:solidFill>
                  <a:srgbClr val="3333CC"/>
                </a:solidFill>
                <a:round/>
                <a:headEnd/>
                <a:tailEnd/>
              </a:ln>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59" name="Text Box 92">
                <a:extLst>
                  <a:ext uri="{FF2B5EF4-FFF2-40B4-BE49-F238E27FC236}">
                    <a16:creationId xmlns:a16="http://schemas.microsoft.com/office/drawing/2014/main" id="{E7EEC607-F92F-6844-AD84-7DF57F2A731D}"/>
                  </a:ext>
                </a:extLst>
              </p:cNvPr>
              <p:cNvSpPr txBox="1">
                <a:spLocks noChangeArrowheads="1"/>
              </p:cNvSpPr>
              <p:nvPr/>
            </p:nvSpPr>
            <p:spPr bwMode="auto">
              <a:xfrm>
                <a:off x="1733" y="2933"/>
                <a:ext cx="517" cy="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fontAlgn="base">
                  <a:spcBef>
                    <a:spcPct val="0"/>
                  </a:spcBef>
                  <a:spcAft>
                    <a:spcPct val="0"/>
                  </a:spcAft>
                  <a:defRPr/>
                </a:pPr>
                <a:r>
                  <a:rPr lang="en-US" sz="1200" kern="0" dirty="0">
                    <a:solidFill>
                      <a:srgbClr val="000099"/>
                    </a:solidFill>
                  </a:rPr>
                  <a:t>Intra-AS</a:t>
                </a:r>
              </a:p>
              <a:p>
                <a:pPr fontAlgn="base">
                  <a:spcBef>
                    <a:spcPct val="0"/>
                  </a:spcBef>
                  <a:spcAft>
                    <a:spcPct val="0"/>
                  </a:spcAft>
                  <a:defRPr/>
                </a:pPr>
                <a:r>
                  <a:rPr lang="en-US" sz="1200" kern="0" dirty="0">
                    <a:solidFill>
                      <a:srgbClr val="000099"/>
                    </a:solidFill>
                  </a:rPr>
                  <a:t>Routing </a:t>
                </a:r>
              </a:p>
              <a:p>
                <a:pPr fontAlgn="base">
                  <a:spcBef>
                    <a:spcPct val="0"/>
                  </a:spcBef>
                  <a:spcAft>
                    <a:spcPct val="0"/>
                  </a:spcAft>
                  <a:defRPr/>
                </a:pPr>
                <a:endParaRPr lang="en-US" sz="1200" kern="0" dirty="0">
                  <a:solidFill>
                    <a:srgbClr val="000099"/>
                  </a:solidFill>
                </a:endParaRPr>
              </a:p>
            </p:txBody>
          </p:sp>
        </p:grpSp>
        <p:sp>
          <p:nvSpPr>
            <p:cNvPr id="223" name="Bent-Up Arrow 222">
              <a:extLst>
                <a:ext uri="{FF2B5EF4-FFF2-40B4-BE49-F238E27FC236}">
                  <a16:creationId xmlns:a16="http://schemas.microsoft.com/office/drawing/2014/main" id="{C7996A1F-F62A-AB45-8B0A-AA38AB6CC92F}"/>
                </a:ext>
              </a:extLst>
            </p:cNvPr>
            <p:cNvSpPr/>
            <p:nvPr/>
          </p:nvSpPr>
          <p:spPr>
            <a:xfrm rot="5400000">
              <a:off x="-37103" y="2815767"/>
              <a:ext cx="524728" cy="188100"/>
            </a:xfrm>
            <a:prstGeom prst="bentUpArrow">
              <a:avLst>
                <a:gd name="adj1" fmla="val 16723"/>
                <a:gd name="adj2" fmla="val 25000"/>
                <a:gd name="adj3" fmla="val 25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pSp>
        <p:nvGrpSpPr>
          <p:cNvPr id="2" name="Group 1">
            <a:extLst>
              <a:ext uri="{FF2B5EF4-FFF2-40B4-BE49-F238E27FC236}">
                <a16:creationId xmlns:a16="http://schemas.microsoft.com/office/drawing/2014/main" id="{7D016E9A-DBBF-0D44-95FF-82C9E6AB7794}"/>
              </a:ext>
            </a:extLst>
          </p:cNvPr>
          <p:cNvGrpSpPr/>
          <p:nvPr/>
        </p:nvGrpSpPr>
        <p:grpSpPr>
          <a:xfrm>
            <a:off x="5032107" y="2338321"/>
            <a:ext cx="989852" cy="1047923"/>
            <a:chOff x="1057515" y="2118865"/>
            <a:chExt cx="989852" cy="1047923"/>
          </a:xfrm>
        </p:grpSpPr>
        <p:grpSp>
          <p:nvGrpSpPr>
            <p:cNvPr id="198" name="Group 90">
              <a:extLst>
                <a:ext uri="{FF2B5EF4-FFF2-40B4-BE49-F238E27FC236}">
                  <a16:creationId xmlns:a16="http://schemas.microsoft.com/office/drawing/2014/main" id="{4C733312-8EE4-8141-86B8-69843921312F}"/>
                </a:ext>
              </a:extLst>
            </p:cNvPr>
            <p:cNvGrpSpPr>
              <a:grpSpLocks/>
            </p:cNvGrpSpPr>
            <p:nvPr/>
          </p:nvGrpSpPr>
          <p:grpSpPr bwMode="auto">
            <a:xfrm>
              <a:off x="1057515" y="2118865"/>
              <a:ext cx="989852" cy="697506"/>
              <a:chOff x="1653" y="2898"/>
              <a:chExt cx="678" cy="473"/>
            </a:xfrm>
            <a:effectLst>
              <a:outerShdw blurRad="50800" dist="38100" dir="18900000" algn="bl" rotWithShape="0">
                <a:prstClr val="black">
                  <a:alpha val="40000"/>
                </a:prstClr>
              </a:outerShdw>
            </a:effectLst>
          </p:grpSpPr>
          <p:sp>
            <p:nvSpPr>
              <p:cNvPr id="225" name="Oval 91">
                <a:extLst>
                  <a:ext uri="{FF2B5EF4-FFF2-40B4-BE49-F238E27FC236}">
                    <a16:creationId xmlns:a16="http://schemas.microsoft.com/office/drawing/2014/main" id="{923EF0B8-E767-1C4C-9DF0-0A6B906BE6E4}"/>
                  </a:ext>
                </a:extLst>
              </p:cNvPr>
              <p:cNvSpPr>
                <a:spLocks noChangeArrowheads="1"/>
              </p:cNvSpPr>
              <p:nvPr/>
            </p:nvSpPr>
            <p:spPr bwMode="auto">
              <a:xfrm>
                <a:off x="1653" y="2898"/>
                <a:ext cx="678" cy="378"/>
              </a:xfrm>
              <a:prstGeom prst="ellipse">
                <a:avLst/>
              </a:prstGeom>
              <a:solidFill>
                <a:schemeClr val="bg1"/>
              </a:solidFill>
              <a:ln w="9525">
                <a:solidFill>
                  <a:srgbClr val="C00000"/>
                </a:solidFill>
                <a:round/>
                <a:headEnd/>
                <a:tailEnd/>
              </a:ln>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26" name="Text Box 92">
                <a:extLst>
                  <a:ext uri="{FF2B5EF4-FFF2-40B4-BE49-F238E27FC236}">
                    <a16:creationId xmlns:a16="http://schemas.microsoft.com/office/drawing/2014/main" id="{2744196D-C4EA-B148-BCCE-65DCAF41A3F0}"/>
                  </a:ext>
                </a:extLst>
              </p:cNvPr>
              <p:cNvSpPr txBox="1">
                <a:spLocks noChangeArrowheads="1"/>
              </p:cNvSpPr>
              <p:nvPr/>
            </p:nvSpPr>
            <p:spPr bwMode="auto">
              <a:xfrm>
                <a:off x="1733" y="2933"/>
                <a:ext cx="517" cy="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fontAlgn="base">
                  <a:spcBef>
                    <a:spcPct val="0"/>
                  </a:spcBef>
                  <a:spcAft>
                    <a:spcPct val="0"/>
                  </a:spcAft>
                  <a:defRPr/>
                </a:pPr>
                <a:r>
                  <a:rPr lang="en-US" sz="1200" kern="0" dirty="0">
                    <a:solidFill>
                      <a:srgbClr val="C00000"/>
                    </a:solidFill>
                  </a:rPr>
                  <a:t>Inter-AS</a:t>
                </a:r>
              </a:p>
              <a:p>
                <a:pPr fontAlgn="base">
                  <a:spcBef>
                    <a:spcPct val="0"/>
                  </a:spcBef>
                  <a:spcAft>
                    <a:spcPct val="0"/>
                  </a:spcAft>
                  <a:defRPr/>
                </a:pPr>
                <a:r>
                  <a:rPr lang="en-US" sz="1200" kern="0" dirty="0">
                    <a:solidFill>
                      <a:srgbClr val="C00000"/>
                    </a:solidFill>
                  </a:rPr>
                  <a:t>Routing </a:t>
                </a:r>
              </a:p>
              <a:p>
                <a:pPr fontAlgn="base">
                  <a:spcBef>
                    <a:spcPct val="0"/>
                  </a:spcBef>
                  <a:spcAft>
                    <a:spcPct val="0"/>
                  </a:spcAft>
                  <a:defRPr/>
                </a:pPr>
                <a:endParaRPr lang="en-US" sz="1200" kern="0" dirty="0">
                  <a:solidFill>
                    <a:srgbClr val="000099"/>
                  </a:solidFill>
                </a:endParaRPr>
              </a:p>
            </p:txBody>
          </p:sp>
        </p:grpSp>
        <p:sp>
          <p:nvSpPr>
            <p:cNvPr id="224" name="Bent-Up Arrow 223">
              <a:extLst>
                <a:ext uri="{FF2B5EF4-FFF2-40B4-BE49-F238E27FC236}">
                  <a16:creationId xmlns:a16="http://schemas.microsoft.com/office/drawing/2014/main" id="{E6589BCE-3634-A944-B320-BEDCD95A1431}"/>
                </a:ext>
              </a:extLst>
            </p:cNvPr>
            <p:cNvSpPr/>
            <p:nvPr/>
          </p:nvSpPr>
          <p:spPr>
            <a:xfrm rot="16200000" flipH="1">
              <a:off x="1454529" y="2810374"/>
              <a:ext cx="524728" cy="188100"/>
            </a:xfrm>
            <a:prstGeom prst="bentUpArrow">
              <a:avLst>
                <a:gd name="adj1" fmla="val 16723"/>
                <a:gd name="adj2" fmla="val 25000"/>
                <a:gd name="adj3" fmla="val 25000"/>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303" name="Rectangle 124">
            <a:extLst>
              <a:ext uri="{FF2B5EF4-FFF2-40B4-BE49-F238E27FC236}">
                <a16:creationId xmlns:a16="http://schemas.microsoft.com/office/drawing/2014/main" id="{3C7AC551-226D-8E4E-ABA0-62752C629EE6}"/>
              </a:ext>
            </a:extLst>
          </p:cNvPr>
          <p:cNvSpPr txBox="1">
            <a:spLocks noChangeArrowheads="1"/>
          </p:cNvSpPr>
          <p:nvPr/>
        </p:nvSpPr>
        <p:spPr>
          <a:xfrm>
            <a:off x="6392032" y="2464615"/>
            <a:ext cx="5711869" cy="680921"/>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22288" lvl="1" indent="-236538">
              <a:buFont typeface="Wingdings" pitchFamily="2" charset="2"/>
              <a:buChar char="§"/>
              <a:defRPr/>
            </a:pPr>
            <a:r>
              <a:rPr lang="en-US" dirty="0">
                <a:solidFill>
                  <a:prstClr val="black"/>
                </a:solidFill>
              </a:rPr>
              <a:t>intra-AS routing determine entries for destinations within AS</a:t>
            </a:r>
          </a:p>
        </p:txBody>
      </p:sp>
      <p:sp>
        <p:nvSpPr>
          <p:cNvPr id="305" name="Rectangle 124">
            <a:extLst>
              <a:ext uri="{FF2B5EF4-FFF2-40B4-BE49-F238E27FC236}">
                <a16:creationId xmlns:a16="http://schemas.microsoft.com/office/drawing/2014/main" id="{3ADE1EDF-5A87-0F4C-B6A9-5C485661FF09}"/>
              </a:ext>
            </a:extLst>
          </p:cNvPr>
          <p:cNvSpPr txBox="1">
            <a:spLocks noChangeArrowheads="1"/>
          </p:cNvSpPr>
          <p:nvPr/>
        </p:nvSpPr>
        <p:spPr>
          <a:xfrm>
            <a:off x="6385936" y="3165655"/>
            <a:ext cx="5711869" cy="760169"/>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22288" lvl="1" indent="-236538">
              <a:buFont typeface="Wingdings" pitchFamily="2" charset="2"/>
              <a:buChar char="§"/>
              <a:defRPr/>
            </a:pPr>
            <a:r>
              <a:rPr lang="en-US" dirty="0">
                <a:solidFill>
                  <a:prstClr val="black"/>
                </a:solidFill>
              </a:rPr>
              <a:t>inter-AS &amp; intra-AS determine entries for external destinations</a:t>
            </a:r>
          </a:p>
        </p:txBody>
      </p:sp>
    </p:spTree>
    <p:extLst>
      <p:ext uri="{BB962C8B-B14F-4D97-AF65-F5344CB8AC3E}">
        <p14:creationId xmlns:p14="http://schemas.microsoft.com/office/powerpoint/2010/main" val="25385198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82"/>
                                        </p:tgtEl>
                                        <p:attrNameLst>
                                          <p:attrName>style.visibility</p:attrName>
                                        </p:attrNameLst>
                                      </p:cBhvr>
                                      <p:to>
                                        <p:strVal val="visible"/>
                                      </p:to>
                                    </p:set>
                                    <p:animEffect transition="in" filter="dissolve">
                                      <p:cBhvr>
                                        <p:cTn id="7" dur="500"/>
                                        <p:tgtEl>
                                          <p:spTgt spid="28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282"/>
                                        </p:tgtEl>
                                      </p:cBhvr>
                                    </p:animEffect>
                                    <p:set>
                                      <p:cBhvr>
                                        <p:cTn id="12" dur="1" fill="hold">
                                          <p:stCondLst>
                                            <p:cond delay="499"/>
                                          </p:stCondLst>
                                        </p:cTn>
                                        <p:tgtEl>
                                          <p:spTgt spid="282"/>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312"/>
                                        </p:tgtEl>
                                        <p:attrNameLst>
                                          <p:attrName>style.visibility</p:attrName>
                                        </p:attrNameLst>
                                      </p:cBhvr>
                                      <p:to>
                                        <p:strVal val="visible"/>
                                      </p:to>
                                    </p:set>
                                    <p:animEffect transition="in" filter="dissolve">
                                      <p:cBhvr>
                                        <p:cTn id="15" dur="500"/>
                                        <p:tgtEl>
                                          <p:spTgt spid="3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xit" presetSubtype="0" fill="hold" nodeType="clickEffect">
                                  <p:stCondLst>
                                    <p:cond delay="0"/>
                                  </p:stCondLst>
                                  <p:childTnLst>
                                    <p:animEffect transition="out" filter="dissolve">
                                      <p:cBhvr>
                                        <p:cTn id="19" dur="500"/>
                                        <p:tgtEl>
                                          <p:spTgt spid="312"/>
                                        </p:tgtEl>
                                      </p:cBhvr>
                                    </p:animEffect>
                                    <p:set>
                                      <p:cBhvr>
                                        <p:cTn id="20" dur="1" fill="hold">
                                          <p:stCondLst>
                                            <p:cond delay="499"/>
                                          </p:stCondLst>
                                        </p:cTn>
                                        <p:tgtEl>
                                          <p:spTgt spid="312"/>
                                        </p:tgtEl>
                                        <p:attrNameLst>
                                          <p:attrName>style.visibility</p:attrName>
                                        </p:attrNameLst>
                                      </p:cBhvr>
                                      <p:to>
                                        <p:strVal val="hidden"/>
                                      </p:to>
                                    </p:set>
                                  </p:childTnLst>
                                </p:cTn>
                              </p:par>
                              <p:par>
                                <p:cTn id="21" presetID="9" presetClass="entr" presetSubtype="0" fill="hold" grpId="0" nodeType="withEffect">
                                  <p:stCondLst>
                                    <p:cond delay="0"/>
                                  </p:stCondLst>
                                  <p:childTnLst>
                                    <p:set>
                                      <p:cBhvr>
                                        <p:cTn id="22" dur="1" fill="hold">
                                          <p:stCondLst>
                                            <p:cond delay="0"/>
                                          </p:stCondLst>
                                        </p:cTn>
                                        <p:tgtEl>
                                          <p:spTgt spid="350"/>
                                        </p:tgtEl>
                                        <p:attrNameLst>
                                          <p:attrName>style.visibility</p:attrName>
                                        </p:attrNameLst>
                                      </p:cBhvr>
                                      <p:to>
                                        <p:strVal val="visible"/>
                                      </p:to>
                                    </p:set>
                                    <p:animEffect transition="in" filter="dissolve">
                                      <p:cBhvr>
                                        <p:cTn id="23" dur="500"/>
                                        <p:tgtEl>
                                          <p:spTgt spid="350"/>
                                        </p:tgtEl>
                                      </p:cBhvr>
                                    </p:animEffect>
                                  </p:childTnLst>
                                </p:cTn>
                              </p:par>
                              <p:par>
                                <p:cTn id="24" presetID="22" presetClass="entr" presetSubtype="4" fill="hold" nodeType="withEffect">
                                  <p:stCondLst>
                                    <p:cond delay="0"/>
                                  </p:stCondLst>
                                  <p:childTnLst>
                                    <p:set>
                                      <p:cBhvr>
                                        <p:cTn id="25" dur="1" fill="hold">
                                          <p:stCondLst>
                                            <p:cond delay="0"/>
                                          </p:stCondLst>
                                        </p:cTn>
                                        <p:tgtEl>
                                          <p:spTgt spid="313"/>
                                        </p:tgtEl>
                                        <p:attrNameLst>
                                          <p:attrName>style.visibility</p:attrName>
                                        </p:attrNameLst>
                                      </p:cBhvr>
                                      <p:to>
                                        <p:strVal val="visible"/>
                                      </p:to>
                                    </p:set>
                                    <p:animEffect transition="in" filter="wipe(down)">
                                      <p:cBhvr>
                                        <p:cTn id="26" dur="500"/>
                                        <p:tgtEl>
                                          <p:spTgt spid="313"/>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303"/>
                                        </p:tgtEl>
                                        <p:attrNameLst>
                                          <p:attrName>style.visibility</p:attrName>
                                        </p:attrNameLst>
                                      </p:cBhvr>
                                      <p:to>
                                        <p:strVal val="visible"/>
                                      </p:to>
                                    </p:set>
                                    <p:animEffect transition="in" filter="dissolve">
                                      <p:cBhvr>
                                        <p:cTn id="31" dur="500"/>
                                        <p:tgtEl>
                                          <p:spTgt spid="303"/>
                                        </p:tgtEl>
                                      </p:cBhvr>
                                    </p:animEffect>
                                  </p:childTnLst>
                                </p:cTn>
                              </p:par>
                              <p:par>
                                <p:cTn id="32" presetID="9" presetClass="entr" presetSubtype="0" fill="hold" nodeType="withEffect">
                                  <p:stCondLst>
                                    <p:cond delay="0"/>
                                  </p:stCondLst>
                                  <p:childTnLst>
                                    <p:set>
                                      <p:cBhvr>
                                        <p:cTn id="33" dur="1" fill="hold">
                                          <p:stCondLst>
                                            <p:cond delay="0"/>
                                          </p:stCondLst>
                                        </p:cTn>
                                        <p:tgtEl>
                                          <p:spTgt spid="3"/>
                                        </p:tgtEl>
                                        <p:attrNameLst>
                                          <p:attrName>style.visibility</p:attrName>
                                        </p:attrNameLst>
                                      </p:cBhvr>
                                      <p:to>
                                        <p:strVal val="visible"/>
                                      </p:to>
                                    </p:set>
                                    <p:animEffect transition="in" filter="dissolve">
                                      <p:cBhvr>
                                        <p:cTn id="34" dur="500"/>
                                        <p:tgtEl>
                                          <p:spTgt spid="3"/>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grpId="0" nodeType="clickEffect">
                                  <p:stCondLst>
                                    <p:cond delay="0"/>
                                  </p:stCondLst>
                                  <p:childTnLst>
                                    <p:set>
                                      <p:cBhvr>
                                        <p:cTn id="38" dur="1" fill="hold">
                                          <p:stCondLst>
                                            <p:cond delay="0"/>
                                          </p:stCondLst>
                                        </p:cTn>
                                        <p:tgtEl>
                                          <p:spTgt spid="305"/>
                                        </p:tgtEl>
                                        <p:attrNameLst>
                                          <p:attrName>style.visibility</p:attrName>
                                        </p:attrNameLst>
                                      </p:cBhvr>
                                      <p:to>
                                        <p:strVal val="visible"/>
                                      </p:to>
                                    </p:set>
                                    <p:animEffect transition="in" filter="dissolve">
                                      <p:cBhvr>
                                        <p:cTn id="39" dur="500"/>
                                        <p:tgtEl>
                                          <p:spTgt spid="305"/>
                                        </p:tgtEl>
                                      </p:cBhvr>
                                    </p:animEffect>
                                  </p:childTnLst>
                                </p:cTn>
                              </p:par>
                              <p:par>
                                <p:cTn id="40" presetID="9" presetClass="entr" presetSubtype="0" fill="hold" nodeType="withEffect">
                                  <p:stCondLst>
                                    <p:cond delay="0"/>
                                  </p:stCondLst>
                                  <p:childTnLst>
                                    <p:set>
                                      <p:cBhvr>
                                        <p:cTn id="41" dur="1" fill="hold">
                                          <p:stCondLst>
                                            <p:cond delay="0"/>
                                          </p:stCondLst>
                                        </p:cTn>
                                        <p:tgtEl>
                                          <p:spTgt spid="2"/>
                                        </p:tgtEl>
                                        <p:attrNameLst>
                                          <p:attrName>style.visibility</p:attrName>
                                        </p:attrNameLst>
                                      </p:cBhvr>
                                      <p:to>
                                        <p:strVal val="visible"/>
                                      </p:to>
                                    </p:set>
                                    <p:animEffect transition="in" filter="dissolve">
                                      <p:cBhvr>
                                        <p:cTn id="42"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0" grpId="0"/>
      <p:bldP spid="303" grpId="0"/>
      <p:bldP spid="305"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DA1129F-3DCF-3A44-9CC7-AFE5C958C642}"/>
              </a:ext>
            </a:extLst>
          </p:cNvPr>
          <p:cNvSpPr>
            <a:spLocks noGrp="1"/>
          </p:cNvSpPr>
          <p:nvPr>
            <p:ph type="title"/>
          </p:nvPr>
        </p:nvSpPr>
        <p:spPr>
          <a:xfrm>
            <a:off x="838200" y="451821"/>
            <a:ext cx="10873636" cy="894622"/>
          </a:xfrm>
        </p:spPr>
        <p:txBody>
          <a:bodyPr>
            <a:noAutofit/>
          </a:bodyPr>
          <a:lstStyle/>
          <a:p>
            <a:r>
              <a:rPr lang="en-US" sz="4000" b="0" kern="0" dirty="0">
                <a:solidFill>
                  <a:srgbClr val="000099"/>
                </a:solidFill>
                <a:latin typeface="+mn-lt"/>
                <a:ea typeface="ＭＳ Ｐゴシック" charset="0"/>
              </a:rPr>
              <a:t>Inter-AS routing:  a role in intradomain forwarding</a:t>
            </a:r>
            <a:endParaRPr lang="en-US" sz="4000" dirty="0">
              <a:latin typeface="+mn-lt"/>
            </a:endParaRPr>
          </a:p>
        </p:txBody>
      </p:sp>
      <p:sp>
        <p:nvSpPr>
          <p:cNvPr id="5" name="Slide Number Placeholder 4">
            <a:extLst>
              <a:ext uri="{FF2B5EF4-FFF2-40B4-BE49-F238E27FC236}">
                <a16:creationId xmlns:a16="http://schemas.microsoft.com/office/drawing/2014/main" id="{253403F4-351A-E44F-97D7-AD7199580E78}"/>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69</a:t>
            </a:fld>
            <a:endParaRPr lang="en-US" dirty="0">
              <a:solidFill>
                <a:prstClr val="white">
                  <a:lumMod val="50000"/>
                </a:prstClr>
              </a:solidFill>
            </a:endParaRPr>
          </a:p>
        </p:txBody>
      </p:sp>
      <p:sp>
        <p:nvSpPr>
          <p:cNvPr id="133" name="Freeform 3">
            <a:extLst>
              <a:ext uri="{FF2B5EF4-FFF2-40B4-BE49-F238E27FC236}">
                <a16:creationId xmlns:a16="http://schemas.microsoft.com/office/drawing/2014/main" id="{E9C365D2-5973-C342-80CF-5D128AC2921C}"/>
              </a:ext>
            </a:extLst>
          </p:cNvPr>
          <p:cNvSpPr>
            <a:spLocks/>
          </p:cNvSpPr>
          <p:nvPr/>
        </p:nvSpPr>
        <p:spPr bwMode="auto">
          <a:xfrm>
            <a:off x="5446783" y="4100650"/>
            <a:ext cx="2351995" cy="1511508"/>
          </a:xfrm>
          <a:custGeom>
            <a:avLst/>
            <a:gdLst>
              <a:gd name="T0" fmla="*/ 1063 w 1162"/>
              <a:gd name="T1" fmla="*/ 49351 h 543"/>
              <a:gd name="T2" fmla="*/ 6960 w 1162"/>
              <a:gd name="T3" fmla="*/ 4162 h 543"/>
              <a:gd name="T4" fmla="*/ 17785 w 1162"/>
              <a:gd name="T5" fmla="*/ 23973 h 543"/>
              <a:gd name="T6" fmla="*/ 21649 w 1162"/>
              <a:gd name="T7" fmla="*/ 72662 h 543"/>
              <a:gd name="T8" fmla="*/ 19828 w 1162"/>
              <a:gd name="T9" fmla="*/ 137161 h 543"/>
              <a:gd name="T10" fmla="*/ 11083 w 1162"/>
              <a:gd name="T11" fmla="*/ 164591 h 543"/>
              <a:gd name="T12" fmla="*/ 1657 w 1162"/>
              <a:gd name="T13" fmla="*/ 133650 h 543"/>
              <a:gd name="T14" fmla="*/ 1063 w 1162"/>
              <a:gd name="T15" fmla="*/ 49351 h 543"/>
              <a:gd name="T16" fmla="*/ 0 60000 65536"/>
              <a:gd name="T17" fmla="*/ 0 60000 65536"/>
              <a:gd name="T18" fmla="*/ 0 60000 65536"/>
              <a:gd name="T19" fmla="*/ 0 60000 65536"/>
              <a:gd name="T20" fmla="*/ 0 60000 65536"/>
              <a:gd name="T21" fmla="*/ 0 60000 65536"/>
              <a:gd name="T22" fmla="*/ 0 60000 65536"/>
              <a:gd name="T23" fmla="*/ 0 60000 65536"/>
              <a:gd name="T24" fmla="*/ 0 w 1162"/>
              <a:gd name="T25" fmla="*/ 0 h 543"/>
              <a:gd name="T26" fmla="*/ 1162 w 1162"/>
              <a:gd name="T27" fmla="*/ 543 h 5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62" h="543">
                <a:moveTo>
                  <a:pt x="56" y="162"/>
                </a:moveTo>
                <a:cubicBezTo>
                  <a:pt x="115" y="100"/>
                  <a:pt x="221" y="28"/>
                  <a:pt x="368" y="14"/>
                </a:cubicBezTo>
                <a:cubicBezTo>
                  <a:pt x="515" y="0"/>
                  <a:pt x="811" y="42"/>
                  <a:pt x="940" y="79"/>
                </a:cubicBezTo>
                <a:cubicBezTo>
                  <a:pt x="1069" y="116"/>
                  <a:pt x="1126" y="177"/>
                  <a:pt x="1144" y="239"/>
                </a:cubicBezTo>
                <a:cubicBezTo>
                  <a:pt x="1162" y="301"/>
                  <a:pt x="1141" y="401"/>
                  <a:pt x="1048" y="451"/>
                </a:cubicBezTo>
                <a:cubicBezTo>
                  <a:pt x="955" y="501"/>
                  <a:pt x="746" y="543"/>
                  <a:pt x="586" y="541"/>
                </a:cubicBezTo>
                <a:cubicBezTo>
                  <a:pt x="426" y="539"/>
                  <a:pt x="176" y="502"/>
                  <a:pt x="88" y="439"/>
                </a:cubicBezTo>
                <a:cubicBezTo>
                  <a:pt x="0" y="376"/>
                  <a:pt x="63" y="220"/>
                  <a:pt x="56" y="162"/>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4" name="Freeform 4">
            <a:extLst>
              <a:ext uri="{FF2B5EF4-FFF2-40B4-BE49-F238E27FC236}">
                <a16:creationId xmlns:a16="http://schemas.microsoft.com/office/drawing/2014/main" id="{4090092D-F797-484C-B1D2-AD83E59BF3EE}"/>
              </a:ext>
            </a:extLst>
          </p:cNvPr>
          <p:cNvSpPr>
            <a:spLocks/>
          </p:cNvSpPr>
          <p:nvPr/>
        </p:nvSpPr>
        <p:spPr bwMode="auto">
          <a:xfrm>
            <a:off x="1620228" y="3847012"/>
            <a:ext cx="1832250" cy="1498236"/>
          </a:xfrm>
          <a:custGeom>
            <a:avLst/>
            <a:gdLst>
              <a:gd name="T0" fmla="*/ 134 w 1198"/>
              <a:gd name="T1" fmla="*/ 270558 h 451"/>
              <a:gd name="T2" fmla="*/ 273 w 1198"/>
              <a:gd name="T3" fmla="*/ 132828 h 451"/>
              <a:gd name="T4" fmla="*/ 679 w 1198"/>
              <a:gd name="T5" fmla="*/ 73044 h 451"/>
              <a:gd name="T6" fmla="*/ 1501 w 1198"/>
              <a:gd name="T7" fmla="*/ 37135 h 451"/>
              <a:gd name="T8" fmla="*/ 1796 w 1198"/>
              <a:gd name="T9" fmla="*/ 294460 h 451"/>
              <a:gd name="T10" fmla="*/ 1350 w 1198"/>
              <a:gd name="T11" fmla="*/ 616944 h 451"/>
              <a:gd name="T12" fmla="*/ 466 w 1198"/>
              <a:gd name="T13" fmla="*/ 634874 h 451"/>
              <a:gd name="T14" fmla="*/ 54 w 1198"/>
              <a:gd name="T15" fmla="*/ 503524 h 451"/>
              <a:gd name="T16" fmla="*/ 134 w 1198"/>
              <a:gd name="T17" fmla="*/ 270558 h 4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98"/>
              <a:gd name="T28" fmla="*/ 0 h 451"/>
              <a:gd name="T29" fmla="*/ 1198 w 1198"/>
              <a:gd name="T30" fmla="*/ 451 h 45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98" h="451">
                <a:moveTo>
                  <a:pt x="88" y="181"/>
                </a:moveTo>
                <a:cubicBezTo>
                  <a:pt x="159" y="143"/>
                  <a:pt x="120" y="111"/>
                  <a:pt x="180" y="89"/>
                </a:cubicBezTo>
                <a:cubicBezTo>
                  <a:pt x="240" y="67"/>
                  <a:pt x="313" y="60"/>
                  <a:pt x="448" y="49"/>
                </a:cubicBezTo>
                <a:cubicBezTo>
                  <a:pt x="583" y="38"/>
                  <a:pt x="866" y="0"/>
                  <a:pt x="988" y="25"/>
                </a:cubicBezTo>
                <a:cubicBezTo>
                  <a:pt x="1110" y="50"/>
                  <a:pt x="1198" y="132"/>
                  <a:pt x="1181" y="197"/>
                </a:cubicBezTo>
                <a:cubicBezTo>
                  <a:pt x="1164" y="262"/>
                  <a:pt x="1034" y="375"/>
                  <a:pt x="889" y="413"/>
                </a:cubicBezTo>
                <a:cubicBezTo>
                  <a:pt x="744" y="451"/>
                  <a:pt x="449" y="438"/>
                  <a:pt x="307" y="425"/>
                </a:cubicBezTo>
                <a:cubicBezTo>
                  <a:pt x="165" y="412"/>
                  <a:pt x="72" y="378"/>
                  <a:pt x="36" y="337"/>
                </a:cubicBezTo>
                <a:cubicBezTo>
                  <a:pt x="0" y="296"/>
                  <a:pt x="77" y="213"/>
                  <a:pt x="88" y="18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5" name="Freeform 5">
            <a:extLst>
              <a:ext uri="{FF2B5EF4-FFF2-40B4-BE49-F238E27FC236}">
                <a16:creationId xmlns:a16="http://schemas.microsoft.com/office/drawing/2014/main" id="{D3A2AF50-CEA9-924C-8C29-0549AF5748DF}"/>
              </a:ext>
            </a:extLst>
          </p:cNvPr>
          <p:cNvSpPr>
            <a:spLocks/>
          </p:cNvSpPr>
          <p:nvPr/>
        </p:nvSpPr>
        <p:spPr bwMode="auto">
          <a:xfrm>
            <a:off x="2802795" y="4927925"/>
            <a:ext cx="2930139" cy="1167917"/>
          </a:xfrm>
          <a:custGeom>
            <a:avLst/>
            <a:gdLst>
              <a:gd name="T0" fmla="*/ 1319 w 1583"/>
              <a:gd name="T1" fmla="*/ 862 h 682"/>
              <a:gd name="T2" fmla="*/ 3445 w 1583"/>
              <a:gd name="T3" fmla="*/ 285 h 682"/>
              <a:gd name="T4" fmla="*/ 6645 w 1583"/>
              <a:gd name="T5" fmla="*/ 77 h 682"/>
              <a:gd name="T6" fmla="*/ 9794 w 1583"/>
              <a:gd name="T7" fmla="*/ 744 h 682"/>
              <a:gd name="T8" fmla="*/ 13238 w 1583"/>
              <a:gd name="T9" fmla="*/ 1642 h 682"/>
              <a:gd name="T10" fmla="*/ 10773 w 1583"/>
              <a:gd name="T11" fmla="*/ 2476 h 682"/>
              <a:gd name="T12" fmla="*/ 5844 w 1583"/>
              <a:gd name="T13" fmla="*/ 2523 h 682"/>
              <a:gd name="T14" fmla="*/ 751 w 1583"/>
              <a:gd name="T15" fmla="*/ 2291 h 682"/>
              <a:gd name="T16" fmla="*/ 1319 w 1583"/>
              <a:gd name="T17" fmla="*/ 862 h 6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83"/>
              <a:gd name="T28" fmla="*/ 0 h 682"/>
              <a:gd name="T29" fmla="*/ 1583 w 1583"/>
              <a:gd name="T30" fmla="*/ 682 h 68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83" h="682">
                <a:moveTo>
                  <a:pt x="155" y="224"/>
                </a:moveTo>
                <a:cubicBezTo>
                  <a:pt x="208" y="137"/>
                  <a:pt x="302" y="108"/>
                  <a:pt x="407" y="74"/>
                </a:cubicBezTo>
                <a:cubicBezTo>
                  <a:pt x="512" y="40"/>
                  <a:pt x="660" y="0"/>
                  <a:pt x="785" y="20"/>
                </a:cubicBezTo>
                <a:cubicBezTo>
                  <a:pt x="910" y="40"/>
                  <a:pt x="1027" y="126"/>
                  <a:pt x="1157" y="194"/>
                </a:cubicBezTo>
                <a:cubicBezTo>
                  <a:pt x="1287" y="262"/>
                  <a:pt x="1545" y="353"/>
                  <a:pt x="1564" y="428"/>
                </a:cubicBezTo>
                <a:cubicBezTo>
                  <a:pt x="1583" y="503"/>
                  <a:pt x="1417" y="606"/>
                  <a:pt x="1272" y="644"/>
                </a:cubicBezTo>
                <a:cubicBezTo>
                  <a:pt x="1127" y="682"/>
                  <a:pt x="887" y="664"/>
                  <a:pt x="690" y="656"/>
                </a:cubicBezTo>
                <a:cubicBezTo>
                  <a:pt x="493" y="648"/>
                  <a:pt x="178" y="668"/>
                  <a:pt x="89" y="596"/>
                </a:cubicBezTo>
                <a:cubicBezTo>
                  <a:pt x="0" y="524"/>
                  <a:pt x="102" y="311"/>
                  <a:pt x="155" y="224"/>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6" name="Oval 6">
            <a:extLst>
              <a:ext uri="{FF2B5EF4-FFF2-40B4-BE49-F238E27FC236}">
                <a16:creationId xmlns:a16="http://schemas.microsoft.com/office/drawing/2014/main" id="{D886B232-293A-5347-8A9F-D005603A3D64}"/>
              </a:ext>
            </a:extLst>
          </p:cNvPr>
          <p:cNvSpPr>
            <a:spLocks noChangeArrowheads="1"/>
          </p:cNvSpPr>
          <p:nvPr/>
        </p:nvSpPr>
        <p:spPr bwMode="auto">
          <a:xfrm>
            <a:off x="2001278" y="4926450"/>
            <a:ext cx="456967" cy="119446"/>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7" name="Line 7">
            <a:extLst>
              <a:ext uri="{FF2B5EF4-FFF2-40B4-BE49-F238E27FC236}">
                <a16:creationId xmlns:a16="http://schemas.microsoft.com/office/drawing/2014/main" id="{48D605CF-ABE3-1B4F-A232-D527090F964F}"/>
              </a:ext>
            </a:extLst>
          </p:cNvPr>
          <p:cNvSpPr>
            <a:spLocks noChangeShapeType="1"/>
          </p:cNvSpPr>
          <p:nvPr/>
        </p:nvSpPr>
        <p:spPr bwMode="auto">
          <a:xfrm>
            <a:off x="2001278" y="4916128"/>
            <a:ext cx="0" cy="7668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8" name="Line 8">
            <a:extLst>
              <a:ext uri="{FF2B5EF4-FFF2-40B4-BE49-F238E27FC236}">
                <a16:creationId xmlns:a16="http://schemas.microsoft.com/office/drawing/2014/main" id="{6E612E8D-CA6C-F94A-8F5F-7BEED5AE7E82}"/>
              </a:ext>
            </a:extLst>
          </p:cNvPr>
          <p:cNvSpPr>
            <a:spLocks noChangeShapeType="1"/>
          </p:cNvSpPr>
          <p:nvPr/>
        </p:nvSpPr>
        <p:spPr bwMode="auto">
          <a:xfrm>
            <a:off x="2458245" y="4916128"/>
            <a:ext cx="0" cy="7668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39" name="Rectangle 9">
            <a:extLst>
              <a:ext uri="{FF2B5EF4-FFF2-40B4-BE49-F238E27FC236}">
                <a16:creationId xmlns:a16="http://schemas.microsoft.com/office/drawing/2014/main" id="{0E2B504C-B9E0-FC47-9368-53C623397F64}"/>
              </a:ext>
            </a:extLst>
          </p:cNvPr>
          <p:cNvSpPr>
            <a:spLocks noChangeArrowheads="1"/>
          </p:cNvSpPr>
          <p:nvPr/>
        </p:nvSpPr>
        <p:spPr bwMode="auto">
          <a:xfrm>
            <a:off x="2001278" y="4916128"/>
            <a:ext cx="452588" cy="75207"/>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140" name="Oval 10">
            <a:extLst>
              <a:ext uri="{FF2B5EF4-FFF2-40B4-BE49-F238E27FC236}">
                <a16:creationId xmlns:a16="http://schemas.microsoft.com/office/drawing/2014/main" id="{9EFBE396-B625-0344-8E23-5BBAD57A09A7}"/>
              </a:ext>
            </a:extLst>
          </p:cNvPr>
          <p:cNvSpPr>
            <a:spLocks noChangeArrowheads="1"/>
          </p:cNvSpPr>
          <p:nvPr/>
        </p:nvSpPr>
        <p:spPr bwMode="auto">
          <a:xfrm>
            <a:off x="1996898" y="4829124"/>
            <a:ext cx="456967" cy="14009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41" name="Rectangle 11">
            <a:extLst>
              <a:ext uri="{FF2B5EF4-FFF2-40B4-BE49-F238E27FC236}">
                <a16:creationId xmlns:a16="http://schemas.microsoft.com/office/drawing/2014/main" id="{F0DBD69C-A5DB-DC4A-AE43-093463BEFD9F}"/>
              </a:ext>
            </a:extLst>
          </p:cNvPr>
          <p:cNvSpPr>
            <a:spLocks noChangeArrowheads="1"/>
          </p:cNvSpPr>
          <p:nvPr/>
        </p:nvSpPr>
        <p:spPr bwMode="auto">
          <a:xfrm>
            <a:off x="2123914" y="4848294"/>
            <a:ext cx="205854" cy="182856"/>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42" name="Text Box 12">
            <a:extLst>
              <a:ext uri="{FF2B5EF4-FFF2-40B4-BE49-F238E27FC236}">
                <a16:creationId xmlns:a16="http://schemas.microsoft.com/office/drawing/2014/main" id="{9C707F26-D218-B941-ACA7-2537E8CEE743}"/>
              </a:ext>
            </a:extLst>
          </p:cNvPr>
          <p:cNvSpPr txBox="1">
            <a:spLocks noChangeArrowheads="1"/>
          </p:cNvSpPr>
          <p:nvPr/>
        </p:nvSpPr>
        <p:spPr bwMode="auto">
          <a:xfrm>
            <a:off x="1998358" y="4752442"/>
            <a:ext cx="467187" cy="3966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3b</a:t>
            </a:r>
            <a:endParaRPr lang="en-US" kern="0" dirty="0">
              <a:solidFill>
                <a:srgbClr val="000000"/>
              </a:solidFill>
            </a:endParaRPr>
          </a:p>
        </p:txBody>
      </p:sp>
      <p:sp>
        <p:nvSpPr>
          <p:cNvPr id="143" name="Oval 13">
            <a:extLst>
              <a:ext uri="{FF2B5EF4-FFF2-40B4-BE49-F238E27FC236}">
                <a16:creationId xmlns:a16="http://schemas.microsoft.com/office/drawing/2014/main" id="{F5CAF371-FE17-244E-B591-ECED8083E85E}"/>
              </a:ext>
            </a:extLst>
          </p:cNvPr>
          <p:cNvSpPr>
            <a:spLocks noChangeArrowheads="1"/>
          </p:cNvSpPr>
          <p:nvPr/>
        </p:nvSpPr>
        <p:spPr bwMode="auto">
          <a:xfrm>
            <a:off x="3779509" y="5820083"/>
            <a:ext cx="456967" cy="119446"/>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44" name="Line 14">
            <a:extLst>
              <a:ext uri="{FF2B5EF4-FFF2-40B4-BE49-F238E27FC236}">
                <a16:creationId xmlns:a16="http://schemas.microsoft.com/office/drawing/2014/main" id="{21854A4C-DB2D-E340-B5A9-97C52C8C104F}"/>
              </a:ext>
            </a:extLst>
          </p:cNvPr>
          <p:cNvSpPr>
            <a:spLocks noChangeShapeType="1"/>
          </p:cNvSpPr>
          <p:nvPr/>
        </p:nvSpPr>
        <p:spPr bwMode="auto">
          <a:xfrm>
            <a:off x="3779509" y="5809761"/>
            <a:ext cx="0" cy="7668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45" name="Line 15">
            <a:extLst>
              <a:ext uri="{FF2B5EF4-FFF2-40B4-BE49-F238E27FC236}">
                <a16:creationId xmlns:a16="http://schemas.microsoft.com/office/drawing/2014/main" id="{E1CB0695-60DD-C243-A589-4B84D9A97D8C}"/>
              </a:ext>
            </a:extLst>
          </p:cNvPr>
          <p:cNvSpPr>
            <a:spLocks noChangeShapeType="1"/>
          </p:cNvSpPr>
          <p:nvPr/>
        </p:nvSpPr>
        <p:spPr bwMode="auto">
          <a:xfrm>
            <a:off x="4236476" y="5809761"/>
            <a:ext cx="0" cy="7668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46" name="Rectangle 16">
            <a:extLst>
              <a:ext uri="{FF2B5EF4-FFF2-40B4-BE49-F238E27FC236}">
                <a16:creationId xmlns:a16="http://schemas.microsoft.com/office/drawing/2014/main" id="{5BD440AE-D73F-7F45-9AA6-838A5A161111}"/>
              </a:ext>
            </a:extLst>
          </p:cNvPr>
          <p:cNvSpPr>
            <a:spLocks noChangeArrowheads="1"/>
          </p:cNvSpPr>
          <p:nvPr/>
        </p:nvSpPr>
        <p:spPr bwMode="auto">
          <a:xfrm>
            <a:off x="3779509" y="5809761"/>
            <a:ext cx="452588" cy="75207"/>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147" name="Oval 17">
            <a:extLst>
              <a:ext uri="{FF2B5EF4-FFF2-40B4-BE49-F238E27FC236}">
                <a16:creationId xmlns:a16="http://schemas.microsoft.com/office/drawing/2014/main" id="{E5795699-8636-AB42-9278-8D9E1A42842D}"/>
              </a:ext>
            </a:extLst>
          </p:cNvPr>
          <p:cNvSpPr>
            <a:spLocks noChangeArrowheads="1"/>
          </p:cNvSpPr>
          <p:nvPr/>
        </p:nvSpPr>
        <p:spPr bwMode="auto">
          <a:xfrm>
            <a:off x="3775129" y="5722757"/>
            <a:ext cx="456967" cy="14009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148" name="Group 18">
            <a:extLst>
              <a:ext uri="{FF2B5EF4-FFF2-40B4-BE49-F238E27FC236}">
                <a16:creationId xmlns:a16="http://schemas.microsoft.com/office/drawing/2014/main" id="{6B8409BD-7477-6747-91EB-78CFC8F8BA47}"/>
              </a:ext>
            </a:extLst>
          </p:cNvPr>
          <p:cNvGrpSpPr>
            <a:grpSpLocks/>
          </p:cNvGrpSpPr>
          <p:nvPr/>
        </p:nvGrpSpPr>
        <p:grpSpPr bwMode="auto">
          <a:xfrm>
            <a:off x="3778049" y="5637228"/>
            <a:ext cx="468647" cy="396679"/>
            <a:chOff x="2897" y="2425"/>
            <a:chExt cx="323" cy="269"/>
          </a:xfrm>
        </p:grpSpPr>
        <p:sp>
          <p:nvSpPr>
            <p:cNvPr id="251" name="Rectangle 19">
              <a:extLst>
                <a:ext uri="{FF2B5EF4-FFF2-40B4-BE49-F238E27FC236}">
                  <a16:creationId xmlns:a16="http://schemas.microsoft.com/office/drawing/2014/main" id="{7D7609E8-756E-1B41-AE93-5463D8AF72AE}"/>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52" name="Text Box 20">
              <a:extLst>
                <a:ext uri="{FF2B5EF4-FFF2-40B4-BE49-F238E27FC236}">
                  <a16:creationId xmlns:a16="http://schemas.microsoft.com/office/drawing/2014/main" id="{7B4233D3-81BD-B448-80FE-0C01096615A5}"/>
                </a:ext>
              </a:extLst>
            </p:cNvPr>
            <p:cNvSpPr txBox="1">
              <a:spLocks noChangeArrowheads="1"/>
            </p:cNvSpPr>
            <p:nvPr/>
          </p:nvSpPr>
          <p:spPr bwMode="auto">
            <a:xfrm>
              <a:off x="2897" y="2425"/>
              <a:ext cx="323"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1d</a:t>
              </a:r>
            </a:p>
          </p:txBody>
        </p:sp>
      </p:grpSp>
      <p:sp>
        <p:nvSpPr>
          <p:cNvPr id="149" name="Oval 21">
            <a:extLst>
              <a:ext uri="{FF2B5EF4-FFF2-40B4-BE49-F238E27FC236}">
                <a16:creationId xmlns:a16="http://schemas.microsoft.com/office/drawing/2014/main" id="{7AA5B5C8-99AF-D744-91DD-4758CEDCAEAA}"/>
              </a:ext>
            </a:extLst>
          </p:cNvPr>
          <p:cNvSpPr>
            <a:spLocks noChangeArrowheads="1"/>
          </p:cNvSpPr>
          <p:nvPr/>
        </p:nvSpPr>
        <p:spPr bwMode="auto">
          <a:xfrm>
            <a:off x="2820315" y="4731797"/>
            <a:ext cx="456967" cy="1223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50" name="Line 22">
            <a:extLst>
              <a:ext uri="{FF2B5EF4-FFF2-40B4-BE49-F238E27FC236}">
                <a16:creationId xmlns:a16="http://schemas.microsoft.com/office/drawing/2014/main" id="{3F1A6000-25C3-6A47-897A-6B2052E82150}"/>
              </a:ext>
            </a:extLst>
          </p:cNvPr>
          <p:cNvSpPr>
            <a:spLocks noChangeShapeType="1"/>
          </p:cNvSpPr>
          <p:nvPr/>
        </p:nvSpPr>
        <p:spPr bwMode="auto">
          <a:xfrm>
            <a:off x="2820315" y="4721475"/>
            <a:ext cx="0" cy="737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51" name="Line 23">
            <a:extLst>
              <a:ext uri="{FF2B5EF4-FFF2-40B4-BE49-F238E27FC236}">
                <a16:creationId xmlns:a16="http://schemas.microsoft.com/office/drawing/2014/main" id="{2C6C2593-75EB-9041-B98E-049BD334D460}"/>
              </a:ext>
            </a:extLst>
          </p:cNvPr>
          <p:cNvSpPr>
            <a:spLocks noChangeShapeType="1"/>
          </p:cNvSpPr>
          <p:nvPr/>
        </p:nvSpPr>
        <p:spPr bwMode="auto">
          <a:xfrm>
            <a:off x="3277282" y="4721475"/>
            <a:ext cx="0" cy="737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52" name="Rectangle 24">
            <a:extLst>
              <a:ext uri="{FF2B5EF4-FFF2-40B4-BE49-F238E27FC236}">
                <a16:creationId xmlns:a16="http://schemas.microsoft.com/office/drawing/2014/main" id="{503F2144-C006-BA4A-A54C-154D6C9ABA2E}"/>
              </a:ext>
            </a:extLst>
          </p:cNvPr>
          <p:cNvSpPr>
            <a:spLocks noChangeArrowheads="1"/>
          </p:cNvSpPr>
          <p:nvPr/>
        </p:nvSpPr>
        <p:spPr bwMode="auto">
          <a:xfrm>
            <a:off x="2820315" y="4721475"/>
            <a:ext cx="452588" cy="6930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153" name="Oval 25">
            <a:extLst>
              <a:ext uri="{FF2B5EF4-FFF2-40B4-BE49-F238E27FC236}">
                <a16:creationId xmlns:a16="http://schemas.microsoft.com/office/drawing/2014/main" id="{D492E009-7760-4343-874C-AD3B41835873}"/>
              </a:ext>
            </a:extLst>
          </p:cNvPr>
          <p:cNvSpPr>
            <a:spLocks noChangeArrowheads="1"/>
          </p:cNvSpPr>
          <p:nvPr/>
        </p:nvSpPr>
        <p:spPr bwMode="auto">
          <a:xfrm>
            <a:off x="2815935" y="4634471"/>
            <a:ext cx="456967" cy="14009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54" name="Rectangle 26">
            <a:extLst>
              <a:ext uri="{FF2B5EF4-FFF2-40B4-BE49-F238E27FC236}">
                <a16:creationId xmlns:a16="http://schemas.microsoft.com/office/drawing/2014/main" id="{F8BDB031-7C07-264D-B086-6DC72DC78BDE}"/>
              </a:ext>
            </a:extLst>
          </p:cNvPr>
          <p:cNvSpPr>
            <a:spLocks noChangeArrowheads="1"/>
          </p:cNvSpPr>
          <p:nvPr/>
        </p:nvSpPr>
        <p:spPr bwMode="auto">
          <a:xfrm>
            <a:off x="2942952" y="4653641"/>
            <a:ext cx="207314" cy="162211"/>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55" name="Text Box 27">
            <a:extLst>
              <a:ext uri="{FF2B5EF4-FFF2-40B4-BE49-F238E27FC236}">
                <a16:creationId xmlns:a16="http://schemas.microsoft.com/office/drawing/2014/main" id="{B087AFAB-7C65-874C-8F8F-3012C906099F}"/>
              </a:ext>
            </a:extLst>
          </p:cNvPr>
          <p:cNvSpPr txBox="1">
            <a:spLocks noChangeArrowheads="1"/>
          </p:cNvSpPr>
          <p:nvPr/>
        </p:nvSpPr>
        <p:spPr bwMode="auto">
          <a:xfrm>
            <a:off x="2818855" y="4556315"/>
            <a:ext cx="467187" cy="3966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3a</a:t>
            </a:r>
            <a:endParaRPr lang="en-US" kern="0" dirty="0">
              <a:solidFill>
                <a:srgbClr val="000000"/>
              </a:solidFill>
            </a:endParaRPr>
          </a:p>
        </p:txBody>
      </p:sp>
      <p:sp>
        <p:nvSpPr>
          <p:cNvPr id="156" name="Oval 28">
            <a:extLst>
              <a:ext uri="{FF2B5EF4-FFF2-40B4-BE49-F238E27FC236}">
                <a16:creationId xmlns:a16="http://schemas.microsoft.com/office/drawing/2014/main" id="{87CEC350-ADF1-E24F-A235-1A9B645EFA00}"/>
              </a:ext>
            </a:extLst>
          </p:cNvPr>
          <p:cNvSpPr>
            <a:spLocks noChangeArrowheads="1"/>
          </p:cNvSpPr>
          <p:nvPr/>
        </p:nvSpPr>
        <p:spPr bwMode="auto">
          <a:xfrm>
            <a:off x="3726950" y="5236125"/>
            <a:ext cx="456967" cy="119446"/>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57" name="Line 29">
            <a:extLst>
              <a:ext uri="{FF2B5EF4-FFF2-40B4-BE49-F238E27FC236}">
                <a16:creationId xmlns:a16="http://schemas.microsoft.com/office/drawing/2014/main" id="{5782FBF4-093E-9947-AAA6-533CA371CD3F}"/>
              </a:ext>
            </a:extLst>
          </p:cNvPr>
          <p:cNvSpPr>
            <a:spLocks noChangeShapeType="1"/>
          </p:cNvSpPr>
          <p:nvPr/>
        </p:nvSpPr>
        <p:spPr bwMode="auto">
          <a:xfrm>
            <a:off x="3726950" y="5227277"/>
            <a:ext cx="0" cy="7520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58" name="Line 30">
            <a:extLst>
              <a:ext uri="{FF2B5EF4-FFF2-40B4-BE49-F238E27FC236}">
                <a16:creationId xmlns:a16="http://schemas.microsoft.com/office/drawing/2014/main" id="{FA0971A2-9137-1943-A6F3-BD3716BCCBB6}"/>
              </a:ext>
            </a:extLst>
          </p:cNvPr>
          <p:cNvSpPr>
            <a:spLocks noChangeShapeType="1"/>
          </p:cNvSpPr>
          <p:nvPr/>
        </p:nvSpPr>
        <p:spPr bwMode="auto">
          <a:xfrm>
            <a:off x="4183917" y="5227277"/>
            <a:ext cx="0" cy="7520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59" name="Rectangle 31">
            <a:extLst>
              <a:ext uri="{FF2B5EF4-FFF2-40B4-BE49-F238E27FC236}">
                <a16:creationId xmlns:a16="http://schemas.microsoft.com/office/drawing/2014/main" id="{FBE8FDDA-4B2E-BE4C-95BF-585222778ECA}"/>
              </a:ext>
            </a:extLst>
          </p:cNvPr>
          <p:cNvSpPr>
            <a:spLocks noChangeArrowheads="1"/>
          </p:cNvSpPr>
          <p:nvPr/>
        </p:nvSpPr>
        <p:spPr bwMode="auto">
          <a:xfrm>
            <a:off x="3726950" y="5227277"/>
            <a:ext cx="452588" cy="70783"/>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160" name="Oval 32">
            <a:extLst>
              <a:ext uri="{FF2B5EF4-FFF2-40B4-BE49-F238E27FC236}">
                <a16:creationId xmlns:a16="http://schemas.microsoft.com/office/drawing/2014/main" id="{6DE39B5B-BD23-3044-9274-CFE1A3DFE64E}"/>
              </a:ext>
            </a:extLst>
          </p:cNvPr>
          <p:cNvSpPr>
            <a:spLocks noChangeArrowheads="1"/>
          </p:cNvSpPr>
          <p:nvPr/>
        </p:nvSpPr>
        <p:spPr bwMode="auto">
          <a:xfrm>
            <a:off x="3722570" y="5138799"/>
            <a:ext cx="456967" cy="14009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161" name="Group 33">
            <a:extLst>
              <a:ext uri="{FF2B5EF4-FFF2-40B4-BE49-F238E27FC236}">
                <a16:creationId xmlns:a16="http://schemas.microsoft.com/office/drawing/2014/main" id="{D6CD68FD-658B-EA4A-AFA2-F4EE9AE43DCA}"/>
              </a:ext>
            </a:extLst>
          </p:cNvPr>
          <p:cNvGrpSpPr>
            <a:grpSpLocks/>
          </p:cNvGrpSpPr>
          <p:nvPr/>
        </p:nvGrpSpPr>
        <p:grpSpPr bwMode="auto">
          <a:xfrm>
            <a:off x="3729870" y="5053269"/>
            <a:ext cx="452588" cy="398153"/>
            <a:chOff x="2899" y="2425"/>
            <a:chExt cx="319" cy="270"/>
          </a:xfrm>
        </p:grpSpPr>
        <p:sp>
          <p:nvSpPr>
            <p:cNvPr id="249" name="Rectangle 34">
              <a:extLst>
                <a:ext uri="{FF2B5EF4-FFF2-40B4-BE49-F238E27FC236}">
                  <a16:creationId xmlns:a16="http://schemas.microsoft.com/office/drawing/2014/main" id="{C85F8938-221C-6441-94A5-77506E21CEF5}"/>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50" name="Text Box 35">
              <a:extLst>
                <a:ext uri="{FF2B5EF4-FFF2-40B4-BE49-F238E27FC236}">
                  <a16:creationId xmlns:a16="http://schemas.microsoft.com/office/drawing/2014/main" id="{430475AC-A5D0-EF4C-9180-A3E96828AD84}"/>
                </a:ext>
              </a:extLst>
            </p:cNvPr>
            <p:cNvSpPr txBox="1">
              <a:spLocks noChangeArrowheads="1"/>
            </p:cNvSpPr>
            <p:nvPr/>
          </p:nvSpPr>
          <p:spPr bwMode="auto">
            <a:xfrm>
              <a:off x="2899" y="2425"/>
              <a:ext cx="319"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1c</a:t>
              </a:r>
            </a:p>
          </p:txBody>
        </p:sp>
      </p:grpSp>
      <p:sp>
        <p:nvSpPr>
          <p:cNvPr id="162" name="Line 36">
            <a:extLst>
              <a:ext uri="{FF2B5EF4-FFF2-40B4-BE49-F238E27FC236}">
                <a16:creationId xmlns:a16="http://schemas.microsoft.com/office/drawing/2014/main" id="{AF16B8FF-7450-3B46-865A-EC0F92A90E8F}"/>
              </a:ext>
            </a:extLst>
          </p:cNvPr>
          <p:cNvSpPr>
            <a:spLocks noChangeShapeType="1"/>
          </p:cNvSpPr>
          <p:nvPr/>
        </p:nvSpPr>
        <p:spPr bwMode="auto">
          <a:xfrm>
            <a:off x="6347578" y="4971418"/>
            <a:ext cx="449668" cy="14451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63" name="Line 37">
            <a:extLst>
              <a:ext uri="{FF2B5EF4-FFF2-40B4-BE49-F238E27FC236}">
                <a16:creationId xmlns:a16="http://schemas.microsoft.com/office/drawing/2014/main" id="{B705DAC1-A436-FC47-B3A5-64086AE0207E}"/>
              </a:ext>
            </a:extLst>
          </p:cNvPr>
          <p:cNvSpPr>
            <a:spLocks noChangeShapeType="1"/>
          </p:cNvSpPr>
          <p:nvPr/>
        </p:nvSpPr>
        <p:spPr bwMode="auto">
          <a:xfrm>
            <a:off x="6820605" y="4846819"/>
            <a:ext cx="132856" cy="17105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64" name="Line 38">
            <a:extLst>
              <a:ext uri="{FF2B5EF4-FFF2-40B4-BE49-F238E27FC236}">
                <a16:creationId xmlns:a16="http://schemas.microsoft.com/office/drawing/2014/main" id="{B646BCF5-2213-9142-8477-66C7DFEE38E7}"/>
              </a:ext>
            </a:extLst>
          </p:cNvPr>
          <p:cNvSpPr>
            <a:spLocks noChangeShapeType="1"/>
          </p:cNvSpPr>
          <p:nvPr/>
        </p:nvSpPr>
        <p:spPr bwMode="auto">
          <a:xfrm flipV="1">
            <a:off x="6248301" y="4781935"/>
            <a:ext cx="166435" cy="11207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65" name="Freeform 39">
            <a:extLst>
              <a:ext uri="{FF2B5EF4-FFF2-40B4-BE49-F238E27FC236}">
                <a16:creationId xmlns:a16="http://schemas.microsoft.com/office/drawing/2014/main" id="{1A359E4A-1EBE-234F-9DE9-E4FB43E18A2D}"/>
              </a:ext>
            </a:extLst>
          </p:cNvPr>
          <p:cNvSpPr>
            <a:spLocks/>
          </p:cNvSpPr>
          <p:nvPr/>
        </p:nvSpPr>
        <p:spPr bwMode="auto">
          <a:xfrm>
            <a:off x="4233556" y="5716858"/>
            <a:ext cx="385429" cy="120921"/>
          </a:xfrm>
          <a:custGeom>
            <a:avLst/>
            <a:gdLst>
              <a:gd name="T0" fmla="*/ 0 w 264"/>
              <a:gd name="T1" fmla="*/ 82 h 82"/>
              <a:gd name="T2" fmla="*/ 264 w 264"/>
              <a:gd name="T3" fmla="*/ 0 h 82"/>
              <a:gd name="T4" fmla="*/ 0 60000 65536"/>
              <a:gd name="T5" fmla="*/ 0 60000 65536"/>
              <a:gd name="T6" fmla="*/ 0 w 264"/>
              <a:gd name="T7" fmla="*/ 0 h 82"/>
              <a:gd name="T8" fmla="*/ 264 w 264"/>
              <a:gd name="T9" fmla="*/ 82 h 82"/>
            </a:gdLst>
            <a:ahLst/>
            <a:cxnLst>
              <a:cxn ang="T4">
                <a:pos x="T0" y="T1"/>
              </a:cxn>
              <a:cxn ang="T5">
                <a:pos x="T2" y="T3"/>
              </a:cxn>
            </a:cxnLst>
            <a:rect l="T6" t="T7" r="T8" b="T9"/>
            <a:pathLst>
              <a:path w="264" h="82">
                <a:moveTo>
                  <a:pt x="0" y="82"/>
                </a:moveTo>
                <a:lnTo>
                  <a:pt x="264" y="0"/>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66" name="Freeform 40">
            <a:extLst>
              <a:ext uri="{FF2B5EF4-FFF2-40B4-BE49-F238E27FC236}">
                <a16:creationId xmlns:a16="http://schemas.microsoft.com/office/drawing/2014/main" id="{097126F1-D995-444D-8642-03F5F5E0DBAA}"/>
              </a:ext>
            </a:extLst>
          </p:cNvPr>
          <p:cNvSpPr>
            <a:spLocks/>
          </p:cNvSpPr>
          <p:nvPr/>
        </p:nvSpPr>
        <p:spPr bwMode="auto">
          <a:xfrm>
            <a:off x="3561975" y="5663771"/>
            <a:ext cx="221914" cy="174008"/>
          </a:xfrm>
          <a:custGeom>
            <a:avLst/>
            <a:gdLst>
              <a:gd name="T0" fmla="*/ 0 w 152"/>
              <a:gd name="T1" fmla="*/ 0 h 118"/>
              <a:gd name="T2" fmla="*/ 152 w 152"/>
              <a:gd name="T3" fmla="*/ 118 h 118"/>
              <a:gd name="T4" fmla="*/ 0 60000 65536"/>
              <a:gd name="T5" fmla="*/ 0 60000 65536"/>
              <a:gd name="T6" fmla="*/ 0 w 152"/>
              <a:gd name="T7" fmla="*/ 0 h 118"/>
              <a:gd name="T8" fmla="*/ 152 w 152"/>
              <a:gd name="T9" fmla="*/ 118 h 118"/>
            </a:gdLst>
            <a:ahLst/>
            <a:cxnLst>
              <a:cxn ang="T4">
                <a:pos x="T0" y="T1"/>
              </a:cxn>
              <a:cxn ang="T5">
                <a:pos x="T2" y="T3"/>
              </a:cxn>
            </a:cxnLst>
            <a:rect l="T6" t="T7" r="T8" b="T9"/>
            <a:pathLst>
              <a:path w="152" h="118">
                <a:moveTo>
                  <a:pt x="0" y="0"/>
                </a:moveTo>
                <a:lnTo>
                  <a:pt x="152" y="118"/>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67" name="Freeform 41">
            <a:extLst>
              <a:ext uri="{FF2B5EF4-FFF2-40B4-BE49-F238E27FC236}">
                <a16:creationId xmlns:a16="http://schemas.microsoft.com/office/drawing/2014/main" id="{8FA74CA7-BEE7-3E46-BAFF-EC2177B4B95C}"/>
              </a:ext>
            </a:extLst>
          </p:cNvPr>
          <p:cNvSpPr>
            <a:spLocks/>
          </p:cNvSpPr>
          <p:nvPr/>
        </p:nvSpPr>
        <p:spPr bwMode="auto">
          <a:xfrm>
            <a:off x="3743010" y="5560546"/>
            <a:ext cx="823417" cy="120921"/>
          </a:xfrm>
          <a:custGeom>
            <a:avLst/>
            <a:gdLst>
              <a:gd name="T0" fmla="*/ 0 w 564"/>
              <a:gd name="T1" fmla="*/ 0 h 82"/>
              <a:gd name="T2" fmla="*/ 564 w 564"/>
              <a:gd name="T3" fmla="*/ 82 h 82"/>
              <a:gd name="T4" fmla="*/ 0 60000 65536"/>
              <a:gd name="T5" fmla="*/ 0 60000 65536"/>
              <a:gd name="T6" fmla="*/ 0 w 564"/>
              <a:gd name="T7" fmla="*/ 0 h 82"/>
              <a:gd name="T8" fmla="*/ 564 w 564"/>
              <a:gd name="T9" fmla="*/ 82 h 82"/>
            </a:gdLst>
            <a:ahLst/>
            <a:cxnLst>
              <a:cxn ang="T4">
                <a:pos x="T0" y="T1"/>
              </a:cxn>
              <a:cxn ang="T5">
                <a:pos x="T2" y="T3"/>
              </a:cxn>
            </a:cxnLst>
            <a:rect l="T6" t="T7" r="T8" b="T9"/>
            <a:pathLst>
              <a:path w="564" h="82">
                <a:moveTo>
                  <a:pt x="0" y="0"/>
                </a:moveTo>
                <a:lnTo>
                  <a:pt x="564" y="82"/>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68" name="Freeform 42">
            <a:extLst>
              <a:ext uri="{FF2B5EF4-FFF2-40B4-BE49-F238E27FC236}">
                <a16:creationId xmlns:a16="http://schemas.microsoft.com/office/drawing/2014/main" id="{A5B0DFEC-B8A9-C34F-94A0-A4E2936DD8A8}"/>
              </a:ext>
            </a:extLst>
          </p:cNvPr>
          <p:cNvSpPr>
            <a:spLocks/>
          </p:cNvSpPr>
          <p:nvPr/>
        </p:nvSpPr>
        <p:spPr bwMode="auto">
          <a:xfrm>
            <a:off x="3652492" y="5321654"/>
            <a:ext cx="110957" cy="138616"/>
          </a:xfrm>
          <a:custGeom>
            <a:avLst/>
            <a:gdLst>
              <a:gd name="T0" fmla="*/ 0 w 76"/>
              <a:gd name="T1" fmla="*/ 94 h 94"/>
              <a:gd name="T2" fmla="*/ 76 w 76"/>
              <a:gd name="T3" fmla="*/ 0 h 94"/>
              <a:gd name="T4" fmla="*/ 0 60000 65536"/>
              <a:gd name="T5" fmla="*/ 0 60000 65536"/>
              <a:gd name="T6" fmla="*/ 0 w 76"/>
              <a:gd name="T7" fmla="*/ 0 h 94"/>
              <a:gd name="T8" fmla="*/ 76 w 76"/>
              <a:gd name="T9" fmla="*/ 94 h 94"/>
            </a:gdLst>
            <a:ahLst/>
            <a:cxnLst>
              <a:cxn ang="T4">
                <a:pos x="T0" y="T1"/>
              </a:cxn>
              <a:cxn ang="T5">
                <a:pos x="T2" y="T3"/>
              </a:cxn>
            </a:cxnLst>
            <a:rect l="T6" t="T7" r="T8" b="T9"/>
            <a:pathLst>
              <a:path w="76" h="94">
                <a:moveTo>
                  <a:pt x="0" y="94"/>
                </a:moveTo>
                <a:lnTo>
                  <a:pt x="76" y="0"/>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69" name="Freeform 43">
            <a:extLst>
              <a:ext uri="{FF2B5EF4-FFF2-40B4-BE49-F238E27FC236}">
                <a16:creationId xmlns:a16="http://schemas.microsoft.com/office/drawing/2014/main" id="{698BCEC3-16FB-314C-831F-6D55ED13B108}"/>
              </a:ext>
            </a:extLst>
          </p:cNvPr>
          <p:cNvSpPr>
            <a:spLocks/>
          </p:cNvSpPr>
          <p:nvPr/>
        </p:nvSpPr>
        <p:spPr bwMode="auto">
          <a:xfrm>
            <a:off x="2446565" y="4767189"/>
            <a:ext cx="367910" cy="168109"/>
          </a:xfrm>
          <a:custGeom>
            <a:avLst/>
            <a:gdLst>
              <a:gd name="T0" fmla="*/ 0 w 252"/>
              <a:gd name="T1" fmla="*/ 114 h 114"/>
              <a:gd name="T2" fmla="*/ 252 w 252"/>
              <a:gd name="T3" fmla="*/ 0 h 114"/>
              <a:gd name="T4" fmla="*/ 0 60000 65536"/>
              <a:gd name="T5" fmla="*/ 0 60000 65536"/>
              <a:gd name="T6" fmla="*/ 0 w 252"/>
              <a:gd name="T7" fmla="*/ 0 h 114"/>
              <a:gd name="T8" fmla="*/ 252 w 252"/>
              <a:gd name="T9" fmla="*/ 114 h 114"/>
            </a:gdLst>
            <a:ahLst/>
            <a:cxnLst>
              <a:cxn ang="T4">
                <a:pos x="T0" y="T1"/>
              </a:cxn>
              <a:cxn ang="T5">
                <a:pos x="T2" y="T3"/>
              </a:cxn>
            </a:cxnLst>
            <a:rect l="T6" t="T7" r="T8" b="T9"/>
            <a:pathLst>
              <a:path w="252" h="114">
                <a:moveTo>
                  <a:pt x="0" y="114"/>
                </a:moveTo>
                <a:lnTo>
                  <a:pt x="252" y="0"/>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70" name="Freeform 44">
            <a:extLst>
              <a:ext uri="{FF2B5EF4-FFF2-40B4-BE49-F238E27FC236}">
                <a16:creationId xmlns:a16="http://schemas.microsoft.com/office/drawing/2014/main" id="{8CB7EA9B-46A2-DA43-BD84-E5E548E767A3}"/>
              </a:ext>
            </a:extLst>
          </p:cNvPr>
          <p:cNvSpPr>
            <a:spLocks/>
          </p:cNvSpPr>
          <p:nvPr/>
        </p:nvSpPr>
        <p:spPr bwMode="auto">
          <a:xfrm>
            <a:off x="3083108" y="4855667"/>
            <a:ext cx="648222" cy="380458"/>
          </a:xfrm>
          <a:custGeom>
            <a:avLst/>
            <a:gdLst>
              <a:gd name="T0" fmla="*/ 0 w 444"/>
              <a:gd name="T1" fmla="*/ 0 h 258"/>
              <a:gd name="T2" fmla="*/ 444 w 444"/>
              <a:gd name="T3" fmla="*/ 258 h 258"/>
              <a:gd name="T4" fmla="*/ 0 60000 65536"/>
              <a:gd name="T5" fmla="*/ 0 60000 65536"/>
              <a:gd name="T6" fmla="*/ 0 w 444"/>
              <a:gd name="T7" fmla="*/ 0 h 258"/>
              <a:gd name="T8" fmla="*/ 444 w 444"/>
              <a:gd name="T9" fmla="*/ 258 h 258"/>
            </a:gdLst>
            <a:ahLst/>
            <a:cxnLst>
              <a:cxn ang="T4">
                <a:pos x="T0" y="T1"/>
              </a:cxn>
              <a:cxn ang="T5">
                <a:pos x="T2" y="T3"/>
              </a:cxn>
            </a:cxnLst>
            <a:rect l="T6" t="T7" r="T8" b="T9"/>
            <a:pathLst>
              <a:path w="444" h="258">
                <a:moveTo>
                  <a:pt x="0" y="0"/>
                </a:moveTo>
                <a:lnTo>
                  <a:pt x="444" y="258"/>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71" name="Freeform 45">
            <a:extLst>
              <a:ext uri="{FF2B5EF4-FFF2-40B4-BE49-F238E27FC236}">
                <a16:creationId xmlns:a16="http://schemas.microsoft.com/office/drawing/2014/main" id="{7D4FB268-A169-0F4B-9C84-1ACD0524121A}"/>
              </a:ext>
            </a:extLst>
          </p:cNvPr>
          <p:cNvSpPr>
            <a:spLocks/>
          </p:cNvSpPr>
          <p:nvPr/>
        </p:nvSpPr>
        <p:spPr bwMode="auto">
          <a:xfrm>
            <a:off x="5016095" y="5029675"/>
            <a:ext cx="954814" cy="619350"/>
          </a:xfrm>
          <a:custGeom>
            <a:avLst/>
            <a:gdLst>
              <a:gd name="T0" fmla="*/ 0 w 654"/>
              <a:gd name="T1" fmla="*/ 420 h 420"/>
              <a:gd name="T2" fmla="*/ 654 w 654"/>
              <a:gd name="T3" fmla="*/ 0 h 420"/>
              <a:gd name="T4" fmla="*/ 0 60000 65536"/>
              <a:gd name="T5" fmla="*/ 0 60000 65536"/>
              <a:gd name="T6" fmla="*/ 0 w 654"/>
              <a:gd name="T7" fmla="*/ 0 h 420"/>
              <a:gd name="T8" fmla="*/ 654 w 654"/>
              <a:gd name="T9" fmla="*/ 420 h 420"/>
            </a:gdLst>
            <a:ahLst/>
            <a:cxnLst>
              <a:cxn ang="T4">
                <a:pos x="T0" y="T1"/>
              </a:cxn>
              <a:cxn ang="T5">
                <a:pos x="T2" y="T3"/>
              </a:cxn>
            </a:cxnLst>
            <a:rect l="T6" t="T7" r="T8" b="T9"/>
            <a:pathLst>
              <a:path w="654" h="420">
                <a:moveTo>
                  <a:pt x="0" y="420"/>
                </a:moveTo>
                <a:lnTo>
                  <a:pt x="654" y="0"/>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72" name="Oval 46">
            <a:extLst>
              <a:ext uri="{FF2B5EF4-FFF2-40B4-BE49-F238E27FC236}">
                <a16:creationId xmlns:a16="http://schemas.microsoft.com/office/drawing/2014/main" id="{77EAE8E4-EF1C-944D-B5DF-947BBACAF6BC}"/>
              </a:ext>
            </a:extLst>
          </p:cNvPr>
          <p:cNvSpPr>
            <a:spLocks noChangeArrowheads="1"/>
          </p:cNvSpPr>
          <p:nvPr/>
        </p:nvSpPr>
        <p:spPr bwMode="auto">
          <a:xfrm>
            <a:off x="5890611" y="4936773"/>
            <a:ext cx="456967" cy="12092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73" name="Line 47">
            <a:extLst>
              <a:ext uri="{FF2B5EF4-FFF2-40B4-BE49-F238E27FC236}">
                <a16:creationId xmlns:a16="http://schemas.microsoft.com/office/drawing/2014/main" id="{7605033D-73A1-924E-99FE-EDD6125246F5}"/>
              </a:ext>
            </a:extLst>
          </p:cNvPr>
          <p:cNvSpPr>
            <a:spLocks noChangeShapeType="1"/>
          </p:cNvSpPr>
          <p:nvPr/>
        </p:nvSpPr>
        <p:spPr bwMode="auto">
          <a:xfrm>
            <a:off x="5890611" y="4924975"/>
            <a:ext cx="0" cy="737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74" name="Line 48">
            <a:extLst>
              <a:ext uri="{FF2B5EF4-FFF2-40B4-BE49-F238E27FC236}">
                <a16:creationId xmlns:a16="http://schemas.microsoft.com/office/drawing/2014/main" id="{DBC0B4AB-D0E3-C74F-9785-E25E20C244C4}"/>
              </a:ext>
            </a:extLst>
          </p:cNvPr>
          <p:cNvSpPr>
            <a:spLocks noChangeShapeType="1"/>
          </p:cNvSpPr>
          <p:nvPr/>
        </p:nvSpPr>
        <p:spPr bwMode="auto">
          <a:xfrm>
            <a:off x="6347578" y="4924975"/>
            <a:ext cx="0" cy="737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75" name="Rectangle 49">
            <a:extLst>
              <a:ext uri="{FF2B5EF4-FFF2-40B4-BE49-F238E27FC236}">
                <a16:creationId xmlns:a16="http://schemas.microsoft.com/office/drawing/2014/main" id="{592A5C53-BD83-384A-9C2D-08CEEB785BC8}"/>
              </a:ext>
            </a:extLst>
          </p:cNvPr>
          <p:cNvSpPr>
            <a:spLocks noChangeArrowheads="1"/>
          </p:cNvSpPr>
          <p:nvPr/>
        </p:nvSpPr>
        <p:spPr bwMode="auto">
          <a:xfrm>
            <a:off x="5890611" y="4924975"/>
            <a:ext cx="452588" cy="737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176" name="Oval 50">
            <a:extLst>
              <a:ext uri="{FF2B5EF4-FFF2-40B4-BE49-F238E27FC236}">
                <a16:creationId xmlns:a16="http://schemas.microsoft.com/office/drawing/2014/main" id="{5D02A58E-4F5A-EC40-B29A-0D5700D169BA}"/>
              </a:ext>
            </a:extLst>
          </p:cNvPr>
          <p:cNvSpPr>
            <a:spLocks noChangeArrowheads="1"/>
          </p:cNvSpPr>
          <p:nvPr/>
        </p:nvSpPr>
        <p:spPr bwMode="auto">
          <a:xfrm>
            <a:off x="5886231" y="4837972"/>
            <a:ext cx="456967" cy="14009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77" name="Rectangle 51">
            <a:extLst>
              <a:ext uri="{FF2B5EF4-FFF2-40B4-BE49-F238E27FC236}">
                <a16:creationId xmlns:a16="http://schemas.microsoft.com/office/drawing/2014/main" id="{A8B4ED51-5EBD-7A42-A070-7C85A13AFB2E}"/>
              </a:ext>
            </a:extLst>
          </p:cNvPr>
          <p:cNvSpPr>
            <a:spLocks noChangeArrowheads="1"/>
          </p:cNvSpPr>
          <p:nvPr/>
        </p:nvSpPr>
        <p:spPr bwMode="auto">
          <a:xfrm>
            <a:off x="6013247" y="4857142"/>
            <a:ext cx="205854" cy="179906"/>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78" name="Text Box 52">
            <a:extLst>
              <a:ext uri="{FF2B5EF4-FFF2-40B4-BE49-F238E27FC236}">
                <a16:creationId xmlns:a16="http://schemas.microsoft.com/office/drawing/2014/main" id="{6864AE40-C653-554F-B5F5-7FCE890517DF}"/>
              </a:ext>
            </a:extLst>
          </p:cNvPr>
          <p:cNvSpPr txBox="1">
            <a:spLocks noChangeArrowheads="1"/>
          </p:cNvSpPr>
          <p:nvPr/>
        </p:nvSpPr>
        <p:spPr bwMode="auto">
          <a:xfrm>
            <a:off x="5887691" y="4761290"/>
            <a:ext cx="467187" cy="3966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2a</a:t>
            </a:r>
            <a:endParaRPr lang="en-US" kern="0" dirty="0">
              <a:solidFill>
                <a:srgbClr val="000000"/>
              </a:solidFill>
            </a:endParaRPr>
          </a:p>
        </p:txBody>
      </p:sp>
      <p:sp>
        <p:nvSpPr>
          <p:cNvPr id="179" name="Text Box 53">
            <a:extLst>
              <a:ext uri="{FF2B5EF4-FFF2-40B4-BE49-F238E27FC236}">
                <a16:creationId xmlns:a16="http://schemas.microsoft.com/office/drawing/2014/main" id="{9674ED05-1E44-A445-B61A-D179B03704BB}"/>
              </a:ext>
            </a:extLst>
          </p:cNvPr>
          <p:cNvSpPr txBox="1">
            <a:spLocks noChangeArrowheads="1"/>
          </p:cNvSpPr>
          <p:nvPr/>
        </p:nvSpPr>
        <p:spPr bwMode="auto">
          <a:xfrm>
            <a:off x="1840470" y="5215261"/>
            <a:ext cx="665742" cy="3966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0" fontAlgn="base" hangingPunct="0">
              <a:spcBef>
                <a:spcPct val="0"/>
              </a:spcBef>
              <a:spcAft>
                <a:spcPct val="0"/>
              </a:spcAft>
              <a:defRPr/>
            </a:pPr>
            <a:r>
              <a:rPr lang="en-US" sz="2000" kern="0" dirty="0">
                <a:solidFill>
                  <a:srgbClr val="000000"/>
                </a:solidFill>
              </a:rPr>
              <a:t>AS3</a:t>
            </a:r>
            <a:endParaRPr lang="en-US" sz="1800" kern="0" dirty="0">
              <a:solidFill>
                <a:srgbClr val="000000"/>
              </a:solidFill>
            </a:endParaRPr>
          </a:p>
        </p:txBody>
      </p:sp>
      <p:sp>
        <p:nvSpPr>
          <p:cNvPr id="180" name="Text Box 54">
            <a:extLst>
              <a:ext uri="{FF2B5EF4-FFF2-40B4-BE49-F238E27FC236}">
                <a16:creationId xmlns:a16="http://schemas.microsoft.com/office/drawing/2014/main" id="{005A3212-FAC4-D446-8E0A-533A16ECE775}"/>
              </a:ext>
            </a:extLst>
          </p:cNvPr>
          <p:cNvSpPr txBox="1">
            <a:spLocks noChangeArrowheads="1"/>
          </p:cNvSpPr>
          <p:nvPr/>
        </p:nvSpPr>
        <p:spPr bwMode="auto">
          <a:xfrm>
            <a:off x="5345452" y="5839068"/>
            <a:ext cx="665742" cy="3966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0" fontAlgn="base" hangingPunct="0">
              <a:spcBef>
                <a:spcPct val="0"/>
              </a:spcBef>
              <a:spcAft>
                <a:spcPct val="0"/>
              </a:spcAft>
              <a:defRPr/>
            </a:pPr>
            <a:r>
              <a:rPr lang="en-US" sz="2000" kern="0" dirty="0">
                <a:solidFill>
                  <a:srgbClr val="000000"/>
                </a:solidFill>
              </a:rPr>
              <a:t>AS1</a:t>
            </a:r>
            <a:endParaRPr lang="en-US" sz="1800" kern="0" dirty="0">
              <a:solidFill>
                <a:srgbClr val="000000"/>
              </a:solidFill>
            </a:endParaRPr>
          </a:p>
        </p:txBody>
      </p:sp>
      <p:sp>
        <p:nvSpPr>
          <p:cNvPr id="181" name="Text Box 55">
            <a:extLst>
              <a:ext uri="{FF2B5EF4-FFF2-40B4-BE49-F238E27FC236}">
                <a16:creationId xmlns:a16="http://schemas.microsoft.com/office/drawing/2014/main" id="{7DE50C34-9B18-1849-8D31-CE3E7E2F0717}"/>
              </a:ext>
            </a:extLst>
          </p:cNvPr>
          <p:cNvSpPr txBox="1">
            <a:spLocks noChangeArrowheads="1"/>
          </p:cNvSpPr>
          <p:nvPr/>
        </p:nvSpPr>
        <p:spPr bwMode="auto">
          <a:xfrm>
            <a:off x="7116511" y="5463035"/>
            <a:ext cx="616103" cy="368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0" fontAlgn="base" hangingPunct="0">
              <a:spcBef>
                <a:spcPct val="0"/>
              </a:spcBef>
              <a:spcAft>
                <a:spcPct val="0"/>
              </a:spcAft>
              <a:defRPr/>
            </a:pPr>
            <a:r>
              <a:rPr lang="en-US" sz="1800" kern="0" dirty="0">
                <a:solidFill>
                  <a:srgbClr val="000000"/>
                </a:solidFill>
              </a:rPr>
              <a:t>AS2</a:t>
            </a:r>
          </a:p>
        </p:txBody>
      </p:sp>
      <p:sp>
        <p:nvSpPr>
          <p:cNvPr id="182" name="Oval 56">
            <a:extLst>
              <a:ext uri="{FF2B5EF4-FFF2-40B4-BE49-F238E27FC236}">
                <a16:creationId xmlns:a16="http://schemas.microsoft.com/office/drawing/2014/main" id="{4CAC6F24-F619-7E4B-9E0A-AF6FB0ECB08F}"/>
              </a:ext>
            </a:extLst>
          </p:cNvPr>
          <p:cNvSpPr>
            <a:spLocks noChangeArrowheads="1"/>
          </p:cNvSpPr>
          <p:nvPr/>
        </p:nvSpPr>
        <p:spPr bwMode="auto">
          <a:xfrm>
            <a:off x="3280202" y="5545800"/>
            <a:ext cx="456967" cy="119446"/>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83" name="Line 57">
            <a:extLst>
              <a:ext uri="{FF2B5EF4-FFF2-40B4-BE49-F238E27FC236}">
                <a16:creationId xmlns:a16="http://schemas.microsoft.com/office/drawing/2014/main" id="{37706C00-5AFA-4E4F-AEE2-E86CBA64F507}"/>
              </a:ext>
            </a:extLst>
          </p:cNvPr>
          <p:cNvSpPr>
            <a:spLocks noChangeShapeType="1"/>
          </p:cNvSpPr>
          <p:nvPr/>
        </p:nvSpPr>
        <p:spPr bwMode="auto">
          <a:xfrm>
            <a:off x="3280202" y="5535477"/>
            <a:ext cx="0" cy="737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84" name="Line 58">
            <a:extLst>
              <a:ext uri="{FF2B5EF4-FFF2-40B4-BE49-F238E27FC236}">
                <a16:creationId xmlns:a16="http://schemas.microsoft.com/office/drawing/2014/main" id="{F53BFE68-5413-9042-B5B8-E870B9DF06EF}"/>
              </a:ext>
            </a:extLst>
          </p:cNvPr>
          <p:cNvSpPr>
            <a:spLocks noChangeShapeType="1"/>
          </p:cNvSpPr>
          <p:nvPr/>
        </p:nvSpPr>
        <p:spPr bwMode="auto">
          <a:xfrm>
            <a:off x="3738630" y="5535477"/>
            <a:ext cx="0" cy="737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85" name="Rectangle 59">
            <a:extLst>
              <a:ext uri="{FF2B5EF4-FFF2-40B4-BE49-F238E27FC236}">
                <a16:creationId xmlns:a16="http://schemas.microsoft.com/office/drawing/2014/main" id="{E66B86FC-0EE6-A646-BA10-BADF35B023EA}"/>
              </a:ext>
            </a:extLst>
          </p:cNvPr>
          <p:cNvSpPr>
            <a:spLocks noChangeArrowheads="1"/>
          </p:cNvSpPr>
          <p:nvPr/>
        </p:nvSpPr>
        <p:spPr bwMode="auto">
          <a:xfrm>
            <a:off x="3280202" y="5535477"/>
            <a:ext cx="452588" cy="6930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186" name="Oval 60">
            <a:extLst>
              <a:ext uri="{FF2B5EF4-FFF2-40B4-BE49-F238E27FC236}">
                <a16:creationId xmlns:a16="http://schemas.microsoft.com/office/drawing/2014/main" id="{E2C4F48E-C2B7-F040-A479-AD3AA9552BB4}"/>
              </a:ext>
            </a:extLst>
          </p:cNvPr>
          <p:cNvSpPr>
            <a:spLocks noChangeArrowheads="1"/>
          </p:cNvSpPr>
          <p:nvPr/>
        </p:nvSpPr>
        <p:spPr bwMode="auto">
          <a:xfrm>
            <a:off x="3275822" y="5455847"/>
            <a:ext cx="456967" cy="141566"/>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87" name="Rectangle 61">
            <a:extLst>
              <a:ext uri="{FF2B5EF4-FFF2-40B4-BE49-F238E27FC236}">
                <a16:creationId xmlns:a16="http://schemas.microsoft.com/office/drawing/2014/main" id="{782B4D58-3187-1646-B67F-4472AD6DF18D}"/>
              </a:ext>
            </a:extLst>
          </p:cNvPr>
          <p:cNvSpPr>
            <a:spLocks noChangeArrowheads="1"/>
          </p:cNvSpPr>
          <p:nvPr/>
        </p:nvSpPr>
        <p:spPr bwMode="auto">
          <a:xfrm>
            <a:off x="3399919" y="5494187"/>
            <a:ext cx="207314" cy="141566"/>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88" name="Text Box 62">
            <a:extLst>
              <a:ext uri="{FF2B5EF4-FFF2-40B4-BE49-F238E27FC236}">
                <a16:creationId xmlns:a16="http://schemas.microsoft.com/office/drawing/2014/main" id="{CEC455E8-C4B8-6444-936D-9F9CEE323826}"/>
              </a:ext>
            </a:extLst>
          </p:cNvPr>
          <p:cNvSpPr txBox="1">
            <a:spLocks noChangeArrowheads="1"/>
          </p:cNvSpPr>
          <p:nvPr/>
        </p:nvSpPr>
        <p:spPr bwMode="auto">
          <a:xfrm>
            <a:off x="3280202" y="5367368"/>
            <a:ext cx="467187" cy="3966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1a</a:t>
            </a:r>
            <a:endParaRPr lang="en-US" kern="0" dirty="0">
              <a:solidFill>
                <a:srgbClr val="000000"/>
              </a:solidFill>
            </a:endParaRPr>
          </a:p>
        </p:txBody>
      </p:sp>
      <p:grpSp>
        <p:nvGrpSpPr>
          <p:cNvPr id="189" name="Group 63">
            <a:extLst>
              <a:ext uri="{FF2B5EF4-FFF2-40B4-BE49-F238E27FC236}">
                <a16:creationId xmlns:a16="http://schemas.microsoft.com/office/drawing/2014/main" id="{8B168416-DE6F-9546-A33D-5DC186D755BF}"/>
              </a:ext>
            </a:extLst>
          </p:cNvPr>
          <p:cNvGrpSpPr>
            <a:grpSpLocks/>
          </p:cNvGrpSpPr>
          <p:nvPr/>
        </p:nvGrpSpPr>
        <p:grpSpPr bwMode="auto">
          <a:xfrm>
            <a:off x="6394297" y="4593181"/>
            <a:ext cx="461347" cy="396679"/>
            <a:chOff x="4320" y="1936"/>
            <a:chExt cx="316" cy="269"/>
          </a:xfrm>
        </p:grpSpPr>
        <p:sp>
          <p:nvSpPr>
            <p:cNvPr id="242" name="Oval 64">
              <a:extLst>
                <a:ext uri="{FF2B5EF4-FFF2-40B4-BE49-F238E27FC236}">
                  <a16:creationId xmlns:a16="http://schemas.microsoft.com/office/drawing/2014/main" id="{17477FF4-6D5F-744F-A7C6-65D539FF25C9}"/>
                </a:ext>
              </a:extLst>
            </p:cNvPr>
            <p:cNvSpPr>
              <a:spLocks noChangeArrowheads="1"/>
            </p:cNvSpPr>
            <p:nvPr/>
          </p:nvSpPr>
          <p:spPr bwMode="auto">
            <a:xfrm>
              <a:off x="4323" y="2054"/>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43" name="Line 65">
              <a:extLst>
                <a:ext uri="{FF2B5EF4-FFF2-40B4-BE49-F238E27FC236}">
                  <a16:creationId xmlns:a16="http://schemas.microsoft.com/office/drawing/2014/main" id="{7681775B-D11F-204C-B161-6FEDD638731C}"/>
                </a:ext>
              </a:extLst>
            </p:cNvPr>
            <p:cNvSpPr>
              <a:spLocks noChangeShapeType="1"/>
            </p:cNvSpPr>
            <p:nvPr/>
          </p:nvSpPr>
          <p:spPr bwMode="auto">
            <a:xfrm>
              <a:off x="4323" y="2047"/>
              <a:ext cx="0" cy="5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44" name="Line 66">
              <a:extLst>
                <a:ext uri="{FF2B5EF4-FFF2-40B4-BE49-F238E27FC236}">
                  <a16:creationId xmlns:a16="http://schemas.microsoft.com/office/drawing/2014/main" id="{C9C1462B-D75D-9043-BD36-C8666A0E3E76}"/>
                </a:ext>
              </a:extLst>
            </p:cNvPr>
            <p:cNvSpPr>
              <a:spLocks noChangeShapeType="1"/>
            </p:cNvSpPr>
            <p:nvPr/>
          </p:nvSpPr>
          <p:spPr bwMode="auto">
            <a:xfrm>
              <a:off x="4636" y="2047"/>
              <a:ext cx="0" cy="5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45" name="Rectangle 67">
              <a:extLst>
                <a:ext uri="{FF2B5EF4-FFF2-40B4-BE49-F238E27FC236}">
                  <a16:creationId xmlns:a16="http://schemas.microsoft.com/office/drawing/2014/main" id="{D2A31C20-F821-2245-A13A-E48BBF035C90}"/>
                </a:ext>
              </a:extLst>
            </p:cNvPr>
            <p:cNvSpPr>
              <a:spLocks noChangeArrowheads="1"/>
            </p:cNvSpPr>
            <p:nvPr/>
          </p:nvSpPr>
          <p:spPr bwMode="auto">
            <a:xfrm>
              <a:off x="4323" y="2047"/>
              <a:ext cx="310" cy="51"/>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246" name="Oval 68">
              <a:extLst>
                <a:ext uri="{FF2B5EF4-FFF2-40B4-BE49-F238E27FC236}">
                  <a16:creationId xmlns:a16="http://schemas.microsoft.com/office/drawing/2014/main" id="{E3B56467-2A6B-814A-A9D2-32B39DA9E2D8}"/>
                </a:ext>
              </a:extLst>
            </p:cNvPr>
            <p:cNvSpPr>
              <a:spLocks noChangeArrowheads="1"/>
            </p:cNvSpPr>
            <p:nvPr/>
          </p:nvSpPr>
          <p:spPr bwMode="auto">
            <a:xfrm>
              <a:off x="4320" y="1988"/>
              <a:ext cx="313" cy="97"/>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47" name="Rectangle 69">
              <a:extLst>
                <a:ext uri="{FF2B5EF4-FFF2-40B4-BE49-F238E27FC236}">
                  <a16:creationId xmlns:a16="http://schemas.microsoft.com/office/drawing/2014/main" id="{4CCA8E7D-2AA0-DB42-8739-0E698AF3EF16}"/>
                </a:ext>
              </a:extLst>
            </p:cNvPr>
            <p:cNvSpPr>
              <a:spLocks noChangeArrowheads="1"/>
            </p:cNvSpPr>
            <p:nvPr/>
          </p:nvSpPr>
          <p:spPr bwMode="auto">
            <a:xfrm>
              <a:off x="4407" y="2001"/>
              <a:ext cx="141" cy="118"/>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48" name="Text Box 70">
              <a:extLst>
                <a:ext uri="{FF2B5EF4-FFF2-40B4-BE49-F238E27FC236}">
                  <a16:creationId xmlns:a16="http://schemas.microsoft.com/office/drawing/2014/main" id="{B0E12A9A-8AC6-2C4B-B109-A569883BDF8B}"/>
                </a:ext>
              </a:extLst>
            </p:cNvPr>
            <p:cNvSpPr txBox="1">
              <a:spLocks noChangeArrowheads="1"/>
            </p:cNvSpPr>
            <p:nvPr/>
          </p:nvSpPr>
          <p:spPr bwMode="auto">
            <a:xfrm>
              <a:off x="4325" y="1936"/>
              <a:ext cx="310"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2c</a:t>
              </a:r>
              <a:endParaRPr lang="en-US" kern="0" dirty="0">
                <a:solidFill>
                  <a:srgbClr val="000000"/>
                </a:solidFill>
              </a:endParaRPr>
            </a:p>
          </p:txBody>
        </p:sp>
      </p:grpSp>
      <p:grpSp>
        <p:nvGrpSpPr>
          <p:cNvPr id="190" name="Group 71">
            <a:extLst>
              <a:ext uri="{FF2B5EF4-FFF2-40B4-BE49-F238E27FC236}">
                <a16:creationId xmlns:a16="http://schemas.microsoft.com/office/drawing/2014/main" id="{21E7E3D0-5FA0-9646-84AD-FC33AA41FD3A}"/>
              </a:ext>
            </a:extLst>
          </p:cNvPr>
          <p:cNvGrpSpPr>
            <a:grpSpLocks/>
          </p:cNvGrpSpPr>
          <p:nvPr/>
        </p:nvGrpSpPr>
        <p:grpSpPr bwMode="auto">
          <a:xfrm>
            <a:off x="6797246" y="4920552"/>
            <a:ext cx="468647" cy="396679"/>
            <a:chOff x="4596" y="2158"/>
            <a:chExt cx="321" cy="269"/>
          </a:xfrm>
        </p:grpSpPr>
        <p:sp>
          <p:nvSpPr>
            <p:cNvPr id="235" name="Oval 72">
              <a:extLst>
                <a:ext uri="{FF2B5EF4-FFF2-40B4-BE49-F238E27FC236}">
                  <a16:creationId xmlns:a16="http://schemas.microsoft.com/office/drawing/2014/main" id="{5608D056-551C-0B44-A60B-A3E90AFB7DFB}"/>
                </a:ext>
              </a:extLst>
            </p:cNvPr>
            <p:cNvSpPr>
              <a:spLocks noChangeArrowheads="1"/>
            </p:cNvSpPr>
            <p:nvPr/>
          </p:nvSpPr>
          <p:spPr bwMode="auto">
            <a:xfrm>
              <a:off x="4599" y="2276"/>
              <a:ext cx="311"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36" name="Line 73">
              <a:extLst>
                <a:ext uri="{FF2B5EF4-FFF2-40B4-BE49-F238E27FC236}">
                  <a16:creationId xmlns:a16="http://schemas.microsoft.com/office/drawing/2014/main" id="{FA977711-B8B6-4247-BDAB-A3001746C4D4}"/>
                </a:ext>
              </a:extLst>
            </p:cNvPr>
            <p:cNvSpPr>
              <a:spLocks noChangeShapeType="1"/>
            </p:cNvSpPr>
            <p:nvPr/>
          </p:nvSpPr>
          <p:spPr bwMode="auto">
            <a:xfrm>
              <a:off x="4599" y="2269"/>
              <a:ext cx="0" cy="5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37" name="Line 74">
              <a:extLst>
                <a:ext uri="{FF2B5EF4-FFF2-40B4-BE49-F238E27FC236}">
                  <a16:creationId xmlns:a16="http://schemas.microsoft.com/office/drawing/2014/main" id="{6CA75CE1-2E8D-0F48-8641-8C18C90BD88D}"/>
                </a:ext>
              </a:extLst>
            </p:cNvPr>
            <p:cNvSpPr>
              <a:spLocks noChangeShapeType="1"/>
            </p:cNvSpPr>
            <p:nvPr/>
          </p:nvSpPr>
          <p:spPr bwMode="auto">
            <a:xfrm>
              <a:off x="4910" y="2269"/>
              <a:ext cx="0" cy="5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38" name="Rectangle 75">
              <a:extLst>
                <a:ext uri="{FF2B5EF4-FFF2-40B4-BE49-F238E27FC236}">
                  <a16:creationId xmlns:a16="http://schemas.microsoft.com/office/drawing/2014/main" id="{4ED73E8C-48F2-3A4F-B322-2CCB3CBA0862}"/>
                </a:ext>
              </a:extLst>
            </p:cNvPr>
            <p:cNvSpPr>
              <a:spLocks noChangeArrowheads="1"/>
            </p:cNvSpPr>
            <p:nvPr/>
          </p:nvSpPr>
          <p:spPr bwMode="auto">
            <a:xfrm>
              <a:off x="4599" y="2269"/>
              <a:ext cx="310" cy="51"/>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239" name="Oval 76">
              <a:extLst>
                <a:ext uri="{FF2B5EF4-FFF2-40B4-BE49-F238E27FC236}">
                  <a16:creationId xmlns:a16="http://schemas.microsoft.com/office/drawing/2014/main" id="{6345CAD2-BEAC-0E49-9C80-9EB68603FE17}"/>
                </a:ext>
              </a:extLst>
            </p:cNvPr>
            <p:cNvSpPr>
              <a:spLocks noChangeArrowheads="1"/>
            </p:cNvSpPr>
            <p:nvPr/>
          </p:nvSpPr>
          <p:spPr bwMode="auto">
            <a:xfrm>
              <a:off x="4596" y="2208"/>
              <a:ext cx="313" cy="97"/>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40" name="Rectangle 77">
              <a:extLst>
                <a:ext uri="{FF2B5EF4-FFF2-40B4-BE49-F238E27FC236}">
                  <a16:creationId xmlns:a16="http://schemas.microsoft.com/office/drawing/2014/main" id="{E1F2376F-3613-4042-A35F-DEE5F89C6C4C}"/>
                </a:ext>
              </a:extLst>
            </p:cNvPr>
            <p:cNvSpPr>
              <a:spLocks noChangeArrowheads="1"/>
            </p:cNvSpPr>
            <p:nvPr/>
          </p:nvSpPr>
          <p:spPr bwMode="auto">
            <a:xfrm>
              <a:off x="4683" y="2221"/>
              <a:ext cx="141" cy="11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41" name="Text Box 78">
              <a:extLst>
                <a:ext uri="{FF2B5EF4-FFF2-40B4-BE49-F238E27FC236}">
                  <a16:creationId xmlns:a16="http://schemas.microsoft.com/office/drawing/2014/main" id="{7C2657A7-4F00-3C45-AD0D-9FB7A649BB45}"/>
                </a:ext>
              </a:extLst>
            </p:cNvPr>
            <p:cNvSpPr txBox="1">
              <a:spLocks noChangeArrowheads="1"/>
            </p:cNvSpPr>
            <p:nvPr/>
          </p:nvSpPr>
          <p:spPr bwMode="auto">
            <a:xfrm>
              <a:off x="4598" y="2158"/>
              <a:ext cx="319"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2b</a:t>
              </a:r>
              <a:endParaRPr lang="en-US" kern="0" dirty="0">
                <a:solidFill>
                  <a:srgbClr val="000000"/>
                </a:solidFill>
              </a:endParaRPr>
            </a:p>
          </p:txBody>
        </p:sp>
      </p:grpSp>
      <p:grpSp>
        <p:nvGrpSpPr>
          <p:cNvPr id="191" name="Group 79">
            <a:extLst>
              <a:ext uri="{FF2B5EF4-FFF2-40B4-BE49-F238E27FC236}">
                <a16:creationId xmlns:a16="http://schemas.microsoft.com/office/drawing/2014/main" id="{46AC6AA7-B51A-F140-B460-7AA4784A8771}"/>
              </a:ext>
            </a:extLst>
          </p:cNvPr>
          <p:cNvGrpSpPr>
            <a:grpSpLocks/>
          </p:cNvGrpSpPr>
          <p:nvPr/>
        </p:nvGrpSpPr>
        <p:grpSpPr bwMode="auto">
          <a:xfrm>
            <a:off x="4562047" y="5466169"/>
            <a:ext cx="468647" cy="396679"/>
            <a:chOff x="2015" y="1976"/>
            <a:chExt cx="321" cy="269"/>
          </a:xfrm>
        </p:grpSpPr>
        <p:sp>
          <p:nvSpPr>
            <p:cNvPr id="227" name="Oval 80">
              <a:extLst>
                <a:ext uri="{FF2B5EF4-FFF2-40B4-BE49-F238E27FC236}">
                  <a16:creationId xmlns:a16="http://schemas.microsoft.com/office/drawing/2014/main" id="{F0AF513D-168E-BC43-A87F-98530A7A7340}"/>
                </a:ext>
              </a:extLst>
            </p:cNvPr>
            <p:cNvSpPr>
              <a:spLocks noChangeArrowheads="1"/>
            </p:cNvSpPr>
            <p:nvPr/>
          </p:nvSpPr>
          <p:spPr bwMode="auto">
            <a:xfrm>
              <a:off x="2019" y="2102"/>
              <a:ext cx="311"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28" name="Line 81">
              <a:extLst>
                <a:ext uri="{FF2B5EF4-FFF2-40B4-BE49-F238E27FC236}">
                  <a16:creationId xmlns:a16="http://schemas.microsoft.com/office/drawing/2014/main" id="{98E003C3-39B5-AD4E-B694-FF067F96F0C8}"/>
                </a:ext>
              </a:extLst>
            </p:cNvPr>
            <p:cNvSpPr>
              <a:spLocks noChangeShapeType="1"/>
            </p:cNvSpPr>
            <p:nvPr/>
          </p:nvSpPr>
          <p:spPr bwMode="auto">
            <a:xfrm>
              <a:off x="2019" y="2097"/>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29" name="Line 82">
              <a:extLst>
                <a:ext uri="{FF2B5EF4-FFF2-40B4-BE49-F238E27FC236}">
                  <a16:creationId xmlns:a16="http://schemas.microsoft.com/office/drawing/2014/main" id="{FD35A7A2-366B-1C41-BFC6-E12754C8019D}"/>
                </a:ext>
              </a:extLst>
            </p:cNvPr>
            <p:cNvSpPr>
              <a:spLocks noChangeShapeType="1"/>
            </p:cNvSpPr>
            <p:nvPr/>
          </p:nvSpPr>
          <p:spPr bwMode="auto">
            <a:xfrm>
              <a:off x="2330" y="2097"/>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30" name="Rectangle 83">
              <a:extLst>
                <a:ext uri="{FF2B5EF4-FFF2-40B4-BE49-F238E27FC236}">
                  <a16:creationId xmlns:a16="http://schemas.microsoft.com/office/drawing/2014/main" id="{5442F6D1-04E0-A44F-8910-B76948571B99}"/>
                </a:ext>
              </a:extLst>
            </p:cNvPr>
            <p:cNvSpPr>
              <a:spLocks noChangeArrowheads="1"/>
            </p:cNvSpPr>
            <p:nvPr/>
          </p:nvSpPr>
          <p:spPr bwMode="auto">
            <a:xfrm>
              <a:off x="2019" y="2097"/>
              <a:ext cx="310" cy="47"/>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231" name="Oval 84">
              <a:extLst>
                <a:ext uri="{FF2B5EF4-FFF2-40B4-BE49-F238E27FC236}">
                  <a16:creationId xmlns:a16="http://schemas.microsoft.com/office/drawing/2014/main" id="{7CE682FE-3948-5143-B692-07DEF21A92CD}"/>
                </a:ext>
              </a:extLst>
            </p:cNvPr>
            <p:cNvSpPr>
              <a:spLocks noChangeArrowheads="1"/>
            </p:cNvSpPr>
            <p:nvPr/>
          </p:nvSpPr>
          <p:spPr bwMode="auto">
            <a:xfrm>
              <a:off x="2016" y="2036"/>
              <a:ext cx="313" cy="95"/>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232" name="Group 85">
              <a:extLst>
                <a:ext uri="{FF2B5EF4-FFF2-40B4-BE49-F238E27FC236}">
                  <a16:creationId xmlns:a16="http://schemas.microsoft.com/office/drawing/2014/main" id="{ACD8E934-A29C-E940-B27E-262F5DE7DCDF}"/>
                </a:ext>
              </a:extLst>
            </p:cNvPr>
            <p:cNvGrpSpPr>
              <a:grpSpLocks/>
            </p:cNvGrpSpPr>
            <p:nvPr/>
          </p:nvGrpSpPr>
          <p:grpSpPr bwMode="auto">
            <a:xfrm>
              <a:off x="2015" y="1976"/>
              <a:ext cx="321" cy="269"/>
              <a:chOff x="2894" y="2425"/>
              <a:chExt cx="328" cy="269"/>
            </a:xfrm>
          </p:grpSpPr>
          <p:sp>
            <p:nvSpPr>
              <p:cNvPr id="233" name="Rectangle 86">
                <a:extLst>
                  <a:ext uri="{FF2B5EF4-FFF2-40B4-BE49-F238E27FC236}">
                    <a16:creationId xmlns:a16="http://schemas.microsoft.com/office/drawing/2014/main" id="{6556355B-9BE3-D746-A820-E89A58911EF8}"/>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34" name="Text Box 87">
                <a:extLst>
                  <a:ext uri="{FF2B5EF4-FFF2-40B4-BE49-F238E27FC236}">
                    <a16:creationId xmlns:a16="http://schemas.microsoft.com/office/drawing/2014/main" id="{87A983D3-02A0-4A4B-A676-14BB88EA3128}"/>
                  </a:ext>
                </a:extLst>
              </p:cNvPr>
              <p:cNvSpPr txBox="1">
                <a:spLocks noChangeArrowheads="1"/>
              </p:cNvSpPr>
              <p:nvPr/>
            </p:nvSpPr>
            <p:spPr bwMode="auto">
              <a:xfrm>
                <a:off x="2894" y="2425"/>
                <a:ext cx="328"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1b</a:t>
                </a:r>
                <a:endParaRPr lang="en-US" kern="0" dirty="0">
                  <a:solidFill>
                    <a:srgbClr val="000000"/>
                  </a:solidFill>
                </a:endParaRPr>
              </a:p>
            </p:txBody>
          </p:sp>
        </p:grpSp>
      </p:grpSp>
      <p:grpSp>
        <p:nvGrpSpPr>
          <p:cNvPr id="199" name="Group 99">
            <a:extLst>
              <a:ext uri="{FF2B5EF4-FFF2-40B4-BE49-F238E27FC236}">
                <a16:creationId xmlns:a16="http://schemas.microsoft.com/office/drawing/2014/main" id="{4C6CCD3C-47D1-7847-84AE-9A444B7FD9F9}"/>
              </a:ext>
            </a:extLst>
          </p:cNvPr>
          <p:cNvGrpSpPr>
            <a:grpSpLocks/>
          </p:cNvGrpSpPr>
          <p:nvPr/>
        </p:nvGrpSpPr>
        <p:grpSpPr bwMode="auto">
          <a:xfrm>
            <a:off x="2231951" y="4354289"/>
            <a:ext cx="461347" cy="396679"/>
            <a:chOff x="2016" y="1976"/>
            <a:chExt cx="316" cy="269"/>
          </a:xfrm>
        </p:grpSpPr>
        <p:sp>
          <p:nvSpPr>
            <p:cNvPr id="215" name="Oval 100">
              <a:extLst>
                <a:ext uri="{FF2B5EF4-FFF2-40B4-BE49-F238E27FC236}">
                  <a16:creationId xmlns:a16="http://schemas.microsoft.com/office/drawing/2014/main" id="{9CFFD192-2352-574C-A1F6-73C764467286}"/>
                </a:ext>
              </a:extLst>
            </p:cNvPr>
            <p:cNvSpPr>
              <a:spLocks noChangeArrowheads="1"/>
            </p:cNvSpPr>
            <p:nvPr/>
          </p:nvSpPr>
          <p:spPr bwMode="auto">
            <a:xfrm>
              <a:off x="2019" y="2102"/>
              <a:ext cx="313" cy="81"/>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16" name="Line 101">
              <a:extLst>
                <a:ext uri="{FF2B5EF4-FFF2-40B4-BE49-F238E27FC236}">
                  <a16:creationId xmlns:a16="http://schemas.microsoft.com/office/drawing/2014/main" id="{AA179453-C4E3-E244-B9A9-11831D82618D}"/>
                </a:ext>
              </a:extLst>
            </p:cNvPr>
            <p:cNvSpPr>
              <a:spLocks noChangeShapeType="1"/>
            </p:cNvSpPr>
            <p:nvPr/>
          </p:nvSpPr>
          <p:spPr bwMode="auto">
            <a:xfrm>
              <a:off x="2019" y="2095"/>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17" name="Line 102">
              <a:extLst>
                <a:ext uri="{FF2B5EF4-FFF2-40B4-BE49-F238E27FC236}">
                  <a16:creationId xmlns:a16="http://schemas.microsoft.com/office/drawing/2014/main" id="{1CE386C9-63A7-F044-A083-5284BFD15472}"/>
                </a:ext>
              </a:extLst>
            </p:cNvPr>
            <p:cNvSpPr>
              <a:spLocks noChangeShapeType="1"/>
            </p:cNvSpPr>
            <p:nvPr/>
          </p:nvSpPr>
          <p:spPr bwMode="auto">
            <a:xfrm>
              <a:off x="2332" y="2095"/>
              <a:ext cx="0" cy="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18" name="Rectangle 103">
              <a:extLst>
                <a:ext uri="{FF2B5EF4-FFF2-40B4-BE49-F238E27FC236}">
                  <a16:creationId xmlns:a16="http://schemas.microsoft.com/office/drawing/2014/main" id="{50227DAD-D708-784A-BD13-83429F1C25BE}"/>
                </a:ext>
              </a:extLst>
            </p:cNvPr>
            <p:cNvSpPr>
              <a:spLocks noChangeArrowheads="1"/>
            </p:cNvSpPr>
            <p:nvPr/>
          </p:nvSpPr>
          <p:spPr bwMode="auto">
            <a:xfrm>
              <a:off x="2019" y="2095"/>
              <a:ext cx="310" cy="50"/>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eaLnBrk="0" fontAlgn="base" hangingPunct="0">
                <a:spcBef>
                  <a:spcPct val="0"/>
                </a:spcBef>
                <a:spcAft>
                  <a:spcPct val="0"/>
                </a:spcAft>
                <a:defRPr/>
              </a:pPr>
              <a:endParaRPr lang="en-US" sz="2400" kern="0" dirty="0">
                <a:solidFill>
                  <a:srgbClr val="000000"/>
                </a:solidFill>
                <a:latin typeface="Arial" charset="0"/>
                <a:ea typeface="ＭＳ Ｐゴシック" charset="0"/>
              </a:endParaRPr>
            </a:p>
          </p:txBody>
        </p:sp>
        <p:sp>
          <p:nvSpPr>
            <p:cNvPr id="219" name="Oval 104">
              <a:extLst>
                <a:ext uri="{FF2B5EF4-FFF2-40B4-BE49-F238E27FC236}">
                  <a16:creationId xmlns:a16="http://schemas.microsoft.com/office/drawing/2014/main" id="{6DA156B1-5FE9-414A-BB48-46A4A52B9073}"/>
                </a:ext>
              </a:extLst>
            </p:cNvPr>
            <p:cNvSpPr>
              <a:spLocks noChangeArrowheads="1"/>
            </p:cNvSpPr>
            <p:nvPr/>
          </p:nvSpPr>
          <p:spPr bwMode="auto">
            <a:xfrm>
              <a:off x="2016" y="2037"/>
              <a:ext cx="313" cy="94"/>
            </a:xfrm>
            <a:prstGeom prst="ellipse">
              <a:avLst/>
            </a:prstGeom>
            <a:solidFill>
              <a:srgbClr val="CCCCFF"/>
            </a:solidFill>
            <a:ln w="12700">
              <a:solidFill>
                <a:srgbClr val="000000"/>
              </a:solidFill>
              <a:round/>
              <a:headEnd/>
              <a:tailEnd/>
            </a:ln>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grpSp>
          <p:nvGrpSpPr>
            <p:cNvPr id="220" name="Group 105">
              <a:extLst>
                <a:ext uri="{FF2B5EF4-FFF2-40B4-BE49-F238E27FC236}">
                  <a16:creationId xmlns:a16="http://schemas.microsoft.com/office/drawing/2014/main" id="{80512439-7B6B-C54B-82D0-66D0AB25D2A7}"/>
                </a:ext>
              </a:extLst>
            </p:cNvPr>
            <p:cNvGrpSpPr>
              <a:grpSpLocks/>
            </p:cNvGrpSpPr>
            <p:nvPr/>
          </p:nvGrpSpPr>
          <p:grpSpPr bwMode="auto">
            <a:xfrm>
              <a:off x="2020" y="1976"/>
              <a:ext cx="308" cy="269"/>
              <a:chOff x="2899" y="2425"/>
              <a:chExt cx="315" cy="269"/>
            </a:xfrm>
          </p:grpSpPr>
          <p:sp>
            <p:nvSpPr>
              <p:cNvPr id="221" name="Rectangle 106">
                <a:extLst>
                  <a:ext uri="{FF2B5EF4-FFF2-40B4-BE49-F238E27FC236}">
                    <a16:creationId xmlns:a16="http://schemas.microsoft.com/office/drawing/2014/main" id="{91098A50-7FC0-CB4E-9B97-2D7AE96D06C6}"/>
                  </a:ext>
                </a:extLst>
              </p:cNvPr>
              <p:cNvSpPr>
                <a:spLocks noChangeArrowheads="1"/>
              </p:cNvSpPr>
              <p:nvPr/>
            </p:nvSpPr>
            <p:spPr bwMode="auto">
              <a:xfrm>
                <a:off x="2982" y="2490"/>
                <a:ext cx="142" cy="130"/>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22" name="Text Box 107">
                <a:extLst>
                  <a:ext uri="{FF2B5EF4-FFF2-40B4-BE49-F238E27FC236}">
                    <a16:creationId xmlns:a16="http://schemas.microsoft.com/office/drawing/2014/main" id="{FBCF2ABD-1064-2947-85B9-C0D4E2616D8E}"/>
                  </a:ext>
                </a:extLst>
              </p:cNvPr>
              <p:cNvSpPr txBox="1">
                <a:spLocks noChangeArrowheads="1"/>
              </p:cNvSpPr>
              <p:nvPr/>
            </p:nvSpPr>
            <p:spPr bwMode="auto">
              <a:xfrm>
                <a:off x="2899" y="2425"/>
                <a:ext cx="315"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0" fontAlgn="base" hangingPunct="0">
                  <a:spcBef>
                    <a:spcPct val="0"/>
                  </a:spcBef>
                  <a:spcAft>
                    <a:spcPct val="0"/>
                  </a:spcAft>
                  <a:defRPr/>
                </a:pPr>
                <a:r>
                  <a:rPr lang="en-US" sz="2000" kern="0" dirty="0">
                    <a:solidFill>
                      <a:srgbClr val="000000"/>
                    </a:solidFill>
                  </a:rPr>
                  <a:t>3c</a:t>
                </a:r>
                <a:endParaRPr lang="en-US" kern="0" dirty="0">
                  <a:solidFill>
                    <a:srgbClr val="000000"/>
                  </a:solidFill>
                </a:endParaRPr>
              </a:p>
            </p:txBody>
          </p:sp>
        </p:grpSp>
      </p:grpSp>
      <p:sp>
        <p:nvSpPr>
          <p:cNvPr id="200" name="Line 108">
            <a:extLst>
              <a:ext uri="{FF2B5EF4-FFF2-40B4-BE49-F238E27FC236}">
                <a16:creationId xmlns:a16="http://schemas.microsoft.com/office/drawing/2014/main" id="{47A25237-349D-A842-8706-F347B2434568}"/>
              </a:ext>
            </a:extLst>
          </p:cNvPr>
          <p:cNvSpPr>
            <a:spLocks noChangeShapeType="1"/>
          </p:cNvSpPr>
          <p:nvPr/>
        </p:nvSpPr>
        <p:spPr bwMode="auto">
          <a:xfrm flipH="1">
            <a:off x="2266990" y="4669862"/>
            <a:ext cx="90518" cy="15926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01" name="Line 109">
            <a:extLst>
              <a:ext uri="{FF2B5EF4-FFF2-40B4-BE49-F238E27FC236}">
                <a16:creationId xmlns:a16="http://schemas.microsoft.com/office/drawing/2014/main" id="{6A3F47BD-80C7-0747-85CB-F22F1B792701}"/>
              </a:ext>
            </a:extLst>
          </p:cNvPr>
          <p:cNvSpPr>
            <a:spLocks noChangeShapeType="1"/>
          </p:cNvSpPr>
          <p:nvPr/>
        </p:nvSpPr>
        <p:spPr bwMode="auto">
          <a:xfrm>
            <a:off x="1818783" y="4737696"/>
            <a:ext cx="211694" cy="16221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02" name="Line 110">
            <a:extLst>
              <a:ext uri="{FF2B5EF4-FFF2-40B4-BE49-F238E27FC236}">
                <a16:creationId xmlns:a16="http://schemas.microsoft.com/office/drawing/2014/main" id="{6CB9126B-13F6-7D4E-B1DD-C7EB25541B07}"/>
              </a:ext>
            </a:extLst>
          </p:cNvPr>
          <p:cNvSpPr>
            <a:spLocks noChangeShapeType="1"/>
          </p:cNvSpPr>
          <p:nvPr/>
        </p:nvSpPr>
        <p:spPr bwMode="auto">
          <a:xfrm flipH="1">
            <a:off x="2547302" y="4214198"/>
            <a:ext cx="198555" cy="2241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03" name="Line 111">
            <a:extLst>
              <a:ext uri="{FF2B5EF4-FFF2-40B4-BE49-F238E27FC236}">
                <a16:creationId xmlns:a16="http://schemas.microsoft.com/office/drawing/2014/main" id="{22C33C4C-9469-EC40-8CEF-2C586DEC66C3}"/>
              </a:ext>
            </a:extLst>
          </p:cNvPr>
          <p:cNvSpPr>
            <a:spLocks noChangeShapeType="1"/>
          </p:cNvSpPr>
          <p:nvPr/>
        </p:nvSpPr>
        <p:spPr bwMode="auto">
          <a:xfrm>
            <a:off x="2139974" y="4200926"/>
            <a:ext cx="175195" cy="2624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04" name="Line 112">
            <a:extLst>
              <a:ext uri="{FF2B5EF4-FFF2-40B4-BE49-F238E27FC236}">
                <a16:creationId xmlns:a16="http://schemas.microsoft.com/office/drawing/2014/main" id="{4C48EF93-B210-4F4B-9854-165045A32FD0}"/>
              </a:ext>
            </a:extLst>
          </p:cNvPr>
          <p:cNvSpPr>
            <a:spLocks noChangeShapeType="1"/>
          </p:cNvSpPr>
          <p:nvPr/>
        </p:nvSpPr>
        <p:spPr bwMode="auto">
          <a:xfrm flipH="1">
            <a:off x="3103547" y="4338068"/>
            <a:ext cx="102197" cy="3037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07" name="Line 115">
            <a:extLst>
              <a:ext uri="{FF2B5EF4-FFF2-40B4-BE49-F238E27FC236}">
                <a16:creationId xmlns:a16="http://schemas.microsoft.com/office/drawing/2014/main" id="{257DE23D-92D6-6B48-8933-BB087A4B7F3B}"/>
              </a:ext>
            </a:extLst>
          </p:cNvPr>
          <p:cNvSpPr>
            <a:spLocks noChangeShapeType="1"/>
          </p:cNvSpPr>
          <p:nvPr/>
        </p:nvSpPr>
        <p:spPr bwMode="auto">
          <a:xfrm flipH="1" flipV="1">
            <a:off x="6356338" y="4388206"/>
            <a:ext cx="185415" cy="2978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08" name="Line 116">
            <a:extLst>
              <a:ext uri="{FF2B5EF4-FFF2-40B4-BE49-F238E27FC236}">
                <a16:creationId xmlns:a16="http://schemas.microsoft.com/office/drawing/2014/main" id="{3008FEDF-B989-AD47-B8DC-811C63A78E62}"/>
              </a:ext>
            </a:extLst>
          </p:cNvPr>
          <p:cNvSpPr>
            <a:spLocks noChangeShapeType="1"/>
          </p:cNvSpPr>
          <p:nvPr/>
        </p:nvSpPr>
        <p:spPr bwMode="auto">
          <a:xfrm flipH="1" flipV="1">
            <a:off x="5900830" y="4538619"/>
            <a:ext cx="198555" cy="27280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09" name="Line 117">
            <a:extLst>
              <a:ext uri="{FF2B5EF4-FFF2-40B4-BE49-F238E27FC236}">
                <a16:creationId xmlns:a16="http://schemas.microsoft.com/office/drawing/2014/main" id="{7072AB1C-E687-5F42-AD97-F842F241CC4D}"/>
              </a:ext>
            </a:extLst>
          </p:cNvPr>
          <p:cNvSpPr>
            <a:spLocks noChangeShapeType="1"/>
          </p:cNvSpPr>
          <p:nvPr/>
        </p:nvSpPr>
        <p:spPr bwMode="auto">
          <a:xfrm flipH="1">
            <a:off x="3141506" y="5637228"/>
            <a:ext cx="197095" cy="1725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10" name="Line 118">
            <a:extLst>
              <a:ext uri="{FF2B5EF4-FFF2-40B4-BE49-F238E27FC236}">
                <a16:creationId xmlns:a16="http://schemas.microsoft.com/office/drawing/2014/main" id="{368439BD-38EC-0F4F-AB79-71712E1AE097}"/>
              </a:ext>
            </a:extLst>
          </p:cNvPr>
          <p:cNvSpPr>
            <a:spLocks noChangeShapeType="1"/>
          </p:cNvSpPr>
          <p:nvPr/>
        </p:nvSpPr>
        <p:spPr bwMode="auto">
          <a:xfrm flipH="1" flipV="1">
            <a:off x="3091868" y="5488289"/>
            <a:ext cx="185415" cy="1179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11" name="Line 119">
            <a:extLst>
              <a:ext uri="{FF2B5EF4-FFF2-40B4-BE49-F238E27FC236}">
                <a16:creationId xmlns:a16="http://schemas.microsoft.com/office/drawing/2014/main" id="{05F4047A-FA71-B345-8F4D-7557CE9C3159}"/>
              </a:ext>
            </a:extLst>
          </p:cNvPr>
          <p:cNvSpPr>
            <a:spLocks noChangeShapeType="1"/>
          </p:cNvSpPr>
          <p:nvPr/>
        </p:nvSpPr>
        <p:spPr bwMode="auto">
          <a:xfrm flipH="1">
            <a:off x="3487517" y="5887917"/>
            <a:ext cx="309511" cy="2212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12" name="Line 120">
            <a:extLst>
              <a:ext uri="{FF2B5EF4-FFF2-40B4-BE49-F238E27FC236}">
                <a16:creationId xmlns:a16="http://schemas.microsoft.com/office/drawing/2014/main" id="{00691E04-3135-5045-8A22-A3445401A5C1}"/>
              </a:ext>
            </a:extLst>
          </p:cNvPr>
          <p:cNvSpPr>
            <a:spLocks noChangeShapeType="1"/>
          </p:cNvSpPr>
          <p:nvPr/>
        </p:nvSpPr>
        <p:spPr bwMode="auto">
          <a:xfrm flipV="1">
            <a:off x="4192677" y="5212531"/>
            <a:ext cx="334331" cy="147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13" name="Line 121">
            <a:extLst>
              <a:ext uri="{FF2B5EF4-FFF2-40B4-BE49-F238E27FC236}">
                <a16:creationId xmlns:a16="http://schemas.microsoft.com/office/drawing/2014/main" id="{C2D8B9BD-B900-B448-8B0A-9B6A048DBB86}"/>
              </a:ext>
            </a:extLst>
          </p:cNvPr>
          <p:cNvSpPr>
            <a:spLocks noChangeShapeType="1"/>
          </p:cNvSpPr>
          <p:nvPr/>
        </p:nvSpPr>
        <p:spPr bwMode="auto">
          <a:xfrm>
            <a:off x="4859879" y="5762572"/>
            <a:ext cx="173735" cy="16221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214" name="Line 122">
            <a:extLst>
              <a:ext uri="{FF2B5EF4-FFF2-40B4-BE49-F238E27FC236}">
                <a16:creationId xmlns:a16="http://schemas.microsoft.com/office/drawing/2014/main" id="{EA45D5A9-0BF3-874E-B10C-996FD8308B65}"/>
              </a:ext>
            </a:extLst>
          </p:cNvPr>
          <p:cNvSpPr>
            <a:spLocks noChangeShapeType="1"/>
          </p:cNvSpPr>
          <p:nvPr/>
        </p:nvSpPr>
        <p:spPr bwMode="auto">
          <a:xfrm>
            <a:off x="4156178" y="5324603"/>
            <a:ext cx="211694" cy="11059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defRPr/>
            </a:pPr>
            <a:endParaRPr lang="en-US" kern="0" dirty="0">
              <a:solidFill>
                <a:srgbClr val="000000"/>
              </a:solidFill>
              <a:latin typeface="Arial" charset="0"/>
              <a:ea typeface="ＭＳ Ｐゴシック" charset="0"/>
            </a:endParaRPr>
          </a:p>
        </p:txBody>
      </p:sp>
      <p:sp>
        <p:nvSpPr>
          <p:cNvPr id="192" name="Freeform 113">
            <a:extLst>
              <a:ext uri="{FF2B5EF4-FFF2-40B4-BE49-F238E27FC236}">
                <a16:creationId xmlns:a16="http://schemas.microsoft.com/office/drawing/2014/main" id="{DE260962-6C23-A34F-81F9-3BDEB6DE3340}"/>
              </a:ext>
            </a:extLst>
          </p:cNvPr>
          <p:cNvSpPr>
            <a:spLocks/>
          </p:cNvSpPr>
          <p:nvPr/>
        </p:nvSpPr>
        <p:spPr bwMode="auto">
          <a:xfrm flipH="1">
            <a:off x="642829" y="4609186"/>
            <a:ext cx="1171575" cy="1758950"/>
          </a:xfrm>
          <a:custGeom>
            <a:avLst/>
            <a:gdLst>
              <a:gd name="T0" fmla="*/ 2147483647 w 738"/>
              <a:gd name="T1" fmla="*/ 2147483647 h 1108"/>
              <a:gd name="T2" fmla="*/ 2147483647 w 738"/>
              <a:gd name="T3" fmla="*/ 2147483647 h 1108"/>
              <a:gd name="T4" fmla="*/ 2147483647 w 738"/>
              <a:gd name="T5" fmla="*/ 2147483647 h 1108"/>
              <a:gd name="T6" fmla="*/ 2147483647 w 738"/>
              <a:gd name="T7" fmla="*/ 2147483647 h 1108"/>
              <a:gd name="T8" fmla="*/ 2147483647 w 738"/>
              <a:gd name="T9" fmla="*/ 2147483647 h 1108"/>
              <a:gd name="T10" fmla="*/ 2147483647 w 738"/>
              <a:gd name="T11" fmla="*/ 2147483647 h 1108"/>
              <a:gd name="T12" fmla="*/ 2147483647 w 738"/>
              <a:gd name="T13" fmla="*/ 2147483647 h 1108"/>
              <a:gd name="T14" fmla="*/ 2147483647 w 738"/>
              <a:gd name="T15" fmla="*/ 2147483647 h 1108"/>
              <a:gd name="T16" fmla="*/ 0 60000 65536"/>
              <a:gd name="T17" fmla="*/ 0 60000 65536"/>
              <a:gd name="T18" fmla="*/ 0 60000 65536"/>
              <a:gd name="T19" fmla="*/ 0 60000 65536"/>
              <a:gd name="T20" fmla="*/ 0 60000 65536"/>
              <a:gd name="T21" fmla="*/ 0 60000 65536"/>
              <a:gd name="T22" fmla="*/ 0 60000 65536"/>
              <a:gd name="T23" fmla="*/ 0 60000 65536"/>
              <a:gd name="T24" fmla="*/ 0 w 738"/>
              <a:gd name="T25" fmla="*/ 0 h 1108"/>
              <a:gd name="T26" fmla="*/ 738 w 738"/>
              <a:gd name="T27" fmla="*/ 1108 h 110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38" h="1108">
                <a:moveTo>
                  <a:pt x="32" y="394"/>
                </a:moveTo>
                <a:cubicBezTo>
                  <a:pt x="66" y="301"/>
                  <a:pt x="108" y="228"/>
                  <a:pt x="213" y="172"/>
                </a:cubicBezTo>
                <a:cubicBezTo>
                  <a:pt x="318" y="116"/>
                  <a:pt x="588" y="0"/>
                  <a:pt x="663" y="56"/>
                </a:cubicBezTo>
                <a:cubicBezTo>
                  <a:pt x="738" y="112"/>
                  <a:pt x="659" y="346"/>
                  <a:pt x="661" y="509"/>
                </a:cubicBezTo>
                <a:cubicBezTo>
                  <a:pt x="663" y="672"/>
                  <a:pt x="731" y="956"/>
                  <a:pt x="677" y="1032"/>
                </a:cubicBezTo>
                <a:cubicBezTo>
                  <a:pt x="623" y="1108"/>
                  <a:pt x="442" y="999"/>
                  <a:pt x="338" y="962"/>
                </a:cubicBezTo>
                <a:cubicBezTo>
                  <a:pt x="234" y="925"/>
                  <a:pt x="102" y="904"/>
                  <a:pt x="51" y="809"/>
                </a:cubicBezTo>
                <a:cubicBezTo>
                  <a:pt x="0" y="715"/>
                  <a:pt x="36" y="481"/>
                  <a:pt x="32" y="394"/>
                </a:cubicBezTo>
                <a:close/>
              </a:path>
            </a:pathLst>
          </a:custGeom>
          <a:gradFill rotWithShape="1">
            <a:gsLst>
              <a:gs pos="0">
                <a:srgbClr val="9CE0FA"/>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dirty="0">
              <a:solidFill>
                <a:prstClr val="black"/>
              </a:solidFill>
            </a:endParaRPr>
          </a:p>
        </p:txBody>
      </p:sp>
      <p:sp>
        <p:nvSpPr>
          <p:cNvPr id="193" name="Text Box 114">
            <a:extLst>
              <a:ext uri="{FF2B5EF4-FFF2-40B4-BE49-F238E27FC236}">
                <a16:creationId xmlns:a16="http://schemas.microsoft.com/office/drawing/2014/main" id="{A4A13EDE-492A-BE49-A65F-4D86BD672C46}"/>
              </a:ext>
            </a:extLst>
          </p:cNvPr>
          <p:cNvSpPr txBox="1">
            <a:spLocks noChangeArrowheads="1"/>
          </p:cNvSpPr>
          <p:nvPr/>
        </p:nvSpPr>
        <p:spPr bwMode="auto">
          <a:xfrm>
            <a:off x="699979" y="5393411"/>
            <a:ext cx="893763"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dirty="0">
                <a:solidFill>
                  <a:prstClr val="black"/>
                </a:solidFill>
              </a:rPr>
              <a:t>other</a:t>
            </a:r>
          </a:p>
          <a:p>
            <a:r>
              <a:rPr lang="en-US" sz="1400" dirty="0">
                <a:solidFill>
                  <a:prstClr val="black"/>
                </a:solidFill>
              </a:rPr>
              <a:t>networks</a:t>
            </a:r>
          </a:p>
        </p:txBody>
      </p:sp>
      <p:sp>
        <p:nvSpPr>
          <p:cNvPr id="194" name="Line 115">
            <a:extLst>
              <a:ext uri="{FF2B5EF4-FFF2-40B4-BE49-F238E27FC236}">
                <a16:creationId xmlns:a16="http://schemas.microsoft.com/office/drawing/2014/main" id="{C8C2397B-C8B2-224A-BCB5-A3C329D27E90}"/>
              </a:ext>
            </a:extLst>
          </p:cNvPr>
          <p:cNvSpPr>
            <a:spLocks noChangeShapeType="1"/>
          </p:cNvSpPr>
          <p:nvPr/>
        </p:nvSpPr>
        <p:spPr bwMode="auto">
          <a:xfrm flipH="1">
            <a:off x="1500079" y="4955261"/>
            <a:ext cx="468313" cy="2682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solidFill>
                <a:prstClr val="black"/>
              </a:solidFill>
            </a:endParaRPr>
          </a:p>
        </p:txBody>
      </p:sp>
      <p:sp>
        <p:nvSpPr>
          <p:cNvPr id="195" name="Freeform 5">
            <a:extLst>
              <a:ext uri="{FF2B5EF4-FFF2-40B4-BE49-F238E27FC236}">
                <a16:creationId xmlns:a16="http://schemas.microsoft.com/office/drawing/2014/main" id="{8885E14F-4041-E249-995C-43DC3D2D8B1C}"/>
              </a:ext>
            </a:extLst>
          </p:cNvPr>
          <p:cNvSpPr>
            <a:spLocks/>
          </p:cNvSpPr>
          <p:nvPr/>
        </p:nvSpPr>
        <p:spPr bwMode="auto">
          <a:xfrm>
            <a:off x="8053714" y="3961226"/>
            <a:ext cx="1171575" cy="1758950"/>
          </a:xfrm>
          <a:custGeom>
            <a:avLst/>
            <a:gdLst>
              <a:gd name="T0" fmla="*/ 2147483647 w 738"/>
              <a:gd name="T1" fmla="*/ 2147483647 h 1108"/>
              <a:gd name="T2" fmla="*/ 2147483647 w 738"/>
              <a:gd name="T3" fmla="*/ 2147483647 h 1108"/>
              <a:gd name="T4" fmla="*/ 2147483647 w 738"/>
              <a:gd name="T5" fmla="*/ 2147483647 h 1108"/>
              <a:gd name="T6" fmla="*/ 2147483647 w 738"/>
              <a:gd name="T7" fmla="*/ 2147483647 h 1108"/>
              <a:gd name="T8" fmla="*/ 2147483647 w 738"/>
              <a:gd name="T9" fmla="*/ 2147483647 h 1108"/>
              <a:gd name="T10" fmla="*/ 2147483647 w 738"/>
              <a:gd name="T11" fmla="*/ 2147483647 h 1108"/>
              <a:gd name="T12" fmla="*/ 2147483647 w 738"/>
              <a:gd name="T13" fmla="*/ 2147483647 h 1108"/>
              <a:gd name="T14" fmla="*/ 2147483647 w 738"/>
              <a:gd name="T15" fmla="*/ 2147483647 h 1108"/>
              <a:gd name="T16" fmla="*/ 0 60000 65536"/>
              <a:gd name="T17" fmla="*/ 0 60000 65536"/>
              <a:gd name="T18" fmla="*/ 0 60000 65536"/>
              <a:gd name="T19" fmla="*/ 0 60000 65536"/>
              <a:gd name="T20" fmla="*/ 0 60000 65536"/>
              <a:gd name="T21" fmla="*/ 0 60000 65536"/>
              <a:gd name="T22" fmla="*/ 0 60000 65536"/>
              <a:gd name="T23" fmla="*/ 0 60000 65536"/>
              <a:gd name="T24" fmla="*/ 0 w 738"/>
              <a:gd name="T25" fmla="*/ 0 h 1108"/>
              <a:gd name="T26" fmla="*/ 738 w 738"/>
              <a:gd name="T27" fmla="*/ 1108 h 110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38" h="1108">
                <a:moveTo>
                  <a:pt x="32" y="394"/>
                </a:moveTo>
                <a:cubicBezTo>
                  <a:pt x="66" y="301"/>
                  <a:pt x="108" y="228"/>
                  <a:pt x="213" y="172"/>
                </a:cubicBezTo>
                <a:cubicBezTo>
                  <a:pt x="318" y="116"/>
                  <a:pt x="588" y="0"/>
                  <a:pt x="663" y="56"/>
                </a:cubicBezTo>
                <a:cubicBezTo>
                  <a:pt x="738" y="112"/>
                  <a:pt x="659" y="346"/>
                  <a:pt x="661" y="509"/>
                </a:cubicBezTo>
                <a:cubicBezTo>
                  <a:pt x="663" y="672"/>
                  <a:pt x="731" y="956"/>
                  <a:pt x="677" y="1032"/>
                </a:cubicBezTo>
                <a:cubicBezTo>
                  <a:pt x="623" y="1108"/>
                  <a:pt x="442" y="999"/>
                  <a:pt x="338" y="962"/>
                </a:cubicBezTo>
                <a:cubicBezTo>
                  <a:pt x="234" y="925"/>
                  <a:pt x="102" y="904"/>
                  <a:pt x="51" y="809"/>
                </a:cubicBezTo>
                <a:cubicBezTo>
                  <a:pt x="0" y="715"/>
                  <a:pt x="36" y="481"/>
                  <a:pt x="32" y="394"/>
                </a:cubicBezTo>
                <a:close/>
              </a:path>
            </a:pathLst>
          </a:custGeom>
          <a:gradFill rotWithShape="1">
            <a:gsLst>
              <a:gs pos="0">
                <a:srgbClr val="9CE0FA"/>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dirty="0">
              <a:solidFill>
                <a:prstClr val="black"/>
              </a:solidFill>
            </a:endParaRPr>
          </a:p>
        </p:txBody>
      </p:sp>
      <p:sp>
        <p:nvSpPr>
          <p:cNvPr id="196" name="Line 92">
            <a:extLst>
              <a:ext uri="{FF2B5EF4-FFF2-40B4-BE49-F238E27FC236}">
                <a16:creationId xmlns:a16="http://schemas.microsoft.com/office/drawing/2014/main" id="{F329414D-E5C4-DA4F-A3DD-7175FB210C97}"/>
              </a:ext>
            </a:extLst>
          </p:cNvPr>
          <p:cNvSpPr>
            <a:spLocks noChangeShapeType="1"/>
          </p:cNvSpPr>
          <p:nvPr/>
        </p:nvSpPr>
        <p:spPr bwMode="auto">
          <a:xfrm>
            <a:off x="6848694" y="4790989"/>
            <a:ext cx="131827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r>
              <a:rPr lang="en-US" dirty="0">
                <a:solidFill>
                  <a:prstClr val="black"/>
                </a:solidFill>
              </a:rPr>
              <a:t>        </a:t>
            </a:r>
          </a:p>
        </p:txBody>
      </p:sp>
      <p:sp>
        <p:nvSpPr>
          <p:cNvPr id="197" name="Line 93">
            <a:extLst>
              <a:ext uri="{FF2B5EF4-FFF2-40B4-BE49-F238E27FC236}">
                <a16:creationId xmlns:a16="http://schemas.microsoft.com/office/drawing/2014/main" id="{BFA90A4C-DC4C-B649-B9F1-BBC4626B9420}"/>
              </a:ext>
            </a:extLst>
          </p:cNvPr>
          <p:cNvSpPr>
            <a:spLocks noChangeShapeType="1"/>
          </p:cNvSpPr>
          <p:nvPr/>
        </p:nvSpPr>
        <p:spPr bwMode="auto">
          <a:xfrm>
            <a:off x="7290584" y="5105814"/>
            <a:ext cx="133984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r>
              <a:rPr lang="en-US" dirty="0">
                <a:solidFill>
                  <a:prstClr val="black"/>
                </a:solidFill>
              </a:rPr>
              <a:t>                </a:t>
            </a:r>
          </a:p>
        </p:txBody>
      </p:sp>
      <p:sp>
        <p:nvSpPr>
          <p:cNvPr id="198" name="Text Box 112">
            <a:extLst>
              <a:ext uri="{FF2B5EF4-FFF2-40B4-BE49-F238E27FC236}">
                <a16:creationId xmlns:a16="http://schemas.microsoft.com/office/drawing/2014/main" id="{840A7965-8696-C241-A087-39B4E4084143}"/>
              </a:ext>
            </a:extLst>
          </p:cNvPr>
          <p:cNvSpPr txBox="1">
            <a:spLocks noChangeArrowheads="1"/>
          </p:cNvSpPr>
          <p:nvPr/>
        </p:nvSpPr>
        <p:spPr bwMode="auto">
          <a:xfrm>
            <a:off x="8433127" y="4558126"/>
            <a:ext cx="893762"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dirty="0">
                <a:solidFill>
                  <a:prstClr val="black"/>
                </a:solidFill>
              </a:rPr>
              <a:t>other</a:t>
            </a:r>
          </a:p>
          <a:p>
            <a:r>
              <a:rPr lang="en-US" sz="1400" dirty="0">
                <a:solidFill>
                  <a:prstClr val="black"/>
                </a:solidFill>
              </a:rPr>
              <a:t>networks</a:t>
            </a:r>
          </a:p>
        </p:txBody>
      </p:sp>
      <p:sp>
        <p:nvSpPr>
          <p:cNvPr id="223" name="Rectangle 3">
            <a:extLst>
              <a:ext uri="{FF2B5EF4-FFF2-40B4-BE49-F238E27FC236}">
                <a16:creationId xmlns:a16="http://schemas.microsoft.com/office/drawing/2014/main" id="{C4812894-1377-0F41-8D66-2DB2C98C7B52}"/>
              </a:ext>
            </a:extLst>
          </p:cNvPr>
          <p:cNvSpPr txBox="1">
            <a:spLocks noChangeArrowheads="1"/>
          </p:cNvSpPr>
          <p:nvPr/>
        </p:nvSpPr>
        <p:spPr>
          <a:xfrm>
            <a:off x="657073" y="1558642"/>
            <a:ext cx="5004692" cy="721262"/>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defRPr/>
            </a:pPr>
            <a:r>
              <a:rPr lang="en-US" sz="2400" dirty="0">
                <a:solidFill>
                  <a:prstClr val="black"/>
                </a:solidFill>
              </a:rPr>
              <a:t>suppose router in AS</a:t>
            </a:r>
            <a:r>
              <a:rPr lang="en-US" sz="2400" dirty="0">
                <a:solidFill>
                  <a:prstClr val="black"/>
                </a:solidFill>
                <a:latin typeface="Arial"/>
                <a:cs typeface="Arial"/>
              </a:rPr>
              <a:t>1</a:t>
            </a:r>
            <a:r>
              <a:rPr lang="en-US" sz="2400" dirty="0">
                <a:solidFill>
                  <a:prstClr val="black"/>
                </a:solidFill>
              </a:rPr>
              <a:t> receives datagram destined outside of AS</a:t>
            </a:r>
            <a:r>
              <a:rPr lang="en-US" sz="2400" dirty="0">
                <a:solidFill>
                  <a:prstClr val="black"/>
                </a:solidFill>
                <a:latin typeface="Arial"/>
                <a:cs typeface="Arial"/>
              </a:rPr>
              <a:t>1</a:t>
            </a:r>
            <a:r>
              <a:rPr lang="en-US" sz="2400" dirty="0">
                <a:solidFill>
                  <a:prstClr val="black"/>
                </a:solidFill>
              </a:rPr>
              <a:t>:</a:t>
            </a:r>
          </a:p>
          <a:p>
            <a:pPr lvl="1">
              <a:defRPr/>
            </a:pPr>
            <a:endParaRPr lang="en-US" dirty="0">
              <a:solidFill>
                <a:prstClr val="black"/>
              </a:solidFill>
            </a:endParaRPr>
          </a:p>
        </p:txBody>
      </p:sp>
      <p:sp>
        <p:nvSpPr>
          <p:cNvPr id="2" name="Rectangle 1">
            <a:extLst>
              <a:ext uri="{FF2B5EF4-FFF2-40B4-BE49-F238E27FC236}">
                <a16:creationId xmlns:a16="http://schemas.microsoft.com/office/drawing/2014/main" id="{A7C7CFEE-647F-FD4B-8F1F-D357C9361183}"/>
              </a:ext>
            </a:extLst>
          </p:cNvPr>
          <p:cNvSpPr/>
          <p:nvPr/>
        </p:nvSpPr>
        <p:spPr>
          <a:xfrm>
            <a:off x="6108525" y="1488552"/>
            <a:ext cx="5490576" cy="2000548"/>
          </a:xfrm>
          <a:prstGeom prst="rect">
            <a:avLst/>
          </a:prstGeom>
        </p:spPr>
        <p:txBody>
          <a:bodyPr wrap="square">
            <a:spAutoFit/>
          </a:bodyPr>
          <a:lstStyle/>
          <a:p>
            <a:pPr marL="457200" indent="-457200">
              <a:buFont typeface="Wingdings" charset="0"/>
              <a:buNone/>
              <a:defRPr/>
            </a:pPr>
            <a:r>
              <a:rPr lang="en-US" sz="2800" dirty="0">
                <a:solidFill>
                  <a:srgbClr val="CC0000"/>
                </a:solidFill>
              </a:rPr>
              <a:t>AS</a:t>
            </a:r>
            <a:r>
              <a:rPr lang="en-US" sz="2800" dirty="0">
                <a:solidFill>
                  <a:srgbClr val="CC0000"/>
                </a:solidFill>
                <a:cs typeface="Arial"/>
              </a:rPr>
              <a:t>1</a:t>
            </a:r>
            <a:r>
              <a:rPr lang="en-US" sz="2800" dirty="0">
                <a:solidFill>
                  <a:srgbClr val="CC0000"/>
                </a:solidFill>
              </a:rPr>
              <a:t> inter-domain routing must:</a:t>
            </a:r>
          </a:p>
          <a:p>
            <a:pPr marL="457200" indent="-333375">
              <a:buFont typeface="ZapfDingbats" charset="0"/>
              <a:buAutoNum type="arabicPeriod"/>
              <a:defRPr/>
            </a:pPr>
            <a:r>
              <a:rPr lang="en-US" sz="2400" dirty="0">
                <a:solidFill>
                  <a:prstClr val="black"/>
                </a:solidFill>
              </a:rPr>
              <a:t>learn which destinations reachable through AS2, which through AS3</a:t>
            </a:r>
          </a:p>
          <a:p>
            <a:pPr marL="457200" indent="-333375">
              <a:buFont typeface="ZapfDingbats" charset="0"/>
              <a:buAutoNum type="arabicPeriod"/>
              <a:defRPr/>
            </a:pPr>
            <a:r>
              <a:rPr lang="en-US" sz="2400" dirty="0">
                <a:solidFill>
                  <a:prstClr val="black"/>
                </a:solidFill>
              </a:rPr>
              <a:t>propagate this reachability info to all routers in AS</a:t>
            </a:r>
            <a:r>
              <a:rPr lang="en-US" sz="2400" dirty="0">
                <a:solidFill>
                  <a:prstClr val="black"/>
                </a:solidFill>
                <a:cs typeface="Arial"/>
              </a:rPr>
              <a:t>1</a:t>
            </a:r>
          </a:p>
        </p:txBody>
      </p:sp>
      <p:grpSp>
        <p:nvGrpSpPr>
          <p:cNvPr id="3" name="Group 2">
            <a:extLst>
              <a:ext uri="{FF2B5EF4-FFF2-40B4-BE49-F238E27FC236}">
                <a16:creationId xmlns:a16="http://schemas.microsoft.com/office/drawing/2014/main" id="{7AF74606-0A42-EC43-8837-07801EF753FD}"/>
              </a:ext>
            </a:extLst>
          </p:cNvPr>
          <p:cNvGrpSpPr/>
          <p:nvPr/>
        </p:nvGrpSpPr>
        <p:grpSpPr>
          <a:xfrm>
            <a:off x="2670048" y="5701792"/>
            <a:ext cx="763742" cy="443198"/>
            <a:chOff x="2670048" y="5701792"/>
            <a:chExt cx="763742" cy="443198"/>
          </a:xfrm>
        </p:grpSpPr>
        <p:sp>
          <p:nvSpPr>
            <p:cNvPr id="124" name="Right Arrow 123">
              <a:extLst>
                <a:ext uri="{FF2B5EF4-FFF2-40B4-BE49-F238E27FC236}">
                  <a16:creationId xmlns:a16="http://schemas.microsoft.com/office/drawing/2014/main" id="{28ACB7EC-F781-384A-AD08-E17B83DAE67A}"/>
                </a:ext>
              </a:extLst>
            </p:cNvPr>
            <p:cNvSpPr/>
            <p:nvPr/>
          </p:nvSpPr>
          <p:spPr>
            <a:xfrm rot="19174881">
              <a:off x="2896614" y="5786744"/>
              <a:ext cx="537176" cy="202520"/>
            </a:xfrm>
            <a:prstGeom prst="rightArrow">
              <a:avLst/>
            </a:prstGeom>
            <a:gradFill>
              <a:gsLst>
                <a:gs pos="0">
                  <a:schemeClr val="accent1">
                    <a:lumMod val="5000"/>
                    <a:lumOff val="95000"/>
                  </a:schemeClr>
                </a:gs>
                <a:gs pos="35000">
                  <a:schemeClr val="accent1">
                    <a:lumMod val="20000"/>
                    <a:lumOff val="80000"/>
                  </a:schemeClr>
                </a:gs>
                <a:gs pos="68000">
                  <a:schemeClr val="accent1">
                    <a:lumMod val="45000"/>
                    <a:lumOff val="55000"/>
                  </a:schemeClr>
                </a:gs>
                <a:gs pos="100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120" name="Group 201">
              <a:extLst>
                <a:ext uri="{FF2B5EF4-FFF2-40B4-BE49-F238E27FC236}">
                  <a16:creationId xmlns:a16="http://schemas.microsoft.com/office/drawing/2014/main" id="{E20C8ADF-2589-C646-B6EA-D4B0EBC7A0E8}"/>
                </a:ext>
              </a:extLst>
            </p:cNvPr>
            <p:cNvGrpSpPr>
              <a:grpSpLocks/>
            </p:cNvGrpSpPr>
            <p:nvPr/>
          </p:nvGrpSpPr>
          <p:grpSpPr bwMode="auto">
            <a:xfrm>
              <a:off x="2670048" y="5701792"/>
              <a:ext cx="245122" cy="443198"/>
              <a:chOff x="375561" y="297711"/>
              <a:chExt cx="1252683" cy="2138362"/>
            </a:xfrm>
          </p:grpSpPr>
          <p:sp>
            <p:nvSpPr>
              <p:cNvPr id="121" name="Freeform 120">
                <a:extLst>
                  <a:ext uri="{FF2B5EF4-FFF2-40B4-BE49-F238E27FC236}">
                    <a16:creationId xmlns:a16="http://schemas.microsoft.com/office/drawing/2014/main" id="{7DDF526C-1102-2F48-8FE7-A7023586C9F7}"/>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prstClr val="white"/>
                  </a:solidFill>
                </a:endParaRPr>
              </a:p>
            </p:txBody>
          </p:sp>
          <p:sp>
            <p:nvSpPr>
              <p:cNvPr id="122" name="Freeform 121">
                <a:extLst>
                  <a:ext uri="{FF2B5EF4-FFF2-40B4-BE49-F238E27FC236}">
                    <a16:creationId xmlns:a16="http://schemas.microsoft.com/office/drawing/2014/main" id="{D87569FE-AD98-464C-82C6-8AF331C6E022}"/>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prstClr val="white"/>
                  </a:solidFill>
                </a:endParaRPr>
              </a:p>
            </p:txBody>
          </p:sp>
          <p:sp>
            <p:nvSpPr>
              <p:cNvPr id="123" name="Rectangle 122">
                <a:extLst>
                  <a:ext uri="{FF2B5EF4-FFF2-40B4-BE49-F238E27FC236}">
                    <a16:creationId xmlns:a16="http://schemas.microsoft.com/office/drawing/2014/main" id="{1DD79E3A-D063-E04C-BF26-4BCE30BD1540}"/>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grpSp>
      </p:grpSp>
      <p:sp>
        <p:nvSpPr>
          <p:cNvPr id="126" name="Rectangle 3">
            <a:extLst>
              <a:ext uri="{FF2B5EF4-FFF2-40B4-BE49-F238E27FC236}">
                <a16:creationId xmlns:a16="http://schemas.microsoft.com/office/drawing/2014/main" id="{2805B67C-421E-F747-ADEA-BA4F2FA77522}"/>
              </a:ext>
            </a:extLst>
          </p:cNvPr>
          <p:cNvSpPr txBox="1">
            <a:spLocks noChangeArrowheads="1"/>
          </p:cNvSpPr>
          <p:nvPr/>
        </p:nvSpPr>
        <p:spPr>
          <a:xfrm>
            <a:off x="602209" y="2259682"/>
            <a:ext cx="5004692" cy="1998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1">
              <a:defRPr/>
            </a:pPr>
            <a:r>
              <a:rPr lang="en-US" dirty="0">
                <a:solidFill>
                  <a:prstClr val="black"/>
                </a:solidFill>
              </a:rPr>
              <a:t>router should forward packet to gateway router in AS1, but which one?</a:t>
            </a:r>
          </a:p>
          <a:p>
            <a:pPr lvl="1">
              <a:defRPr/>
            </a:pPr>
            <a:endParaRPr lang="en-US" dirty="0">
              <a:solidFill>
                <a:prstClr val="black"/>
              </a:solidFill>
            </a:endParaRPr>
          </a:p>
        </p:txBody>
      </p:sp>
      <p:grpSp>
        <p:nvGrpSpPr>
          <p:cNvPr id="8" name="Group 7">
            <a:extLst>
              <a:ext uri="{FF2B5EF4-FFF2-40B4-BE49-F238E27FC236}">
                <a16:creationId xmlns:a16="http://schemas.microsoft.com/office/drawing/2014/main" id="{11C63B2F-6BBA-B44E-97F7-4159A78FD0F4}"/>
              </a:ext>
            </a:extLst>
          </p:cNvPr>
          <p:cNvGrpSpPr/>
          <p:nvPr/>
        </p:nvGrpSpPr>
        <p:grpSpPr>
          <a:xfrm>
            <a:off x="528828" y="2261616"/>
            <a:ext cx="3400044" cy="3791712"/>
            <a:chOff x="528828" y="2261616"/>
            <a:chExt cx="3400044" cy="3791712"/>
          </a:xfrm>
        </p:grpSpPr>
        <p:pic>
          <p:nvPicPr>
            <p:cNvPr id="7" name="Picture 6" descr="A close up of a sign&#10;&#10;Description automatically generated">
              <a:extLst>
                <a:ext uri="{FF2B5EF4-FFF2-40B4-BE49-F238E27FC236}">
                  <a16:creationId xmlns:a16="http://schemas.microsoft.com/office/drawing/2014/main" id="{0AD2C625-9B0A-A742-966B-89B7C34CA760}"/>
                </a:ext>
              </a:extLst>
            </p:cNvPr>
            <p:cNvPicPr>
              <a:picLocks noChangeAspect="1"/>
            </p:cNvPicPr>
            <p:nvPr/>
          </p:nvPicPr>
          <p:blipFill>
            <a:blip r:embed="rId2"/>
            <a:stretch>
              <a:fillRect/>
            </a:stretch>
          </p:blipFill>
          <p:spPr>
            <a:xfrm>
              <a:off x="3081528" y="5205984"/>
              <a:ext cx="847344" cy="847344"/>
            </a:xfrm>
            <a:prstGeom prst="rect">
              <a:avLst/>
            </a:prstGeom>
          </p:spPr>
        </p:pic>
        <p:pic>
          <p:nvPicPr>
            <p:cNvPr id="129" name="Picture 128" descr="A close up of a sign&#10;&#10;Description automatically generated">
              <a:extLst>
                <a:ext uri="{FF2B5EF4-FFF2-40B4-BE49-F238E27FC236}">
                  <a16:creationId xmlns:a16="http://schemas.microsoft.com/office/drawing/2014/main" id="{9F88A575-F276-AF48-A7CD-00AEA286AE13}"/>
                </a:ext>
              </a:extLst>
            </p:cNvPr>
            <p:cNvPicPr>
              <a:picLocks noChangeAspect="1"/>
            </p:cNvPicPr>
            <p:nvPr/>
          </p:nvPicPr>
          <p:blipFill>
            <a:blip r:embed="rId2"/>
            <a:stretch>
              <a:fillRect/>
            </a:stretch>
          </p:blipFill>
          <p:spPr>
            <a:xfrm>
              <a:off x="528828" y="2261616"/>
              <a:ext cx="847344" cy="847344"/>
            </a:xfrm>
            <a:prstGeom prst="rect">
              <a:avLst/>
            </a:prstGeom>
          </p:spPr>
        </p:pic>
      </p:grpSp>
    </p:spTree>
    <p:extLst>
      <p:ext uri="{BB962C8B-B14F-4D97-AF65-F5344CB8AC3E}">
        <p14:creationId xmlns:p14="http://schemas.microsoft.com/office/powerpoint/2010/main" val="1091581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6"/>
                                        </p:tgtEl>
                                        <p:attrNameLst>
                                          <p:attrName>style.visibility</p:attrName>
                                        </p:attrNameLst>
                                      </p:cBhvr>
                                      <p:to>
                                        <p:strVal val="visible"/>
                                      </p:to>
                                    </p:set>
                                    <p:animEffect transition="in" filter="dissolve">
                                      <p:cBhvr>
                                        <p:cTn id="12" dur="500"/>
                                        <p:tgtEl>
                                          <p:spTgt spid="126"/>
                                        </p:tgtEl>
                                      </p:cBhvr>
                                    </p:animEffect>
                                  </p:childTnLst>
                                </p:cTn>
                              </p:par>
                              <p:par>
                                <p:cTn id="13" presetID="9" presetClass="entr" presetSubtype="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dissolve">
                                      <p:cBhvr>
                                        <p:cTn id="15" dur="500"/>
                                        <p:tgtEl>
                                          <p:spTgt spid="8"/>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dissolve">
                                      <p:cBhvr>
                                        <p:cTn id="20" dur="500"/>
                                        <p:tgtEl>
                                          <p:spTgt spid="2"/>
                                        </p:tgtEl>
                                      </p:cBhvr>
                                    </p:animEffect>
                                  </p:childTnLst>
                                </p:cTn>
                              </p:par>
                              <p:par>
                                <p:cTn id="21" presetID="9" presetClass="exit" presetSubtype="0" fill="hold" nodeType="withEffect">
                                  <p:stCondLst>
                                    <p:cond delay="0"/>
                                  </p:stCondLst>
                                  <p:childTnLst>
                                    <p:animEffect transition="out" filter="dissolve">
                                      <p:cBhvr>
                                        <p:cTn id="22" dur="500"/>
                                        <p:tgtEl>
                                          <p:spTgt spid="8"/>
                                        </p:tgtEl>
                                      </p:cBhvr>
                                    </p:animEffect>
                                    <p:set>
                                      <p:cBhvr>
                                        <p:cTn id="23" dur="1" fill="hold">
                                          <p:stCondLst>
                                            <p:cond delay="499"/>
                                          </p:stCondLst>
                                        </p:cTn>
                                        <p:tgtEl>
                                          <p:spTgt spid="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26"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DA1129F-3DCF-3A44-9CC7-AFE5C958C642}"/>
              </a:ext>
            </a:extLst>
          </p:cNvPr>
          <p:cNvSpPr>
            <a:spLocks noGrp="1"/>
          </p:cNvSpPr>
          <p:nvPr>
            <p:ph type="title"/>
          </p:nvPr>
        </p:nvSpPr>
        <p:spPr>
          <a:xfrm>
            <a:off x="838200" y="451821"/>
            <a:ext cx="10873636" cy="894622"/>
          </a:xfrm>
        </p:spPr>
        <p:txBody>
          <a:bodyPr>
            <a:noAutofit/>
          </a:bodyPr>
          <a:lstStyle/>
          <a:p>
            <a:r>
              <a:rPr lang="en-US" sz="4000" b="0" kern="0" dirty="0">
                <a:solidFill>
                  <a:srgbClr val="000099"/>
                </a:solidFill>
                <a:latin typeface="+mn-lt"/>
                <a:ea typeface="ＭＳ Ｐゴシック" charset="0"/>
              </a:rPr>
              <a:t>Intra-AS routing: </a:t>
            </a:r>
            <a:r>
              <a:rPr lang="en-US" sz="4000" b="0" kern="0" dirty="0" smtClean="0">
                <a:solidFill>
                  <a:srgbClr val="000099"/>
                </a:solidFill>
                <a:latin typeface="+mn-lt"/>
                <a:ea typeface="ＭＳ Ｐゴシック" charset="0"/>
              </a:rPr>
              <a:t>Interior Gateway Protocol</a:t>
            </a:r>
            <a:endParaRPr lang="en-US" sz="4000" dirty="0">
              <a:latin typeface="+mn-lt"/>
            </a:endParaRPr>
          </a:p>
        </p:txBody>
      </p:sp>
      <p:sp>
        <p:nvSpPr>
          <p:cNvPr id="5" name="Slide Number Placeholder 4">
            <a:extLst>
              <a:ext uri="{FF2B5EF4-FFF2-40B4-BE49-F238E27FC236}">
                <a16:creationId xmlns:a16="http://schemas.microsoft.com/office/drawing/2014/main" id="{253403F4-351A-E44F-97D7-AD7199580E78}"/>
              </a:ext>
            </a:extLst>
          </p:cNvPr>
          <p:cNvSpPr>
            <a:spLocks noGrp="1"/>
          </p:cNvSpPr>
          <p:nvPr>
            <p:ph type="sldNum" sz="quarter" idx="4"/>
          </p:nvPr>
        </p:nvSpPr>
        <p:spPr/>
        <p:txBody>
          <a:bodyPr/>
          <a:lstStyle/>
          <a:p>
            <a:r>
              <a:rPr lang="en-US" dirty="0">
                <a:solidFill>
                  <a:prstClr val="white">
                    <a:lumMod val="50000"/>
                  </a:prstClr>
                </a:solidFill>
              </a:rPr>
              <a:t>Network Layer: 5-</a:t>
            </a:r>
            <a:fld id="{C4204591-24BD-A542-B9D5-F8D8A88D2FEE}" type="slidenum">
              <a:rPr lang="en-US" smtClean="0">
                <a:solidFill>
                  <a:prstClr val="white">
                    <a:lumMod val="50000"/>
                  </a:prstClr>
                </a:solidFill>
              </a:rPr>
              <a:pPr/>
              <a:t>70</a:t>
            </a:fld>
            <a:endParaRPr lang="en-US" dirty="0">
              <a:solidFill>
                <a:prstClr val="white">
                  <a:lumMod val="50000"/>
                </a:prstClr>
              </a:solidFill>
            </a:endParaRPr>
          </a:p>
        </p:txBody>
      </p:sp>
      <p:sp>
        <p:nvSpPr>
          <p:cNvPr id="223" name="Rectangle 3">
            <a:extLst>
              <a:ext uri="{FF2B5EF4-FFF2-40B4-BE49-F238E27FC236}">
                <a16:creationId xmlns:a16="http://schemas.microsoft.com/office/drawing/2014/main" id="{C4812894-1377-0F41-8D66-2DB2C98C7B52}"/>
              </a:ext>
            </a:extLst>
          </p:cNvPr>
          <p:cNvSpPr txBox="1">
            <a:spLocks noChangeArrowheads="1"/>
          </p:cNvSpPr>
          <p:nvPr/>
        </p:nvSpPr>
        <p:spPr>
          <a:xfrm>
            <a:off x="857488" y="1128986"/>
            <a:ext cx="10942029" cy="4767002"/>
          </a:xfrm>
          <a:prstGeom prst="rect">
            <a:avLst/>
          </a:prstGeom>
        </p:spPr>
        <p:txBody>
          <a:bodyPr vert="horz" lIns="91440" tIns="45720" rIns="91440" bIns="45720" rtlCol="0">
            <a:normAutofit fontScale="77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1113" indent="0">
              <a:buFont typeface="Wingdings" pitchFamily="2" charset="2"/>
              <a:buNone/>
              <a:defRPr/>
            </a:pPr>
            <a:r>
              <a:rPr lang="en-US" sz="3200" dirty="0" smtClean="0">
                <a:solidFill>
                  <a:prstClr val="black"/>
                </a:solidFill>
              </a:rPr>
              <a:t>Most </a:t>
            </a:r>
            <a:r>
              <a:rPr lang="en-US" sz="3200" dirty="0">
                <a:solidFill>
                  <a:prstClr val="black"/>
                </a:solidFill>
              </a:rPr>
              <a:t>common </a:t>
            </a:r>
            <a:r>
              <a:rPr lang="en-US" sz="3200" dirty="0" smtClean="0">
                <a:solidFill>
                  <a:prstClr val="black"/>
                </a:solidFill>
              </a:rPr>
              <a:t>intra-AS </a:t>
            </a:r>
            <a:r>
              <a:rPr lang="en-US" sz="3200" dirty="0">
                <a:solidFill>
                  <a:prstClr val="black"/>
                </a:solidFill>
              </a:rPr>
              <a:t>routing protocols:</a:t>
            </a:r>
          </a:p>
          <a:p>
            <a:pPr>
              <a:defRPr/>
            </a:pPr>
            <a:r>
              <a:rPr lang="en-US" dirty="0">
                <a:solidFill>
                  <a:srgbClr val="C00000"/>
                </a:solidFill>
              </a:rPr>
              <a:t>RIP: Routing Information Protocol</a:t>
            </a:r>
            <a:r>
              <a:rPr lang="en-US" dirty="0">
                <a:solidFill>
                  <a:prstClr val="black"/>
                </a:solidFill>
              </a:rPr>
              <a:t> </a:t>
            </a:r>
            <a:r>
              <a:rPr lang="en-US" sz="2400" dirty="0">
                <a:solidFill>
                  <a:prstClr val="black"/>
                </a:solidFill>
              </a:rPr>
              <a:t>[RFC 1723]</a:t>
            </a:r>
          </a:p>
          <a:p>
            <a:pPr lvl="1">
              <a:defRPr/>
            </a:pPr>
            <a:r>
              <a:rPr lang="en-US" dirty="0">
                <a:solidFill>
                  <a:prstClr val="black"/>
                </a:solidFill>
              </a:rPr>
              <a:t>classic DV: DVs exchanged every 30 secs</a:t>
            </a:r>
          </a:p>
          <a:p>
            <a:pPr lvl="1">
              <a:defRPr/>
            </a:pPr>
            <a:r>
              <a:rPr lang="en-US" dirty="0">
                <a:solidFill>
                  <a:prstClr val="black"/>
                </a:solidFill>
              </a:rPr>
              <a:t>no longer widely used</a:t>
            </a:r>
          </a:p>
          <a:p>
            <a:pPr>
              <a:defRPr/>
            </a:pPr>
            <a:r>
              <a:rPr lang="en-US" dirty="0">
                <a:solidFill>
                  <a:srgbClr val="C00000"/>
                </a:solidFill>
              </a:rPr>
              <a:t>EIGRP: Enhanced Interior Gateway Routing Protocol</a:t>
            </a:r>
          </a:p>
          <a:p>
            <a:pPr lvl="1">
              <a:defRPr/>
            </a:pPr>
            <a:r>
              <a:rPr lang="en-US" dirty="0">
                <a:solidFill>
                  <a:prstClr val="black"/>
                </a:solidFill>
              </a:rPr>
              <a:t>DV based</a:t>
            </a:r>
          </a:p>
          <a:p>
            <a:pPr lvl="1">
              <a:defRPr/>
            </a:pPr>
            <a:r>
              <a:rPr lang="en-US" dirty="0">
                <a:solidFill>
                  <a:prstClr val="black"/>
                </a:solidFill>
              </a:rPr>
              <a:t>formerly Cisco-proprietary for decades (became open in 2013 [RFC 7868])</a:t>
            </a:r>
          </a:p>
          <a:p>
            <a:pPr>
              <a:defRPr/>
            </a:pPr>
            <a:r>
              <a:rPr lang="en-US" dirty="0">
                <a:solidFill>
                  <a:prstClr val="black"/>
                </a:solidFill>
              </a:rPr>
              <a:t> </a:t>
            </a:r>
            <a:r>
              <a:rPr lang="en-US" dirty="0">
                <a:solidFill>
                  <a:srgbClr val="C00000"/>
                </a:solidFill>
              </a:rPr>
              <a:t>OSPF: Open Shortest Path First  </a:t>
            </a:r>
            <a:r>
              <a:rPr lang="en-US" sz="2000" dirty="0">
                <a:solidFill>
                  <a:srgbClr val="C00000"/>
                </a:solidFill>
              </a:rPr>
              <a:t>[RFC 2328]</a:t>
            </a:r>
          </a:p>
          <a:p>
            <a:pPr lvl="1">
              <a:defRPr/>
            </a:pPr>
            <a:r>
              <a:rPr lang="en-US" dirty="0">
                <a:solidFill>
                  <a:prstClr val="black"/>
                </a:solidFill>
              </a:rPr>
              <a:t>link-state routing</a:t>
            </a:r>
          </a:p>
          <a:p>
            <a:pPr lvl="1">
              <a:defRPr/>
            </a:pPr>
            <a:r>
              <a:rPr lang="en-US" dirty="0">
                <a:solidFill>
                  <a:prstClr val="black"/>
                </a:solidFill>
              </a:rPr>
              <a:t>IS-IS </a:t>
            </a:r>
            <a:r>
              <a:rPr lang="en-US" dirty="0" smtClean="0">
                <a:solidFill>
                  <a:prstClr val="black"/>
                </a:solidFill>
              </a:rPr>
              <a:t>(</a:t>
            </a:r>
            <a:r>
              <a:rPr lang="en-US" dirty="0">
                <a:solidFill>
                  <a:prstClr val="black"/>
                </a:solidFill>
              </a:rPr>
              <a:t>Intermediate System - Intermediate System</a:t>
            </a:r>
            <a:r>
              <a:rPr lang="en-US" dirty="0" smtClean="0">
                <a:solidFill>
                  <a:prstClr val="black"/>
                </a:solidFill>
              </a:rPr>
              <a:t>) </a:t>
            </a:r>
            <a:r>
              <a:rPr lang="en-US" dirty="0">
                <a:solidFill>
                  <a:prstClr val="black"/>
                </a:solidFill>
              </a:rPr>
              <a:t>protocol (ISO standard, not RFC standard) essentially same as </a:t>
            </a:r>
            <a:r>
              <a:rPr lang="en-US" dirty="0" smtClean="0">
                <a:solidFill>
                  <a:prstClr val="black"/>
                </a:solidFill>
              </a:rPr>
              <a:t>OSPF</a:t>
            </a:r>
          </a:p>
          <a:p>
            <a:pPr lvl="1">
              <a:defRPr/>
            </a:pPr>
            <a:endParaRPr lang="en-US" dirty="0" smtClean="0">
              <a:solidFill>
                <a:prstClr val="black"/>
              </a:solidFill>
            </a:endParaRPr>
          </a:p>
          <a:p>
            <a:pPr marL="0" lvl="1" indent="0">
              <a:buNone/>
              <a:defRPr/>
            </a:pPr>
            <a:r>
              <a:rPr lang="en-US" sz="3300" b="1" dirty="0" smtClean="0">
                <a:solidFill>
                  <a:srgbClr val="7030A0"/>
                </a:solidFill>
              </a:rPr>
              <a:t>What about inter-AS (between or among ASs) routing?</a:t>
            </a:r>
            <a:endParaRPr lang="en-US" sz="3300" b="1" dirty="0">
              <a:solidFill>
                <a:srgbClr val="7030A0"/>
              </a:solidFill>
            </a:endParaRPr>
          </a:p>
          <a:p>
            <a:pPr marL="0" lvl="1" indent="0">
              <a:buNone/>
              <a:defRPr/>
            </a:pPr>
            <a:r>
              <a:rPr lang="en-US" sz="3300" b="1" dirty="0">
                <a:solidFill>
                  <a:srgbClr val="FF0000"/>
                </a:solidFill>
              </a:rPr>
              <a:t>Border Gateway Protocol (BGP) </a:t>
            </a:r>
            <a:r>
              <a:rPr lang="en-US" sz="3300" dirty="0">
                <a:solidFill>
                  <a:prstClr val="black"/>
                </a:solidFill>
              </a:rPr>
              <a:t>is a standardized exterior gateway protocol designed to exchange routing and reachability information among autonomous systems (AS) on the Internet.</a:t>
            </a:r>
          </a:p>
          <a:p>
            <a:pPr marL="0" lvl="1" indent="0">
              <a:defRPr/>
            </a:pPr>
            <a:endParaRPr lang="en-US" dirty="0">
              <a:solidFill>
                <a:prstClr val="black"/>
              </a:solidFill>
            </a:endParaRPr>
          </a:p>
        </p:txBody>
      </p:sp>
    </p:spTree>
    <p:extLst>
      <p:ext uri="{BB962C8B-B14F-4D97-AF65-F5344CB8AC3E}">
        <p14:creationId xmlns:p14="http://schemas.microsoft.com/office/powerpoint/2010/main" val="27420639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3">
                                            <p:txEl>
                                              <p:pRg st="1" end="1"/>
                                            </p:txEl>
                                          </p:spTgt>
                                        </p:tgtEl>
                                        <p:attrNameLst>
                                          <p:attrName>style.visibility</p:attrName>
                                        </p:attrNameLst>
                                      </p:cBhvr>
                                      <p:to>
                                        <p:strVal val="visible"/>
                                      </p:to>
                                    </p:set>
                                    <p:animEffect transition="in" filter="dissolve">
                                      <p:cBhvr>
                                        <p:cTn id="7" dur="500"/>
                                        <p:tgtEl>
                                          <p:spTgt spid="223">
                                            <p:txEl>
                                              <p:pRg st="1" end="1"/>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23">
                                            <p:txEl>
                                              <p:pRg st="2" end="2"/>
                                            </p:txEl>
                                          </p:spTgt>
                                        </p:tgtEl>
                                        <p:attrNameLst>
                                          <p:attrName>style.visibility</p:attrName>
                                        </p:attrNameLst>
                                      </p:cBhvr>
                                      <p:to>
                                        <p:strVal val="visible"/>
                                      </p:to>
                                    </p:set>
                                    <p:animEffect transition="in" filter="dissolve">
                                      <p:cBhvr>
                                        <p:cTn id="10" dur="500"/>
                                        <p:tgtEl>
                                          <p:spTgt spid="223">
                                            <p:txEl>
                                              <p:pRg st="2" end="2"/>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223">
                                            <p:txEl>
                                              <p:pRg st="3" end="3"/>
                                            </p:txEl>
                                          </p:spTgt>
                                        </p:tgtEl>
                                        <p:attrNameLst>
                                          <p:attrName>style.visibility</p:attrName>
                                        </p:attrNameLst>
                                      </p:cBhvr>
                                      <p:to>
                                        <p:strVal val="visible"/>
                                      </p:to>
                                    </p:set>
                                    <p:animEffect transition="in" filter="dissolve">
                                      <p:cBhvr>
                                        <p:cTn id="13" dur="500"/>
                                        <p:tgtEl>
                                          <p:spTgt spid="223">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223">
                                            <p:txEl>
                                              <p:pRg st="4" end="4"/>
                                            </p:txEl>
                                          </p:spTgt>
                                        </p:tgtEl>
                                        <p:attrNameLst>
                                          <p:attrName>style.visibility</p:attrName>
                                        </p:attrNameLst>
                                      </p:cBhvr>
                                      <p:to>
                                        <p:strVal val="visible"/>
                                      </p:to>
                                    </p:set>
                                    <p:animEffect transition="in" filter="dissolve">
                                      <p:cBhvr>
                                        <p:cTn id="18" dur="500"/>
                                        <p:tgtEl>
                                          <p:spTgt spid="223">
                                            <p:txEl>
                                              <p:pRg st="4" end="4"/>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223">
                                            <p:txEl>
                                              <p:pRg st="5" end="5"/>
                                            </p:txEl>
                                          </p:spTgt>
                                        </p:tgtEl>
                                        <p:attrNameLst>
                                          <p:attrName>style.visibility</p:attrName>
                                        </p:attrNameLst>
                                      </p:cBhvr>
                                      <p:to>
                                        <p:strVal val="visible"/>
                                      </p:to>
                                    </p:set>
                                    <p:animEffect transition="in" filter="dissolve">
                                      <p:cBhvr>
                                        <p:cTn id="21" dur="500"/>
                                        <p:tgtEl>
                                          <p:spTgt spid="223">
                                            <p:txEl>
                                              <p:pRg st="5" end="5"/>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223">
                                            <p:txEl>
                                              <p:pRg st="6" end="6"/>
                                            </p:txEl>
                                          </p:spTgt>
                                        </p:tgtEl>
                                        <p:attrNameLst>
                                          <p:attrName>style.visibility</p:attrName>
                                        </p:attrNameLst>
                                      </p:cBhvr>
                                      <p:to>
                                        <p:strVal val="visible"/>
                                      </p:to>
                                    </p:set>
                                    <p:animEffect transition="in" filter="dissolve">
                                      <p:cBhvr>
                                        <p:cTn id="24" dur="500"/>
                                        <p:tgtEl>
                                          <p:spTgt spid="223">
                                            <p:txEl>
                                              <p:pRg st="6" end="6"/>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grpId="0" nodeType="clickEffect">
                                  <p:stCondLst>
                                    <p:cond delay="0"/>
                                  </p:stCondLst>
                                  <p:childTnLst>
                                    <p:set>
                                      <p:cBhvr>
                                        <p:cTn id="28" dur="1" fill="hold">
                                          <p:stCondLst>
                                            <p:cond delay="0"/>
                                          </p:stCondLst>
                                        </p:cTn>
                                        <p:tgtEl>
                                          <p:spTgt spid="223">
                                            <p:txEl>
                                              <p:pRg st="7" end="7"/>
                                            </p:txEl>
                                          </p:spTgt>
                                        </p:tgtEl>
                                        <p:attrNameLst>
                                          <p:attrName>style.visibility</p:attrName>
                                        </p:attrNameLst>
                                      </p:cBhvr>
                                      <p:to>
                                        <p:strVal val="visible"/>
                                      </p:to>
                                    </p:set>
                                    <p:animEffect transition="in" filter="dissolve">
                                      <p:cBhvr>
                                        <p:cTn id="29" dur="500"/>
                                        <p:tgtEl>
                                          <p:spTgt spid="223">
                                            <p:txEl>
                                              <p:pRg st="7" end="7"/>
                                            </p:txEl>
                                          </p:spTgt>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223">
                                            <p:txEl>
                                              <p:pRg st="8" end="8"/>
                                            </p:txEl>
                                          </p:spTgt>
                                        </p:tgtEl>
                                        <p:attrNameLst>
                                          <p:attrName>style.visibility</p:attrName>
                                        </p:attrNameLst>
                                      </p:cBhvr>
                                      <p:to>
                                        <p:strVal val="visible"/>
                                      </p:to>
                                    </p:set>
                                    <p:animEffect transition="in" filter="dissolve">
                                      <p:cBhvr>
                                        <p:cTn id="32" dur="500"/>
                                        <p:tgtEl>
                                          <p:spTgt spid="223">
                                            <p:txEl>
                                              <p:pRg st="8" end="8"/>
                                            </p:txEl>
                                          </p:spTgt>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223">
                                            <p:txEl>
                                              <p:pRg st="9" end="9"/>
                                            </p:txEl>
                                          </p:spTgt>
                                        </p:tgtEl>
                                        <p:attrNameLst>
                                          <p:attrName>style.visibility</p:attrName>
                                        </p:attrNameLst>
                                      </p:cBhvr>
                                      <p:to>
                                        <p:strVal val="visible"/>
                                      </p:to>
                                    </p:set>
                                    <p:animEffect transition="in" filter="dissolve">
                                      <p:cBhvr>
                                        <p:cTn id="35" dur="500"/>
                                        <p:tgtEl>
                                          <p:spTgt spid="223">
                                            <p:txEl>
                                              <p:pRg st="9" end="9"/>
                                            </p:txEl>
                                          </p:spTgt>
                                        </p:tgtEl>
                                      </p:cBhvr>
                                    </p:animEffect>
                                  </p:childTnLst>
                                </p:cTn>
                              </p:par>
                              <p:par>
                                <p:cTn id="36" presetID="9" presetClass="entr" presetSubtype="0" fill="hold" grpId="0" nodeType="withEffect">
                                  <p:stCondLst>
                                    <p:cond delay="0"/>
                                  </p:stCondLst>
                                  <p:childTnLst>
                                    <p:set>
                                      <p:cBhvr>
                                        <p:cTn id="37" dur="1" fill="hold">
                                          <p:stCondLst>
                                            <p:cond delay="0"/>
                                          </p:stCondLst>
                                        </p:cTn>
                                        <p:tgtEl>
                                          <p:spTgt spid="223">
                                            <p:txEl>
                                              <p:pRg st="11" end="11"/>
                                            </p:txEl>
                                          </p:spTgt>
                                        </p:tgtEl>
                                        <p:attrNameLst>
                                          <p:attrName>style.visibility</p:attrName>
                                        </p:attrNameLst>
                                      </p:cBhvr>
                                      <p:to>
                                        <p:strVal val="visible"/>
                                      </p:to>
                                    </p:set>
                                    <p:animEffect transition="in" filter="dissolve">
                                      <p:cBhvr>
                                        <p:cTn id="38" dur="500"/>
                                        <p:tgtEl>
                                          <p:spTgt spid="223">
                                            <p:txEl>
                                              <p:pRg st="11" end="1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3" grpId="0" build="p"/>
    </p:bld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2_Default Design">
  <a:themeElements>
    <a:clrScheme name="12_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12_Default Design">
      <a:majorFont>
        <a:latin typeface="Gill Sans MT"/>
        <a:ea typeface=""/>
        <a:cs typeface="Arial"/>
      </a:majorFont>
      <a:minorFont>
        <a:latin typeface="Gill Sans MT"/>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smtClean="0">
            <a:ln>
              <a:noFill/>
            </a:ln>
            <a:solidFill>
              <a:schemeClr val="tx1"/>
            </a:solidFill>
            <a:effectLst/>
            <a:latin typeface="Arial" charset="0"/>
          </a:defRPr>
        </a:defPPr>
      </a:lstStyle>
    </a:spDef>
    <a:lnDef>
      <a:spPr bwMode="auto">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a:lstStyle/>
    </a:lnDef>
  </a:objectDefaults>
  <a:extraClrSchemeLst>
    <a:extraClrScheme>
      <a:clrScheme name="12_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12_Default Desig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12_Default Desig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12_Default Desig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12_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12_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12_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1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2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13318</TotalTime>
  <Words>7040</Words>
  <Application>Microsoft Office PowerPoint</Application>
  <PresentationFormat>Widescreen</PresentationFormat>
  <Paragraphs>1980</Paragraphs>
  <Slides>70</Slides>
  <Notes>58</Notes>
  <HiddenSlides>0</HiddenSlides>
  <MMClips>0</MMClips>
  <ScaleCrop>false</ScaleCrop>
  <HeadingPairs>
    <vt:vector size="6" baseType="variant">
      <vt:variant>
        <vt:lpstr>Fonts Used</vt:lpstr>
      </vt:variant>
      <vt:variant>
        <vt:i4>17</vt:i4>
      </vt:variant>
      <vt:variant>
        <vt:lpstr>Theme</vt:lpstr>
      </vt:variant>
      <vt:variant>
        <vt:i4>4</vt:i4>
      </vt:variant>
      <vt:variant>
        <vt:lpstr>Slide Titles</vt:lpstr>
      </vt:variant>
      <vt:variant>
        <vt:i4>70</vt:i4>
      </vt:variant>
    </vt:vector>
  </HeadingPairs>
  <TitlesOfParts>
    <vt:vector size="91" baseType="lpstr">
      <vt:lpstr>ＭＳ Ｐゴシック</vt:lpstr>
      <vt:lpstr>ＭＳ Ｐゴシック</vt:lpstr>
      <vt:lpstr>游ゴシック</vt:lpstr>
      <vt:lpstr>Arial</vt:lpstr>
      <vt:lpstr>Calibri</vt:lpstr>
      <vt:lpstr>Calibri Light</vt:lpstr>
      <vt:lpstr>Cambria Math</vt:lpstr>
      <vt:lpstr>CiscoSans ExtraLight</vt:lpstr>
      <vt:lpstr>Comic Sans MS</vt:lpstr>
      <vt:lpstr>Courier New</vt:lpstr>
      <vt:lpstr>Gill Sans MT</vt:lpstr>
      <vt:lpstr>MS Mincho</vt:lpstr>
      <vt:lpstr>Tahoma</vt:lpstr>
      <vt:lpstr>Times</vt:lpstr>
      <vt:lpstr>Times New Roman</vt:lpstr>
      <vt:lpstr>Wingdings</vt:lpstr>
      <vt:lpstr>ZapfDingbats</vt:lpstr>
      <vt:lpstr>Office Theme</vt:lpstr>
      <vt:lpstr>12_Default Design</vt:lpstr>
      <vt:lpstr>1_Office Theme</vt:lpstr>
      <vt:lpstr>2_Office Theme</vt:lpstr>
      <vt:lpstr>PowerPoint Presentation</vt:lpstr>
      <vt:lpstr>Network layer: our goals</vt:lpstr>
      <vt:lpstr>Network-layer  services and protocols</vt:lpstr>
      <vt:lpstr>Two key network-layer functions</vt:lpstr>
      <vt:lpstr>Network layer: data plane, control plane</vt:lpstr>
      <vt:lpstr>Input port functions</vt:lpstr>
      <vt:lpstr>Destination-based forwarding</vt:lpstr>
      <vt:lpstr>Longest prefix matching</vt:lpstr>
      <vt:lpstr>Longest prefix matching</vt:lpstr>
      <vt:lpstr>Longest prefix matching</vt:lpstr>
      <vt:lpstr>Longest prefix matching</vt:lpstr>
      <vt:lpstr>Longest prefix matching</vt:lpstr>
      <vt:lpstr>Network Layer: Internet</vt:lpstr>
      <vt:lpstr>IP Datagram format</vt:lpstr>
      <vt:lpstr>NAT: network address translation</vt:lpstr>
      <vt:lpstr>NAT: network address translation</vt:lpstr>
      <vt:lpstr>NAT: network address translation</vt:lpstr>
      <vt:lpstr>NAT: network address translation</vt:lpstr>
      <vt:lpstr>NAT: network address translation</vt:lpstr>
      <vt:lpstr>IP fragmentation/reassembly</vt:lpstr>
      <vt:lpstr>IP fragmentation/reassembly</vt:lpstr>
      <vt:lpstr>IP fragments</vt:lpstr>
      <vt:lpstr>IPv6 Packets Limitations of IPv4</vt:lpstr>
      <vt:lpstr>IPv6: motivation</vt:lpstr>
      <vt:lpstr>IPv4 Issues Need for IPv6</vt:lpstr>
      <vt:lpstr>IPv6 datagram format</vt:lpstr>
      <vt:lpstr>IPv6 Packets IPv6 Packet Header</vt:lpstr>
      <vt:lpstr>IPv6 Address Representation IPv6 Addressing Formats</vt:lpstr>
      <vt:lpstr>IPv6 Address Representation Rule 1 – Omit Leading Zero</vt:lpstr>
      <vt:lpstr>IPv6 Address Representation Rule 2 – Double Colon</vt:lpstr>
      <vt:lpstr>IPv4 Issues IPv4 and IPv6 Coexistence</vt:lpstr>
      <vt:lpstr>Transition from IPv4 to IPv6</vt:lpstr>
      <vt:lpstr>Tunneling and encapsulation</vt:lpstr>
      <vt:lpstr>Tunneling and encapsulation</vt:lpstr>
      <vt:lpstr>Tunneling</vt:lpstr>
      <vt:lpstr>IPv6: adoption</vt:lpstr>
      <vt:lpstr>IPv6: adoption</vt:lpstr>
      <vt:lpstr>Network-layer functions</vt:lpstr>
      <vt:lpstr>Routing protocols</vt:lpstr>
      <vt:lpstr>Graph abstraction: link costs</vt:lpstr>
      <vt:lpstr>Routing algorithm classification</vt:lpstr>
      <vt:lpstr>Network layer: “control plane” roadmap</vt:lpstr>
      <vt:lpstr>Dijkstra’s link-state routing algorithm</vt:lpstr>
      <vt:lpstr>Dijkstra’s link-state routing algorithm</vt:lpstr>
      <vt:lpstr>Dijkstra’s algorithm: an example</vt:lpstr>
      <vt:lpstr>Dijkstra’s algorithm: an example</vt:lpstr>
      <vt:lpstr>Dijkstra’s algorithm: another example</vt:lpstr>
      <vt:lpstr>Distance vector algorithm </vt:lpstr>
      <vt:lpstr>Bellman-Ford Example</vt:lpstr>
      <vt:lpstr>Distance vector algorithm </vt:lpstr>
      <vt:lpstr>Distance vector algorithm:  </vt:lpstr>
      <vt:lpstr>Distance vector: example</vt:lpstr>
      <vt:lpstr>Distance vector example: iteration</vt:lpstr>
      <vt:lpstr>Distance vector example: iteration</vt:lpstr>
      <vt:lpstr>Distance vector example: iteration</vt:lpstr>
      <vt:lpstr>Distance vector example: iteration</vt:lpstr>
      <vt:lpstr>Distance vector example: iteration</vt:lpstr>
      <vt:lpstr>Distance vector example: iteration</vt:lpstr>
      <vt:lpstr>Distance vector example: iteration</vt:lpstr>
      <vt:lpstr>Distance vector example: computation</vt:lpstr>
      <vt:lpstr>Distance vector example: computation</vt:lpstr>
      <vt:lpstr>Distance vector example: computation</vt:lpstr>
      <vt:lpstr>Distance vector example: computation</vt:lpstr>
      <vt:lpstr>Distance vector example: computation</vt:lpstr>
      <vt:lpstr>Comparison of LS and DV algorithms</vt:lpstr>
      <vt:lpstr>Making routing scalable</vt:lpstr>
      <vt:lpstr>Internet approach to scalable routing</vt:lpstr>
      <vt:lpstr>Interconnected ASes</vt:lpstr>
      <vt:lpstr>Inter-AS routing:  a role in intradomain forwarding</vt:lpstr>
      <vt:lpstr>Intra-AS routing: Interior Gateway Protocol</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Lenovo</cp:lastModifiedBy>
  <cp:revision>569</cp:revision>
  <dcterms:created xsi:type="dcterms:W3CDTF">2020-01-18T07:24:59Z</dcterms:created>
  <dcterms:modified xsi:type="dcterms:W3CDTF">2022-09-09T23:54:12Z</dcterms:modified>
</cp:coreProperties>
</file>